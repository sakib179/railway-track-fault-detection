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5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9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</p:sldIdLst>
  <p:sldSz cy="5143500" cx="9144000"/>
  <p:notesSz cx="6858000" cy="9144000"/>
  <p:embeddedFontLst>
    <p:embeddedFont>
      <p:font typeface="Aldrich"/>
      <p:regular r:id="rId27"/>
    </p:embeddedFont>
    <p:embeddedFont>
      <p:font typeface="Bai Jamjuree"/>
      <p:regular r:id="rId28"/>
      <p:bold r:id="rId29"/>
      <p:italic r:id="rId30"/>
      <p:boldItalic r:id="rId31"/>
    </p:embeddedFont>
    <p:embeddedFont>
      <p:font typeface="Bai Jamjuree Medium"/>
      <p:regular r:id="rId32"/>
      <p:bold r:id="rId33"/>
      <p:italic r:id="rId34"/>
      <p:boldItalic r:id="rId3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579A2327-23B5-4BA6-82C2-469AD99666FD}">
  <a:tblStyle styleId="{579A2327-23B5-4BA6-82C2-469AD99666FD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  <a:tblStyle styleId="{9B331E54-34D4-4D80-91F4-2A16977004CE}" styleName="Table_1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BaiJamjuree-boldItalic.fntdata"/><Relationship Id="rId30" Type="http://schemas.openxmlformats.org/officeDocument/2006/relationships/font" Target="fonts/BaiJamjuree-italic.fntdata"/><Relationship Id="rId33" Type="http://schemas.openxmlformats.org/officeDocument/2006/relationships/font" Target="fonts/BaiJamjureeMedium-bold.fntdata"/><Relationship Id="rId32" Type="http://schemas.openxmlformats.org/officeDocument/2006/relationships/font" Target="fonts/BaiJamjureeMedium-regular.fntdata"/><Relationship Id="rId35" Type="http://schemas.openxmlformats.org/officeDocument/2006/relationships/font" Target="fonts/BaiJamjureeMedium-boldItalic.fntdata"/><Relationship Id="rId34" Type="http://schemas.openxmlformats.org/officeDocument/2006/relationships/font" Target="fonts/BaiJamjureeMedium-italic.fntdata"/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font" Target="fonts/BaiJamjuree-regular.fntdata"/><Relationship Id="rId27" Type="http://schemas.openxmlformats.org/officeDocument/2006/relationships/font" Target="fonts/Aldrich-regular.fntdata"/><Relationship Id="rId29" Type="http://schemas.openxmlformats.org/officeDocument/2006/relationships/font" Target="fonts/BaiJamjuree-bold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77" name="Shape 25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8" name="Google Shape;2578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79" name="Google Shape;2579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85" name="Shape 25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6" name="Google Shape;2586;g12948bcd1fb_0_229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87" name="Google Shape;2587;g12948bcd1fb_0_229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04" name="Shape 26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5" name="Google Shape;2605;g11be10ac1ab_0_2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06" name="Google Shape;2606;g11be10ac1ab_0_2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21" name="Shape 26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2" name="Google Shape;2622;g3554295b76b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23" name="Google Shape;2623;g3554295b76b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37" name="Shape 26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8" name="Google Shape;2638;g3554295b76b_0_1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39" name="Google Shape;2639;g3554295b76b_0_1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71" name="Shape 26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2" name="Google Shape;2672;g13e9dbcaf0c_0_139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73" name="Google Shape;2673;g13e9dbcaf0c_0_13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95" name="Shape 26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6" name="Google Shape;2696;g12948bcd1fb_0_261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97" name="Google Shape;2697;g12948bcd1fb_0_261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51" name="Shape 27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2" name="Google Shape;2752;g12948bcd1fb_0_221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3" name="Google Shape;2753;g12948bcd1fb_0_221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24" name="Shape 28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5" name="Google Shape;2825;g127f379f983_0_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26" name="Google Shape;2826;g127f379f983_0_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09" name="Shape 29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0" name="Google Shape;2910;g12948bcd1fb_0_221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11" name="Google Shape;2911;g12948bcd1fb_0_221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40" name="Shape 29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1" name="Google Shape;2941;g13e437834e8_0_7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42" name="Google Shape;2942;g13e437834e8_0_7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51" name="Shape 29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2" name="Google Shape;2952;g3554295b76b_0_1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53" name="Google Shape;2953;g3554295b76b_0_1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73" name="Shape 29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4" name="Google Shape;2974;g3537bb7ab13_0_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75" name="Google Shape;2975;g3537bb7ab13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96" name="Shape 29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7" name="Google Shape;2997;g13e9dbcaf0c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98" name="Google Shape;2998;g13e9dbcaf0c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11" name="Shape 30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2" name="Google Shape;3012;g13e437834e8_0_13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13" name="Google Shape;3013;g13e437834e8_0_13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22" name="Shape 30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3" name="Google Shape;3023;g3537bb7ab13_0_1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24" name="Google Shape;3024;g3537bb7ab13_0_1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32" name="Shape 30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3" name="Google Shape;3033;g3537bb7ab13_0_1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34" name="Google Shape;3034;g3537bb7ab13_0_1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39" name="Shape 30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0" name="Google Shape;3040;g13e437834e8_0_7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41" name="Google Shape;3041;g13e437834e8_0_7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54" name="Shape 30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5" name="Google Shape;3055;g13e9dbcaf0c_0_20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56" name="Google Shape;3056;g13e9dbcaf0c_0_20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86" name="Shape 30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7" name="Google Shape;3087;g13df85ff71b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88" name="Google Shape;3088;g13df85ff71b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97" name="Shape 30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8" name="Google Shape;3098;g127f379f983_0_1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99" name="Google Shape;3099;g127f379f983_0_1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jpg"/><Relationship Id="rId3" Type="http://schemas.openxmlformats.org/officeDocument/2006/relationships/image" Target="../media/image1.png"/><Relationship Id="rId4" Type="http://schemas.openxmlformats.org/officeDocument/2006/relationships/image" Target="../media/image6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jpg"/><Relationship Id="rId3" Type="http://schemas.openxmlformats.org/officeDocument/2006/relationships/image" Target="../media/image2.png"/><Relationship Id="rId4" Type="http://schemas.openxmlformats.org/officeDocument/2006/relationships/image" Target="../media/image6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jp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jpg"/><Relationship Id="rId3" Type="http://schemas.openxmlformats.org/officeDocument/2006/relationships/image" Target="../media/image1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jpg"/><Relationship Id="rId3" Type="http://schemas.openxmlformats.org/officeDocument/2006/relationships/image" Target="../media/image2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jp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jp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jpg"/><Relationship Id="rId3" Type="http://schemas.openxmlformats.org/officeDocument/2006/relationships/image" Target="../media/image1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jp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jp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jp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jp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g"/><Relationship Id="rId3" Type="http://schemas.openxmlformats.org/officeDocument/2006/relationships/image" Target="../media/image2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jpg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jp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jpg"/><Relationship Id="rId3" Type="http://schemas.openxmlformats.org/officeDocument/2006/relationships/image" Target="../media/image1.png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jpg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g"/><Relationship Id="rId3" Type="http://schemas.openxmlformats.org/officeDocument/2006/relationships/image" Target="../media/image2.png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jpg"/><Relationship Id="rId3" Type="http://schemas.openxmlformats.org/officeDocument/2006/relationships/image" Target="../media/image2.png"/><Relationship Id="rId4" Type="http://schemas.openxmlformats.org/officeDocument/2006/relationships/image" Target="../media/image6.png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jpg"/><Relationship Id="rId3" Type="http://schemas.openxmlformats.org/officeDocument/2006/relationships/image" Target="../media/image2.png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jpg"/><Relationship Id="rId3" Type="http://schemas.openxmlformats.org/officeDocument/2006/relationships/image" Target="../media/image6.png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jpg"/><Relationship Id="rId3" Type="http://schemas.openxmlformats.org/officeDocument/2006/relationships/image" Target="../media/image1.png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jpg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jpg"/><Relationship Id="rId3" Type="http://schemas.openxmlformats.org/officeDocument/2006/relationships/image" Target="../media/image1.png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jpg"/><Relationship Id="rId3" Type="http://schemas.openxmlformats.org/officeDocument/2006/relationships/image" Target="../media/image1.png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jpg"/><Relationship Id="rId3" Type="http://schemas.openxmlformats.org/officeDocument/2006/relationships/image" Target="../media/image1.png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1.jpg"/><Relationship Id="rId3" Type="http://schemas.openxmlformats.org/officeDocument/2006/relationships/image" Target="../media/image6.png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jpg"/><Relationship Id="rId3" Type="http://schemas.openxmlformats.org/officeDocument/2006/relationships/image" Target="../media/image6.png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jpg"/><Relationship Id="rId3" Type="http://schemas.openxmlformats.org/officeDocument/2006/relationships/image" Target="../media/image2.png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1.jpg"/><Relationship Id="rId3" Type="http://schemas.openxmlformats.org/officeDocument/2006/relationships/image" Target="../media/image6.png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1.jpg"/><Relationship Id="rId3" Type="http://schemas.openxmlformats.org/officeDocument/2006/relationships/image" Target="../media/image18.png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1.jpg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1.jpg"/><Relationship Id="rId3" Type="http://schemas.openxmlformats.org/officeDocument/2006/relationships/image" Target="../media/image1.png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jpg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jpg"/><Relationship Id="rId3" Type="http://schemas.openxmlformats.org/officeDocument/2006/relationships/image" Target="../media/image18.png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g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jpg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g"/><Relationship Id="rId3" Type="http://schemas.openxmlformats.org/officeDocument/2006/relationships/image" Target="../media/image6.png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jpg"/><Relationship Id="rId3" Type="http://schemas.openxmlformats.org/officeDocument/2006/relationships/image" Target="../media/image6.png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jpg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jpg"/><Relationship Id="rId3" Type="http://schemas.openxmlformats.org/officeDocument/2006/relationships/image" Target="../media/image1.png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1.jpg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jpg"/><Relationship Id="rId3" Type="http://schemas.openxmlformats.org/officeDocument/2006/relationships/image" Target="../media/image6.png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1.jpg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jpg"/><Relationship Id="rId3" Type="http://schemas.openxmlformats.org/officeDocument/2006/relationships/hyperlink" Target="http://bit.ly/2Tynxth" TargetMode="External"/><Relationship Id="rId4" Type="http://schemas.openxmlformats.org/officeDocument/2006/relationships/hyperlink" Target="http://bit.ly/2TyoMsr" TargetMode="External"/><Relationship Id="rId5" Type="http://schemas.openxmlformats.org/officeDocument/2006/relationships/hyperlink" Target="http://bit.ly/2TtBDfr" TargetMode="External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jpg"/><Relationship Id="rId3" Type="http://schemas.openxmlformats.org/officeDocument/2006/relationships/image" Target="../media/image7.jpg"/><Relationship Id="rId4" Type="http://schemas.openxmlformats.org/officeDocument/2006/relationships/image" Target="../media/image1.png"/><Relationship Id="rId5" Type="http://schemas.openxmlformats.org/officeDocument/2006/relationships/image" Target="../media/image6.png"/></Relationships>
</file>

<file path=ppt/slideLayouts/_rels/slideLayout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jpg"/><Relationship Id="rId3" Type="http://schemas.openxmlformats.org/officeDocument/2006/relationships/image" Target="../media/image2.png"/><Relationship Id="rId4" Type="http://schemas.openxmlformats.org/officeDocument/2006/relationships/image" Target="../media/image6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oogle Shape;9;p2"/>
          <p:cNvPicPr preferRelativeResize="0"/>
          <p:nvPr/>
        </p:nvPicPr>
        <p:blipFill rotWithShape="1">
          <a:blip r:embed="rId2">
            <a:alphaModFix amt="60000"/>
          </a:blip>
          <a:srcRect b="10" l="0" r="0" t="10"/>
          <a:stretch/>
        </p:blipFill>
        <p:spPr>
          <a:xfrm>
            <a:off x="0" y="1"/>
            <a:ext cx="9144002" cy="5143499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Google Shape;10;p2"/>
          <p:cNvSpPr txBox="1"/>
          <p:nvPr>
            <p:ph type="ctrTitle"/>
          </p:nvPr>
        </p:nvSpPr>
        <p:spPr>
          <a:xfrm>
            <a:off x="1248375" y="1541473"/>
            <a:ext cx="6647100" cy="16959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6000">
                <a:latin typeface="Aldrich"/>
                <a:ea typeface="Aldrich"/>
                <a:cs typeface="Aldrich"/>
                <a:sym typeface="Aldrich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1248525" y="3290708"/>
            <a:ext cx="6647100" cy="37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700">
                <a:solidFill>
                  <a:schemeClr val="lt1"/>
                </a:solidFill>
                <a:latin typeface="Bai Jamjuree"/>
                <a:ea typeface="Bai Jamjuree"/>
                <a:cs typeface="Bai Jamjuree"/>
                <a:sym typeface="Bai Jamjuree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pic>
        <p:nvPicPr>
          <p:cNvPr id="12" name="Google Shape;12;p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467701" y="3755650"/>
            <a:ext cx="9353213" cy="268125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3" name="Google Shape;13;p2"/>
          <p:cNvGrpSpPr/>
          <p:nvPr/>
        </p:nvGrpSpPr>
        <p:grpSpPr>
          <a:xfrm>
            <a:off x="391864" y="3545270"/>
            <a:ext cx="289170" cy="284718"/>
            <a:chOff x="426000" y="3302025"/>
            <a:chExt cx="220875" cy="217475"/>
          </a:xfrm>
        </p:grpSpPr>
        <p:sp>
          <p:nvSpPr>
            <p:cNvPr id="14" name="Google Shape;14;p2"/>
            <p:cNvSpPr/>
            <p:nvPr/>
          </p:nvSpPr>
          <p:spPr>
            <a:xfrm>
              <a:off x="426000" y="3425950"/>
              <a:ext cx="214125" cy="93550"/>
            </a:xfrm>
            <a:custGeom>
              <a:rect b="b" l="l" r="r" t="t"/>
              <a:pathLst>
                <a:path extrusionOk="0" h="3742" w="8565">
                  <a:moveTo>
                    <a:pt x="1" y="0"/>
                  </a:moveTo>
                  <a:cubicBezTo>
                    <a:pt x="290" y="2141"/>
                    <a:pt x="2122" y="3742"/>
                    <a:pt x="4283" y="3742"/>
                  </a:cubicBezTo>
                  <a:cubicBezTo>
                    <a:pt x="6443" y="3742"/>
                    <a:pt x="8275" y="2141"/>
                    <a:pt x="856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>
              <a:off x="432750" y="3302025"/>
              <a:ext cx="214125" cy="94050"/>
            </a:xfrm>
            <a:custGeom>
              <a:rect b="b" l="l" r="r" t="t"/>
              <a:pathLst>
                <a:path extrusionOk="0" h="3762" w="8565">
                  <a:moveTo>
                    <a:pt x="1" y="0"/>
                  </a:moveTo>
                  <a:cubicBezTo>
                    <a:pt x="271" y="2141"/>
                    <a:pt x="2103" y="3761"/>
                    <a:pt x="4283" y="3761"/>
                  </a:cubicBezTo>
                  <a:cubicBezTo>
                    <a:pt x="6443" y="3761"/>
                    <a:pt x="8275" y="2141"/>
                    <a:pt x="856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6" name="Google Shape;16;p2"/>
          <p:cNvGrpSpPr/>
          <p:nvPr/>
        </p:nvGrpSpPr>
        <p:grpSpPr>
          <a:xfrm>
            <a:off x="357713" y="905775"/>
            <a:ext cx="357454" cy="956304"/>
            <a:chOff x="357713" y="600975"/>
            <a:chExt cx="357454" cy="956304"/>
          </a:xfrm>
        </p:grpSpPr>
        <p:sp>
          <p:nvSpPr>
            <p:cNvPr id="17" name="Google Shape;17;p2"/>
            <p:cNvSpPr/>
            <p:nvPr/>
          </p:nvSpPr>
          <p:spPr>
            <a:xfrm>
              <a:off x="357713" y="600975"/>
              <a:ext cx="357454" cy="357454"/>
            </a:xfrm>
            <a:custGeom>
              <a:rect b="b" l="l" r="r" t="t"/>
              <a:pathLst>
                <a:path extrusionOk="0" fill="none" h="6539" w="6539">
                  <a:moveTo>
                    <a:pt x="3954" y="367"/>
                  </a:moveTo>
                  <a:cubicBezTo>
                    <a:pt x="5535" y="752"/>
                    <a:pt x="6538" y="2353"/>
                    <a:pt x="6152" y="3954"/>
                  </a:cubicBezTo>
                  <a:cubicBezTo>
                    <a:pt x="5767" y="5535"/>
                    <a:pt x="4166" y="6538"/>
                    <a:pt x="2584" y="6153"/>
                  </a:cubicBezTo>
                  <a:cubicBezTo>
                    <a:pt x="984" y="5767"/>
                    <a:pt x="0" y="4166"/>
                    <a:pt x="366" y="2585"/>
                  </a:cubicBezTo>
                  <a:cubicBezTo>
                    <a:pt x="752" y="984"/>
                    <a:pt x="2353" y="0"/>
                    <a:pt x="3954" y="367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" name="Google Shape;18;p2"/>
            <p:cNvSpPr/>
            <p:nvPr/>
          </p:nvSpPr>
          <p:spPr>
            <a:xfrm>
              <a:off x="374549" y="819196"/>
              <a:ext cx="324765" cy="324765"/>
            </a:xfrm>
            <a:custGeom>
              <a:rect b="b" l="l" r="r" t="t"/>
              <a:pathLst>
                <a:path extrusionOk="0" fill="none" h="5941" w="5941">
                  <a:moveTo>
                    <a:pt x="5941" y="2971"/>
                  </a:moveTo>
                  <a:cubicBezTo>
                    <a:pt x="5941" y="4610"/>
                    <a:pt x="4610" y="5941"/>
                    <a:pt x="2971" y="5941"/>
                  </a:cubicBezTo>
                  <a:cubicBezTo>
                    <a:pt x="1331" y="5941"/>
                    <a:pt x="1" y="4610"/>
                    <a:pt x="1" y="2971"/>
                  </a:cubicBezTo>
                  <a:cubicBezTo>
                    <a:pt x="1" y="1331"/>
                    <a:pt x="1331" y="1"/>
                    <a:pt x="2971" y="1"/>
                  </a:cubicBezTo>
                  <a:cubicBezTo>
                    <a:pt x="4610" y="1"/>
                    <a:pt x="5941" y="1331"/>
                    <a:pt x="5941" y="2971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" name="Google Shape;19;p2"/>
            <p:cNvSpPr/>
            <p:nvPr/>
          </p:nvSpPr>
          <p:spPr>
            <a:xfrm>
              <a:off x="357713" y="997347"/>
              <a:ext cx="357454" cy="357509"/>
            </a:xfrm>
            <a:custGeom>
              <a:rect b="b" l="l" r="r" t="t"/>
              <a:pathLst>
                <a:path extrusionOk="0" fill="none" h="6540" w="6539">
                  <a:moveTo>
                    <a:pt x="3954" y="387"/>
                  </a:moveTo>
                  <a:cubicBezTo>
                    <a:pt x="5555" y="753"/>
                    <a:pt x="6538" y="2354"/>
                    <a:pt x="6152" y="3955"/>
                  </a:cubicBezTo>
                  <a:cubicBezTo>
                    <a:pt x="5767" y="5556"/>
                    <a:pt x="4166" y="6539"/>
                    <a:pt x="2584" y="6153"/>
                  </a:cubicBezTo>
                  <a:cubicBezTo>
                    <a:pt x="984" y="5787"/>
                    <a:pt x="0" y="4186"/>
                    <a:pt x="366" y="2585"/>
                  </a:cubicBezTo>
                  <a:cubicBezTo>
                    <a:pt x="752" y="985"/>
                    <a:pt x="2353" y="1"/>
                    <a:pt x="3954" y="387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" name="Google Shape;20;p2"/>
            <p:cNvSpPr/>
            <p:nvPr/>
          </p:nvSpPr>
          <p:spPr>
            <a:xfrm>
              <a:off x="358751" y="1200863"/>
              <a:ext cx="356416" cy="356416"/>
            </a:xfrm>
            <a:custGeom>
              <a:rect b="b" l="l" r="r" t="t"/>
              <a:pathLst>
                <a:path extrusionOk="0" fill="none" h="6520" w="6520">
                  <a:moveTo>
                    <a:pt x="5362" y="1158"/>
                  </a:moveTo>
                  <a:cubicBezTo>
                    <a:pt x="6519" y="2315"/>
                    <a:pt x="6519" y="4186"/>
                    <a:pt x="5362" y="5343"/>
                  </a:cubicBezTo>
                  <a:cubicBezTo>
                    <a:pt x="4186" y="6519"/>
                    <a:pt x="2315" y="6519"/>
                    <a:pt x="1157" y="5343"/>
                  </a:cubicBezTo>
                  <a:cubicBezTo>
                    <a:pt x="0" y="4186"/>
                    <a:pt x="0" y="2315"/>
                    <a:pt x="1157" y="1158"/>
                  </a:cubicBezTo>
                  <a:cubicBezTo>
                    <a:pt x="2315" y="0"/>
                    <a:pt x="4186" y="0"/>
                    <a:pt x="5362" y="1158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1" name="Google Shape;21;p2"/>
          <p:cNvGrpSpPr/>
          <p:nvPr/>
        </p:nvGrpSpPr>
        <p:grpSpPr>
          <a:xfrm>
            <a:off x="5258308" y="722871"/>
            <a:ext cx="793256" cy="182899"/>
            <a:chOff x="2685575" y="2835950"/>
            <a:chExt cx="433000" cy="99825"/>
          </a:xfrm>
        </p:grpSpPr>
        <p:sp>
          <p:nvSpPr>
            <p:cNvPr id="22" name="Google Shape;22;p2"/>
            <p:cNvSpPr/>
            <p:nvPr/>
          </p:nvSpPr>
          <p:spPr>
            <a:xfrm>
              <a:off x="3032250" y="2835950"/>
              <a:ext cx="86325" cy="99825"/>
            </a:xfrm>
            <a:custGeom>
              <a:rect b="b" l="l" r="r" t="t"/>
              <a:pathLst>
                <a:path extrusionOk="0" h="3993" w="3453">
                  <a:moveTo>
                    <a:pt x="3453" y="0"/>
                  </a:moveTo>
                  <a:lnTo>
                    <a:pt x="0" y="2006"/>
                  </a:lnTo>
                  <a:lnTo>
                    <a:pt x="3453" y="3993"/>
                  </a:lnTo>
                  <a:lnTo>
                    <a:pt x="3453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" name="Google Shape;23;p2"/>
            <p:cNvSpPr/>
            <p:nvPr/>
          </p:nvSpPr>
          <p:spPr>
            <a:xfrm>
              <a:off x="2917000" y="2835950"/>
              <a:ext cx="85850" cy="99825"/>
            </a:xfrm>
            <a:custGeom>
              <a:rect b="b" l="l" r="r" t="t"/>
              <a:pathLst>
                <a:path extrusionOk="0" h="3993" w="3434">
                  <a:moveTo>
                    <a:pt x="3434" y="0"/>
                  </a:moveTo>
                  <a:lnTo>
                    <a:pt x="1" y="2006"/>
                  </a:lnTo>
                  <a:lnTo>
                    <a:pt x="3434" y="3993"/>
                  </a:lnTo>
                  <a:lnTo>
                    <a:pt x="3434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p2"/>
            <p:cNvSpPr/>
            <p:nvPr/>
          </p:nvSpPr>
          <p:spPr>
            <a:xfrm>
              <a:off x="2801300" y="2835950"/>
              <a:ext cx="86325" cy="99825"/>
            </a:xfrm>
            <a:custGeom>
              <a:rect b="b" l="l" r="r" t="t"/>
              <a:pathLst>
                <a:path extrusionOk="0" h="3993" w="3453">
                  <a:moveTo>
                    <a:pt x="3452" y="0"/>
                  </a:moveTo>
                  <a:lnTo>
                    <a:pt x="0" y="2006"/>
                  </a:lnTo>
                  <a:lnTo>
                    <a:pt x="3452" y="3993"/>
                  </a:lnTo>
                  <a:lnTo>
                    <a:pt x="3452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" name="Google Shape;25;p2"/>
            <p:cNvSpPr/>
            <p:nvPr/>
          </p:nvSpPr>
          <p:spPr>
            <a:xfrm>
              <a:off x="2685575" y="2835950"/>
              <a:ext cx="86325" cy="99825"/>
            </a:xfrm>
            <a:custGeom>
              <a:rect b="b" l="l" r="r" t="t"/>
              <a:pathLst>
                <a:path extrusionOk="0" h="3993" w="3453">
                  <a:moveTo>
                    <a:pt x="3453" y="0"/>
                  </a:moveTo>
                  <a:lnTo>
                    <a:pt x="0" y="2006"/>
                  </a:lnTo>
                  <a:lnTo>
                    <a:pt x="3453" y="3993"/>
                  </a:lnTo>
                  <a:lnTo>
                    <a:pt x="3453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6" name="Google Shape;26;p2"/>
          <p:cNvGrpSpPr/>
          <p:nvPr/>
        </p:nvGrpSpPr>
        <p:grpSpPr>
          <a:xfrm>
            <a:off x="1409864" y="-1010428"/>
            <a:ext cx="2019176" cy="2019176"/>
            <a:chOff x="1943325" y="-220375"/>
            <a:chExt cx="1298672" cy="1298672"/>
          </a:xfrm>
        </p:grpSpPr>
        <p:sp>
          <p:nvSpPr>
            <p:cNvPr id="27" name="Google Shape;27;p2"/>
            <p:cNvSpPr/>
            <p:nvPr/>
          </p:nvSpPr>
          <p:spPr>
            <a:xfrm>
              <a:off x="2582255" y="-220375"/>
              <a:ext cx="49" cy="460871"/>
            </a:xfrm>
            <a:custGeom>
              <a:rect b="b" l="l" r="r" t="t"/>
              <a:pathLst>
                <a:path extrusionOk="0" fill="none" h="9432" w="1">
                  <a:moveTo>
                    <a:pt x="0" y="0"/>
                  </a:moveTo>
                  <a:lnTo>
                    <a:pt x="0" y="9431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" name="Google Shape;28;p2"/>
            <p:cNvSpPr/>
            <p:nvPr/>
          </p:nvSpPr>
          <p:spPr>
            <a:xfrm>
              <a:off x="2414509" y="-195895"/>
              <a:ext cx="118785" cy="444844"/>
            </a:xfrm>
            <a:custGeom>
              <a:rect b="b" l="l" r="r" t="t"/>
              <a:pathLst>
                <a:path extrusionOk="0" fill="none" h="9104" w="2431">
                  <a:moveTo>
                    <a:pt x="0" y="1"/>
                  </a:moveTo>
                  <a:lnTo>
                    <a:pt x="2431" y="9104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" name="Google Shape;29;p2"/>
            <p:cNvSpPr/>
            <p:nvPr/>
          </p:nvSpPr>
          <p:spPr>
            <a:xfrm>
              <a:off x="2259027" y="-128024"/>
              <a:ext cx="229996" cy="398669"/>
            </a:xfrm>
            <a:custGeom>
              <a:rect b="b" l="l" r="r" t="t"/>
              <a:pathLst>
                <a:path extrusionOk="0" fill="none" h="8159" w="4707">
                  <a:moveTo>
                    <a:pt x="0" y="0"/>
                  </a:moveTo>
                  <a:lnTo>
                    <a:pt x="4706" y="8158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" name="Google Shape;30;p2"/>
            <p:cNvSpPr/>
            <p:nvPr/>
          </p:nvSpPr>
          <p:spPr>
            <a:xfrm>
              <a:off x="2126121" y="-22481"/>
              <a:ext cx="325180" cy="325180"/>
            </a:xfrm>
            <a:custGeom>
              <a:rect b="b" l="l" r="r" t="t"/>
              <a:pathLst>
                <a:path extrusionOk="0" fill="none" h="6655" w="6655">
                  <a:moveTo>
                    <a:pt x="1" y="0"/>
                  </a:moveTo>
                  <a:lnTo>
                    <a:pt x="6655" y="6654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2"/>
            <p:cNvSpPr/>
            <p:nvPr/>
          </p:nvSpPr>
          <p:spPr>
            <a:xfrm>
              <a:off x="2025317" y="113211"/>
              <a:ext cx="398669" cy="230924"/>
            </a:xfrm>
            <a:custGeom>
              <a:rect b="b" l="l" r="r" t="t"/>
              <a:pathLst>
                <a:path extrusionOk="0" fill="none" h="4726" w="8159">
                  <a:moveTo>
                    <a:pt x="0" y="1"/>
                  </a:moveTo>
                  <a:lnTo>
                    <a:pt x="8158" y="4726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" name="Google Shape;32;p2"/>
            <p:cNvSpPr/>
            <p:nvPr/>
          </p:nvSpPr>
          <p:spPr>
            <a:xfrm>
              <a:off x="1963114" y="270598"/>
              <a:ext cx="444844" cy="119713"/>
            </a:xfrm>
            <a:custGeom>
              <a:rect b="b" l="l" r="r" t="t"/>
              <a:pathLst>
                <a:path extrusionOk="0" fill="none" h="2450" w="9104">
                  <a:moveTo>
                    <a:pt x="0" y="0"/>
                  </a:moveTo>
                  <a:lnTo>
                    <a:pt x="9103" y="24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2"/>
            <p:cNvSpPr/>
            <p:nvPr/>
          </p:nvSpPr>
          <p:spPr>
            <a:xfrm>
              <a:off x="1943325" y="439273"/>
              <a:ext cx="460871" cy="49"/>
            </a:xfrm>
            <a:custGeom>
              <a:rect b="b" l="l" r="r" t="t"/>
              <a:pathLst>
                <a:path extrusionOk="0" fill="none" h="1" w="9432">
                  <a:moveTo>
                    <a:pt x="0" y="1"/>
                  </a:moveTo>
                  <a:lnTo>
                    <a:pt x="9431" y="1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" name="Google Shape;34;p2"/>
            <p:cNvSpPr/>
            <p:nvPr/>
          </p:nvSpPr>
          <p:spPr>
            <a:xfrm>
              <a:off x="1967805" y="487354"/>
              <a:ext cx="445821" cy="119713"/>
            </a:xfrm>
            <a:custGeom>
              <a:rect b="b" l="l" r="r" t="t"/>
              <a:pathLst>
                <a:path extrusionOk="0" fill="none" h="2450" w="9124">
                  <a:moveTo>
                    <a:pt x="1" y="2450"/>
                  </a:moveTo>
                  <a:lnTo>
                    <a:pt x="9123" y="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p2"/>
            <p:cNvSpPr/>
            <p:nvPr/>
          </p:nvSpPr>
          <p:spPr>
            <a:xfrm>
              <a:off x="2035676" y="532600"/>
              <a:ext cx="398669" cy="229996"/>
            </a:xfrm>
            <a:custGeom>
              <a:rect b="b" l="l" r="r" t="t"/>
              <a:pathLst>
                <a:path extrusionOk="0" fill="none" h="4707" w="8159">
                  <a:moveTo>
                    <a:pt x="0" y="4706"/>
                  </a:moveTo>
                  <a:lnTo>
                    <a:pt x="8158" y="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" name="Google Shape;36;p2"/>
            <p:cNvSpPr/>
            <p:nvPr/>
          </p:nvSpPr>
          <p:spPr>
            <a:xfrm>
              <a:off x="2141219" y="569345"/>
              <a:ext cx="326108" cy="326108"/>
            </a:xfrm>
            <a:custGeom>
              <a:rect b="b" l="l" r="r" t="t"/>
              <a:pathLst>
                <a:path extrusionOk="0" fill="none" h="6674" w="6674">
                  <a:moveTo>
                    <a:pt x="0" y="6674"/>
                  </a:moveTo>
                  <a:lnTo>
                    <a:pt x="6673" y="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" name="Google Shape;37;p2"/>
            <p:cNvSpPr/>
            <p:nvPr/>
          </p:nvSpPr>
          <p:spPr>
            <a:xfrm>
              <a:off x="2277840" y="597588"/>
              <a:ext cx="229996" cy="398718"/>
            </a:xfrm>
            <a:custGeom>
              <a:rect b="b" l="l" r="r" t="t"/>
              <a:pathLst>
                <a:path extrusionOk="0" fill="none" h="8160" w="4707">
                  <a:moveTo>
                    <a:pt x="1" y="8159"/>
                  </a:moveTo>
                  <a:lnTo>
                    <a:pt x="4707" y="1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" name="Google Shape;38;p2"/>
            <p:cNvSpPr/>
            <p:nvPr/>
          </p:nvSpPr>
          <p:spPr>
            <a:xfrm>
              <a:off x="2435227" y="613615"/>
              <a:ext cx="118785" cy="444893"/>
            </a:xfrm>
            <a:custGeom>
              <a:rect b="b" l="l" r="r" t="t"/>
              <a:pathLst>
                <a:path extrusionOk="0" fill="none" h="9105" w="2431">
                  <a:moveTo>
                    <a:pt x="1" y="9104"/>
                  </a:moveTo>
                  <a:lnTo>
                    <a:pt x="2431" y="1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" name="Google Shape;39;p2"/>
            <p:cNvSpPr/>
            <p:nvPr/>
          </p:nvSpPr>
          <p:spPr>
            <a:xfrm>
              <a:off x="2602973" y="617377"/>
              <a:ext cx="49" cy="460920"/>
            </a:xfrm>
            <a:custGeom>
              <a:rect b="b" l="l" r="r" t="t"/>
              <a:pathLst>
                <a:path extrusionOk="0" fill="none" h="9433" w="1">
                  <a:moveTo>
                    <a:pt x="1" y="9432"/>
                  </a:moveTo>
                  <a:lnTo>
                    <a:pt x="1" y="1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" name="Google Shape;40;p2"/>
            <p:cNvSpPr/>
            <p:nvPr/>
          </p:nvSpPr>
          <p:spPr>
            <a:xfrm>
              <a:off x="2651982" y="607996"/>
              <a:ext cx="118785" cy="444844"/>
            </a:xfrm>
            <a:custGeom>
              <a:rect b="b" l="l" r="r" t="t"/>
              <a:pathLst>
                <a:path extrusionOk="0" fill="none" h="9104" w="2431">
                  <a:moveTo>
                    <a:pt x="2431" y="9103"/>
                  </a:moveTo>
                  <a:lnTo>
                    <a:pt x="1" y="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" name="Google Shape;41;p2"/>
            <p:cNvSpPr/>
            <p:nvPr/>
          </p:nvSpPr>
          <p:spPr>
            <a:xfrm>
              <a:off x="2696300" y="586301"/>
              <a:ext cx="229996" cy="398669"/>
            </a:xfrm>
            <a:custGeom>
              <a:rect b="b" l="l" r="r" t="t"/>
              <a:pathLst>
                <a:path extrusionOk="0" fill="none" h="8159" w="4707">
                  <a:moveTo>
                    <a:pt x="4706" y="8159"/>
                  </a:moveTo>
                  <a:lnTo>
                    <a:pt x="0" y="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" name="Google Shape;42;p2"/>
            <p:cNvSpPr/>
            <p:nvPr/>
          </p:nvSpPr>
          <p:spPr>
            <a:xfrm>
              <a:off x="2733974" y="554247"/>
              <a:ext cx="325180" cy="326108"/>
            </a:xfrm>
            <a:custGeom>
              <a:rect b="b" l="l" r="r" t="t"/>
              <a:pathLst>
                <a:path extrusionOk="0" fill="none" h="6674" w="6655">
                  <a:moveTo>
                    <a:pt x="6655" y="6674"/>
                  </a:moveTo>
                  <a:lnTo>
                    <a:pt x="1" y="1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" name="Google Shape;43;p2"/>
            <p:cNvSpPr/>
            <p:nvPr/>
          </p:nvSpPr>
          <p:spPr>
            <a:xfrm>
              <a:off x="2761288" y="513739"/>
              <a:ext cx="398718" cy="229996"/>
            </a:xfrm>
            <a:custGeom>
              <a:rect b="b" l="l" r="r" t="t"/>
              <a:pathLst>
                <a:path extrusionOk="0" fill="none" h="4707" w="8160">
                  <a:moveTo>
                    <a:pt x="8159" y="4706"/>
                  </a:moveTo>
                  <a:lnTo>
                    <a:pt x="1" y="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2"/>
            <p:cNvSpPr/>
            <p:nvPr/>
          </p:nvSpPr>
          <p:spPr>
            <a:xfrm>
              <a:off x="2777315" y="466636"/>
              <a:ext cx="444893" cy="119713"/>
            </a:xfrm>
            <a:custGeom>
              <a:rect b="b" l="l" r="r" t="t"/>
              <a:pathLst>
                <a:path extrusionOk="0" fill="none" h="2450" w="9105">
                  <a:moveTo>
                    <a:pt x="9104" y="2449"/>
                  </a:moveTo>
                  <a:lnTo>
                    <a:pt x="1" y="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" name="Google Shape;45;p2"/>
            <p:cNvSpPr/>
            <p:nvPr/>
          </p:nvSpPr>
          <p:spPr>
            <a:xfrm>
              <a:off x="2781077" y="417626"/>
              <a:ext cx="460920" cy="49"/>
            </a:xfrm>
            <a:custGeom>
              <a:rect b="b" l="l" r="r" t="t"/>
              <a:pathLst>
                <a:path extrusionOk="0" fill="none" h="1" w="9433">
                  <a:moveTo>
                    <a:pt x="9432" y="0"/>
                  </a:moveTo>
                  <a:lnTo>
                    <a:pt x="1" y="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" name="Google Shape;46;p2"/>
            <p:cNvSpPr/>
            <p:nvPr/>
          </p:nvSpPr>
          <p:spPr>
            <a:xfrm>
              <a:off x="2771696" y="249880"/>
              <a:ext cx="444844" cy="119713"/>
            </a:xfrm>
            <a:custGeom>
              <a:rect b="b" l="l" r="r" t="t"/>
              <a:pathLst>
                <a:path extrusionOk="0" fill="none" h="2450" w="9104">
                  <a:moveTo>
                    <a:pt x="9103" y="0"/>
                  </a:moveTo>
                  <a:lnTo>
                    <a:pt x="0" y="24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" name="Google Shape;47;p2"/>
            <p:cNvSpPr/>
            <p:nvPr/>
          </p:nvSpPr>
          <p:spPr>
            <a:xfrm>
              <a:off x="2750929" y="94350"/>
              <a:ext cx="398718" cy="230973"/>
            </a:xfrm>
            <a:custGeom>
              <a:rect b="b" l="l" r="r" t="t"/>
              <a:pathLst>
                <a:path extrusionOk="0" fill="none" h="4727" w="8160">
                  <a:moveTo>
                    <a:pt x="8159" y="1"/>
                  </a:moveTo>
                  <a:lnTo>
                    <a:pt x="1" y="4726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" name="Google Shape;48;p2"/>
            <p:cNvSpPr/>
            <p:nvPr/>
          </p:nvSpPr>
          <p:spPr>
            <a:xfrm>
              <a:off x="2717947" y="-38508"/>
              <a:ext cx="326108" cy="326108"/>
            </a:xfrm>
            <a:custGeom>
              <a:rect b="b" l="l" r="r" t="t"/>
              <a:pathLst>
                <a:path extrusionOk="0" fill="none" h="6674" w="6674">
                  <a:moveTo>
                    <a:pt x="6674" y="0"/>
                  </a:moveTo>
                  <a:lnTo>
                    <a:pt x="1" y="6674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" name="Google Shape;49;p2"/>
            <p:cNvSpPr/>
            <p:nvPr/>
          </p:nvSpPr>
          <p:spPr>
            <a:xfrm>
              <a:off x="2677439" y="-139361"/>
              <a:ext cx="229996" cy="399646"/>
            </a:xfrm>
            <a:custGeom>
              <a:rect b="b" l="l" r="r" t="t"/>
              <a:pathLst>
                <a:path extrusionOk="0" fill="none" h="8179" w="4707">
                  <a:moveTo>
                    <a:pt x="4706" y="1"/>
                  </a:moveTo>
                  <a:lnTo>
                    <a:pt x="0" y="8178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" name="Google Shape;50;p2"/>
            <p:cNvSpPr/>
            <p:nvPr/>
          </p:nvSpPr>
          <p:spPr>
            <a:xfrm>
              <a:off x="2631264" y="-201563"/>
              <a:ext cx="118785" cy="444893"/>
            </a:xfrm>
            <a:custGeom>
              <a:rect b="b" l="l" r="r" t="t"/>
              <a:pathLst>
                <a:path extrusionOk="0" fill="none" h="9105" w="2431">
                  <a:moveTo>
                    <a:pt x="2430" y="1"/>
                  </a:moveTo>
                  <a:lnTo>
                    <a:pt x="0" y="9104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" name="Google Shape;51;p2"/>
            <p:cNvSpPr/>
            <p:nvPr/>
          </p:nvSpPr>
          <p:spPr>
            <a:xfrm>
              <a:off x="2607712" y="-215684"/>
              <a:ext cx="62251" cy="456180"/>
            </a:xfrm>
            <a:custGeom>
              <a:rect b="b" l="l" r="r" t="t"/>
              <a:pathLst>
                <a:path extrusionOk="0" fill="none" h="9336" w="1274">
                  <a:moveTo>
                    <a:pt x="1273" y="0"/>
                  </a:moveTo>
                  <a:lnTo>
                    <a:pt x="0" y="9335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" name="Google Shape;52;p2"/>
            <p:cNvSpPr/>
            <p:nvPr/>
          </p:nvSpPr>
          <p:spPr>
            <a:xfrm>
              <a:off x="2500263" y="-213779"/>
              <a:ext cx="57511" cy="457109"/>
            </a:xfrm>
            <a:custGeom>
              <a:rect b="b" l="l" r="r" t="t"/>
              <a:pathLst>
                <a:path extrusionOk="0" fill="none" h="9355" w="1177">
                  <a:moveTo>
                    <a:pt x="1" y="0"/>
                  </a:moveTo>
                  <a:lnTo>
                    <a:pt x="1177" y="9354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" name="Google Shape;53;p2"/>
            <p:cNvSpPr/>
            <p:nvPr/>
          </p:nvSpPr>
          <p:spPr>
            <a:xfrm>
              <a:off x="2337208" y="-168580"/>
              <a:ext cx="174390" cy="426961"/>
            </a:xfrm>
            <a:custGeom>
              <a:rect b="b" l="l" r="r" t="t"/>
              <a:pathLst>
                <a:path extrusionOk="0" fill="none" h="8738" w="3569">
                  <a:moveTo>
                    <a:pt x="1" y="1"/>
                  </a:moveTo>
                  <a:lnTo>
                    <a:pt x="3569" y="8738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" name="Google Shape;54;p2"/>
            <p:cNvSpPr/>
            <p:nvPr/>
          </p:nvSpPr>
          <p:spPr>
            <a:xfrm>
              <a:off x="2191157" y="-81849"/>
              <a:ext cx="279005" cy="366615"/>
            </a:xfrm>
            <a:custGeom>
              <a:rect b="b" l="l" r="r" t="t"/>
              <a:pathLst>
                <a:path extrusionOk="0" fill="none" h="7503" w="5710">
                  <a:moveTo>
                    <a:pt x="0" y="0"/>
                  </a:moveTo>
                  <a:lnTo>
                    <a:pt x="5709" y="7503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" name="Google Shape;55;p2"/>
            <p:cNvSpPr/>
            <p:nvPr/>
          </p:nvSpPr>
          <p:spPr>
            <a:xfrm>
              <a:off x="2072420" y="39722"/>
              <a:ext cx="364759" cy="281790"/>
            </a:xfrm>
            <a:custGeom>
              <a:rect b="b" l="l" r="r" t="t"/>
              <a:pathLst>
                <a:path extrusionOk="0" fill="none" h="5767" w="7465">
                  <a:moveTo>
                    <a:pt x="0" y="0"/>
                  </a:moveTo>
                  <a:lnTo>
                    <a:pt x="7464" y="5767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" name="Google Shape;56;p2"/>
            <p:cNvSpPr/>
            <p:nvPr/>
          </p:nvSpPr>
          <p:spPr>
            <a:xfrm>
              <a:off x="1989500" y="187678"/>
              <a:ext cx="425055" cy="178153"/>
            </a:xfrm>
            <a:custGeom>
              <a:rect b="b" l="l" r="r" t="t"/>
              <a:pathLst>
                <a:path extrusionOk="0" fill="none" h="3646" w="8699">
                  <a:moveTo>
                    <a:pt x="0" y="0"/>
                  </a:moveTo>
                  <a:lnTo>
                    <a:pt x="8698" y="3645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" name="Google Shape;57;p2"/>
            <p:cNvSpPr/>
            <p:nvPr/>
          </p:nvSpPr>
          <p:spPr>
            <a:xfrm>
              <a:off x="1948016" y="351662"/>
              <a:ext cx="456180" cy="62251"/>
            </a:xfrm>
            <a:custGeom>
              <a:rect b="b" l="l" r="r" t="t"/>
              <a:pathLst>
                <a:path extrusionOk="0" fill="none" h="1274" w="9336">
                  <a:moveTo>
                    <a:pt x="1" y="0"/>
                  </a:moveTo>
                  <a:lnTo>
                    <a:pt x="9335" y="1273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" name="Google Shape;58;p2"/>
            <p:cNvSpPr/>
            <p:nvPr/>
          </p:nvSpPr>
          <p:spPr>
            <a:xfrm>
              <a:off x="1949921" y="462824"/>
              <a:ext cx="457109" cy="58488"/>
            </a:xfrm>
            <a:custGeom>
              <a:rect b="b" l="l" r="r" t="t"/>
              <a:pathLst>
                <a:path extrusionOk="0" fill="none" h="1197" w="9355">
                  <a:moveTo>
                    <a:pt x="0" y="1197"/>
                  </a:moveTo>
                  <a:lnTo>
                    <a:pt x="9354" y="1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" name="Google Shape;59;p2"/>
            <p:cNvSpPr/>
            <p:nvPr/>
          </p:nvSpPr>
          <p:spPr>
            <a:xfrm>
              <a:off x="1996097" y="509977"/>
              <a:ext cx="425983" cy="174390"/>
            </a:xfrm>
            <a:custGeom>
              <a:rect b="b" l="l" r="r" t="t"/>
              <a:pathLst>
                <a:path extrusionOk="0" fill="none" h="3569" w="8718">
                  <a:moveTo>
                    <a:pt x="0" y="3568"/>
                  </a:moveTo>
                  <a:lnTo>
                    <a:pt x="8718" y="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" name="Google Shape;60;p2"/>
            <p:cNvSpPr/>
            <p:nvPr/>
          </p:nvSpPr>
          <p:spPr>
            <a:xfrm>
              <a:off x="2081851" y="551413"/>
              <a:ext cx="367593" cy="279005"/>
            </a:xfrm>
            <a:custGeom>
              <a:rect b="b" l="l" r="r" t="t"/>
              <a:pathLst>
                <a:path extrusionOk="0" fill="none" h="5710" w="7523">
                  <a:moveTo>
                    <a:pt x="0" y="5710"/>
                  </a:moveTo>
                  <a:lnTo>
                    <a:pt x="7522" y="1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" name="Google Shape;61;p2"/>
            <p:cNvSpPr/>
            <p:nvPr/>
          </p:nvSpPr>
          <p:spPr>
            <a:xfrm>
              <a:off x="2203422" y="584395"/>
              <a:ext cx="281790" cy="363830"/>
            </a:xfrm>
            <a:custGeom>
              <a:rect b="b" l="l" r="r" t="t"/>
              <a:pathLst>
                <a:path extrusionOk="0" fill="none" h="7446" w="5767">
                  <a:moveTo>
                    <a:pt x="0" y="7446"/>
                  </a:moveTo>
                  <a:lnTo>
                    <a:pt x="5767" y="1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" name="Google Shape;62;p2"/>
            <p:cNvSpPr/>
            <p:nvPr/>
          </p:nvSpPr>
          <p:spPr>
            <a:xfrm>
              <a:off x="2351378" y="607018"/>
              <a:ext cx="178153" cy="424126"/>
            </a:xfrm>
            <a:custGeom>
              <a:rect b="b" l="l" r="r" t="t"/>
              <a:pathLst>
                <a:path extrusionOk="0" fill="none" h="8680" w="3646">
                  <a:moveTo>
                    <a:pt x="0" y="8680"/>
                  </a:moveTo>
                  <a:lnTo>
                    <a:pt x="3645" y="1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" name="Google Shape;63;p2"/>
            <p:cNvSpPr/>
            <p:nvPr/>
          </p:nvSpPr>
          <p:spPr>
            <a:xfrm>
              <a:off x="2515362" y="616449"/>
              <a:ext cx="62251" cy="457109"/>
            </a:xfrm>
            <a:custGeom>
              <a:rect b="b" l="l" r="r" t="t"/>
              <a:pathLst>
                <a:path extrusionOk="0" fill="none" h="9355" w="1274">
                  <a:moveTo>
                    <a:pt x="0" y="9355"/>
                  </a:moveTo>
                  <a:lnTo>
                    <a:pt x="1273" y="1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" name="Google Shape;64;p2"/>
            <p:cNvSpPr/>
            <p:nvPr/>
          </p:nvSpPr>
          <p:spPr>
            <a:xfrm>
              <a:off x="2626524" y="614592"/>
              <a:ext cx="58488" cy="457109"/>
            </a:xfrm>
            <a:custGeom>
              <a:rect b="b" l="l" r="r" t="t"/>
              <a:pathLst>
                <a:path extrusionOk="0" fill="none" h="9355" w="1197">
                  <a:moveTo>
                    <a:pt x="1197" y="9354"/>
                  </a:moveTo>
                  <a:lnTo>
                    <a:pt x="1" y="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2"/>
            <p:cNvSpPr/>
            <p:nvPr/>
          </p:nvSpPr>
          <p:spPr>
            <a:xfrm>
              <a:off x="2673677" y="598565"/>
              <a:ext cx="174390" cy="426961"/>
            </a:xfrm>
            <a:custGeom>
              <a:rect b="b" l="l" r="r" t="t"/>
              <a:pathLst>
                <a:path extrusionOk="0" fill="none" h="8738" w="3569">
                  <a:moveTo>
                    <a:pt x="3568" y="8737"/>
                  </a:moveTo>
                  <a:lnTo>
                    <a:pt x="0" y="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" name="Google Shape;66;p2"/>
            <p:cNvSpPr/>
            <p:nvPr/>
          </p:nvSpPr>
          <p:spPr>
            <a:xfrm>
              <a:off x="2715113" y="572179"/>
              <a:ext cx="279005" cy="366615"/>
            </a:xfrm>
            <a:custGeom>
              <a:rect b="b" l="l" r="r" t="t"/>
              <a:pathLst>
                <a:path extrusionOk="0" fill="none" h="7503" w="5710">
                  <a:moveTo>
                    <a:pt x="5710" y="7503"/>
                  </a:moveTo>
                  <a:lnTo>
                    <a:pt x="1" y="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" name="Google Shape;67;p2"/>
            <p:cNvSpPr/>
            <p:nvPr/>
          </p:nvSpPr>
          <p:spPr>
            <a:xfrm>
              <a:off x="2748095" y="535386"/>
              <a:ext cx="364759" cy="281839"/>
            </a:xfrm>
            <a:custGeom>
              <a:rect b="b" l="l" r="r" t="t"/>
              <a:pathLst>
                <a:path extrusionOk="0" fill="none" h="5768" w="7465">
                  <a:moveTo>
                    <a:pt x="7465" y="5768"/>
                  </a:moveTo>
                  <a:lnTo>
                    <a:pt x="1" y="1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" name="Google Shape;68;p2"/>
            <p:cNvSpPr/>
            <p:nvPr/>
          </p:nvSpPr>
          <p:spPr>
            <a:xfrm>
              <a:off x="2770718" y="491116"/>
              <a:ext cx="424126" cy="179081"/>
            </a:xfrm>
            <a:custGeom>
              <a:rect b="b" l="l" r="r" t="t"/>
              <a:pathLst>
                <a:path extrusionOk="0" fill="none" h="3665" w="8680">
                  <a:moveTo>
                    <a:pt x="8680" y="3665"/>
                  </a:moveTo>
                  <a:lnTo>
                    <a:pt x="1" y="1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" name="Google Shape;69;p2"/>
            <p:cNvSpPr/>
            <p:nvPr/>
          </p:nvSpPr>
          <p:spPr>
            <a:xfrm>
              <a:off x="2781077" y="443035"/>
              <a:ext cx="456180" cy="62251"/>
            </a:xfrm>
            <a:custGeom>
              <a:rect b="b" l="l" r="r" t="t"/>
              <a:pathLst>
                <a:path extrusionOk="0" fill="none" h="1274" w="9336">
                  <a:moveTo>
                    <a:pt x="9336" y="1274"/>
                  </a:moveTo>
                  <a:lnTo>
                    <a:pt x="1" y="1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" name="Google Shape;70;p2"/>
            <p:cNvSpPr/>
            <p:nvPr/>
          </p:nvSpPr>
          <p:spPr>
            <a:xfrm>
              <a:off x="2778292" y="335635"/>
              <a:ext cx="457109" cy="58440"/>
            </a:xfrm>
            <a:custGeom>
              <a:rect b="b" l="l" r="r" t="t"/>
              <a:pathLst>
                <a:path extrusionOk="0" fill="none" h="1196" w="9355">
                  <a:moveTo>
                    <a:pt x="9354" y="0"/>
                  </a:moveTo>
                  <a:lnTo>
                    <a:pt x="0" y="1196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" name="Google Shape;71;p2"/>
            <p:cNvSpPr/>
            <p:nvPr/>
          </p:nvSpPr>
          <p:spPr>
            <a:xfrm>
              <a:off x="2763194" y="172579"/>
              <a:ext cx="426032" cy="174390"/>
            </a:xfrm>
            <a:custGeom>
              <a:rect b="b" l="l" r="r" t="t"/>
              <a:pathLst>
                <a:path extrusionOk="0" fill="none" h="3569" w="8719">
                  <a:moveTo>
                    <a:pt x="8718" y="1"/>
                  </a:moveTo>
                  <a:lnTo>
                    <a:pt x="1" y="3569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" name="Google Shape;72;p2"/>
            <p:cNvSpPr/>
            <p:nvPr/>
          </p:nvSpPr>
          <p:spPr>
            <a:xfrm>
              <a:off x="2735879" y="27457"/>
              <a:ext cx="366615" cy="278076"/>
            </a:xfrm>
            <a:custGeom>
              <a:rect b="b" l="l" r="r" t="t"/>
              <a:pathLst>
                <a:path extrusionOk="0" fill="none" h="5691" w="7503">
                  <a:moveTo>
                    <a:pt x="7503" y="0"/>
                  </a:moveTo>
                  <a:lnTo>
                    <a:pt x="0" y="569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" name="Google Shape;73;p2"/>
            <p:cNvSpPr/>
            <p:nvPr/>
          </p:nvSpPr>
          <p:spPr>
            <a:xfrm>
              <a:off x="2699135" y="-91280"/>
              <a:ext cx="282767" cy="364759"/>
            </a:xfrm>
            <a:custGeom>
              <a:rect b="b" l="l" r="r" t="t"/>
              <a:pathLst>
                <a:path extrusionOk="0" fill="none" h="7465" w="5787">
                  <a:moveTo>
                    <a:pt x="5786" y="0"/>
                  </a:moveTo>
                  <a:lnTo>
                    <a:pt x="0" y="7464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" name="Google Shape;74;p2"/>
            <p:cNvSpPr/>
            <p:nvPr/>
          </p:nvSpPr>
          <p:spPr>
            <a:xfrm>
              <a:off x="2655744" y="-174200"/>
              <a:ext cx="178153" cy="425055"/>
            </a:xfrm>
            <a:custGeom>
              <a:rect b="b" l="l" r="r" t="t"/>
              <a:pathLst>
                <a:path extrusionOk="0" fill="none" h="8699" w="3646">
                  <a:moveTo>
                    <a:pt x="3646" y="0"/>
                  </a:moveTo>
                  <a:lnTo>
                    <a:pt x="1" y="8698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75" name="Google Shape;75;p2"/>
          <p:cNvGrpSpPr/>
          <p:nvPr/>
        </p:nvGrpSpPr>
        <p:grpSpPr>
          <a:xfrm>
            <a:off x="8366565" y="3429220"/>
            <a:ext cx="1965289" cy="517060"/>
            <a:chOff x="3539975" y="3523525"/>
            <a:chExt cx="745925" cy="196250"/>
          </a:xfrm>
        </p:grpSpPr>
        <p:sp>
          <p:nvSpPr>
            <p:cNvPr id="76" name="Google Shape;76;p2"/>
            <p:cNvSpPr/>
            <p:nvPr/>
          </p:nvSpPr>
          <p:spPr>
            <a:xfrm>
              <a:off x="3539975" y="3523525"/>
              <a:ext cx="196250" cy="196250"/>
            </a:xfrm>
            <a:custGeom>
              <a:rect b="b" l="l" r="r" t="t"/>
              <a:pathLst>
                <a:path extrusionOk="0" fill="none" h="7850" w="785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" name="Google Shape;77;p2"/>
            <p:cNvSpPr/>
            <p:nvPr/>
          </p:nvSpPr>
          <p:spPr>
            <a:xfrm>
              <a:off x="3576625" y="3523525"/>
              <a:ext cx="196250" cy="196250"/>
            </a:xfrm>
            <a:custGeom>
              <a:rect b="b" l="l" r="r" t="t"/>
              <a:pathLst>
                <a:path extrusionOk="0" fill="none" h="7850" w="785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" name="Google Shape;78;p2"/>
            <p:cNvSpPr/>
            <p:nvPr/>
          </p:nvSpPr>
          <p:spPr>
            <a:xfrm>
              <a:off x="3613250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1" y="0"/>
                  </a:moveTo>
                  <a:lnTo>
                    <a:pt x="7851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" name="Google Shape;79;p2"/>
            <p:cNvSpPr/>
            <p:nvPr/>
          </p:nvSpPr>
          <p:spPr>
            <a:xfrm>
              <a:off x="3649900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1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" name="Google Shape;80;p2"/>
            <p:cNvSpPr/>
            <p:nvPr/>
          </p:nvSpPr>
          <p:spPr>
            <a:xfrm>
              <a:off x="3686550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" name="Google Shape;81;p2"/>
            <p:cNvSpPr/>
            <p:nvPr/>
          </p:nvSpPr>
          <p:spPr>
            <a:xfrm>
              <a:off x="3723200" y="3523525"/>
              <a:ext cx="196250" cy="196250"/>
            </a:xfrm>
            <a:custGeom>
              <a:rect b="b" l="l" r="r" t="t"/>
              <a:pathLst>
                <a:path extrusionOk="0" fill="none" h="7850" w="785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" name="Google Shape;82;p2"/>
            <p:cNvSpPr/>
            <p:nvPr/>
          </p:nvSpPr>
          <p:spPr>
            <a:xfrm>
              <a:off x="3759825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1" y="0"/>
                  </a:moveTo>
                  <a:lnTo>
                    <a:pt x="7851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" name="Google Shape;83;p2"/>
            <p:cNvSpPr/>
            <p:nvPr/>
          </p:nvSpPr>
          <p:spPr>
            <a:xfrm>
              <a:off x="3796475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1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" name="Google Shape;84;p2"/>
            <p:cNvSpPr/>
            <p:nvPr/>
          </p:nvSpPr>
          <p:spPr>
            <a:xfrm>
              <a:off x="3833125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1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" name="Google Shape;85;p2"/>
            <p:cNvSpPr/>
            <p:nvPr/>
          </p:nvSpPr>
          <p:spPr>
            <a:xfrm>
              <a:off x="3869775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" name="Google Shape;86;p2"/>
            <p:cNvSpPr/>
            <p:nvPr/>
          </p:nvSpPr>
          <p:spPr>
            <a:xfrm>
              <a:off x="3906425" y="3523525"/>
              <a:ext cx="196250" cy="196250"/>
            </a:xfrm>
            <a:custGeom>
              <a:rect b="b" l="l" r="r" t="t"/>
              <a:pathLst>
                <a:path extrusionOk="0" fill="none" h="7850" w="785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2"/>
            <p:cNvSpPr/>
            <p:nvPr/>
          </p:nvSpPr>
          <p:spPr>
            <a:xfrm>
              <a:off x="3943050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1" y="0"/>
                  </a:moveTo>
                  <a:lnTo>
                    <a:pt x="7851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" name="Google Shape;88;p2"/>
            <p:cNvSpPr/>
            <p:nvPr/>
          </p:nvSpPr>
          <p:spPr>
            <a:xfrm>
              <a:off x="3979700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1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" name="Google Shape;89;p2"/>
            <p:cNvSpPr/>
            <p:nvPr/>
          </p:nvSpPr>
          <p:spPr>
            <a:xfrm>
              <a:off x="4016350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1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" name="Google Shape;90;p2"/>
            <p:cNvSpPr/>
            <p:nvPr/>
          </p:nvSpPr>
          <p:spPr>
            <a:xfrm>
              <a:off x="4053000" y="3523525"/>
              <a:ext cx="196250" cy="196250"/>
            </a:xfrm>
            <a:custGeom>
              <a:rect b="b" l="l" r="r" t="t"/>
              <a:pathLst>
                <a:path extrusionOk="0" fill="none" h="7850" w="785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" name="Google Shape;91;p2"/>
            <p:cNvSpPr/>
            <p:nvPr/>
          </p:nvSpPr>
          <p:spPr>
            <a:xfrm>
              <a:off x="4089650" y="3523525"/>
              <a:ext cx="196250" cy="196250"/>
            </a:xfrm>
            <a:custGeom>
              <a:rect b="b" l="l" r="r" t="t"/>
              <a:pathLst>
                <a:path extrusionOk="0" fill="none" h="7850" w="785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2" name="Google Shape;92;p2"/>
          <p:cNvSpPr/>
          <p:nvPr/>
        </p:nvSpPr>
        <p:spPr>
          <a:xfrm>
            <a:off x="7796285" y="2758125"/>
            <a:ext cx="825452" cy="1673688"/>
          </a:xfrm>
          <a:custGeom>
            <a:rect b="b" l="l" r="r" t="t"/>
            <a:pathLst>
              <a:path extrusionOk="0" fill="none" h="34232" w="16883">
                <a:moveTo>
                  <a:pt x="16882" y="34232"/>
                </a:moveTo>
                <a:cubicBezTo>
                  <a:pt x="7517" y="34109"/>
                  <a:pt x="1" y="26494"/>
                  <a:pt x="1" y="17129"/>
                </a:cubicBezTo>
                <a:cubicBezTo>
                  <a:pt x="1" y="7764"/>
                  <a:pt x="7517" y="124"/>
                  <a:pt x="16882" y="1"/>
                </a:cubicBezTo>
              </a:path>
            </a:pathLst>
          </a:custGeom>
          <a:noFill/>
          <a:ln cap="flat" cmpd="sng" w="85025">
            <a:solidFill>
              <a:schemeClr val="lt1"/>
            </a:solidFill>
            <a:prstDash val="solid"/>
            <a:miter lim="24644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93" name="Google Shape;93;p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164689" y="-802375"/>
            <a:ext cx="2527512" cy="2681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" name="Google Shape;95;p3"/>
          <p:cNvPicPr preferRelativeResize="0"/>
          <p:nvPr/>
        </p:nvPicPr>
        <p:blipFill rotWithShape="1">
          <a:blip r:embed="rId2">
            <a:alphaModFix amt="60000"/>
          </a:blip>
          <a:srcRect b="0" l="40" r="30" t="0"/>
          <a:stretch/>
        </p:blipFill>
        <p:spPr>
          <a:xfrm flipH="1" rot="10800000">
            <a:off x="0" y="1"/>
            <a:ext cx="9144002" cy="5143499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3"/>
          <p:cNvSpPr txBox="1"/>
          <p:nvPr>
            <p:ph type="title"/>
          </p:nvPr>
        </p:nvSpPr>
        <p:spPr>
          <a:xfrm>
            <a:off x="1467300" y="2623376"/>
            <a:ext cx="62094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97" name="Google Shape;97;p3"/>
          <p:cNvSpPr txBox="1"/>
          <p:nvPr>
            <p:ph hasCustomPrompt="1" idx="2" type="title"/>
          </p:nvPr>
        </p:nvSpPr>
        <p:spPr>
          <a:xfrm>
            <a:off x="2748300" y="965501"/>
            <a:ext cx="3647400" cy="15999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>
                <a:solidFill>
                  <a:schemeClr val="lt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98" name="Google Shape;98;p3"/>
          <p:cNvSpPr txBox="1"/>
          <p:nvPr>
            <p:ph idx="1" type="subTitle"/>
          </p:nvPr>
        </p:nvSpPr>
        <p:spPr>
          <a:xfrm>
            <a:off x="2181900" y="3792111"/>
            <a:ext cx="4780200" cy="34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7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99" name="Google Shape;99;p3"/>
          <p:cNvPicPr preferRelativeResize="0"/>
          <p:nvPr/>
        </p:nvPicPr>
        <p:blipFill rotWithShape="1">
          <a:blip r:embed="rId3">
            <a:alphaModFix/>
          </a:blip>
          <a:srcRect b="0" l="229" r="239" t="0"/>
          <a:stretch/>
        </p:blipFill>
        <p:spPr>
          <a:xfrm flipH="1">
            <a:off x="-1227634" y="3946275"/>
            <a:ext cx="9353213" cy="268125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00" name="Google Shape;100;p3"/>
          <p:cNvGrpSpPr/>
          <p:nvPr/>
        </p:nvGrpSpPr>
        <p:grpSpPr>
          <a:xfrm flipH="1">
            <a:off x="8483181" y="4016070"/>
            <a:ext cx="283332" cy="284718"/>
            <a:chOff x="423709" y="3302025"/>
            <a:chExt cx="216416" cy="217475"/>
          </a:xfrm>
        </p:grpSpPr>
        <p:sp>
          <p:nvSpPr>
            <p:cNvPr id="101" name="Google Shape;101;p3"/>
            <p:cNvSpPr/>
            <p:nvPr/>
          </p:nvSpPr>
          <p:spPr>
            <a:xfrm>
              <a:off x="426000" y="3425950"/>
              <a:ext cx="214125" cy="93550"/>
            </a:xfrm>
            <a:custGeom>
              <a:rect b="b" l="l" r="r" t="t"/>
              <a:pathLst>
                <a:path extrusionOk="0" h="3742" w="8565">
                  <a:moveTo>
                    <a:pt x="1" y="0"/>
                  </a:moveTo>
                  <a:cubicBezTo>
                    <a:pt x="290" y="2141"/>
                    <a:pt x="2122" y="3742"/>
                    <a:pt x="4283" y="3742"/>
                  </a:cubicBezTo>
                  <a:cubicBezTo>
                    <a:pt x="6443" y="3742"/>
                    <a:pt x="8275" y="2141"/>
                    <a:pt x="856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" name="Google Shape;102;p3"/>
            <p:cNvSpPr/>
            <p:nvPr/>
          </p:nvSpPr>
          <p:spPr>
            <a:xfrm>
              <a:off x="423709" y="3302025"/>
              <a:ext cx="214125" cy="94050"/>
            </a:xfrm>
            <a:custGeom>
              <a:rect b="b" l="l" r="r" t="t"/>
              <a:pathLst>
                <a:path extrusionOk="0" h="3762" w="8565">
                  <a:moveTo>
                    <a:pt x="1" y="0"/>
                  </a:moveTo>
                  <a:cubicBezTo>
                    <a:pt x="271" y="2141"/>
                    <a:pt x="2103" y="3761"/>
                    <a:pt x="4283" y="3761"/>
                  </a:cubicBezTo>
                  <a:cubicBezTo>
                    <a:pt x="6443" y="3761"/>
                    <a:pt x="8275" y="2141"/>
                    <a:pt x="856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03" name="Google Shape;103;p3"/>
          <p:cNvGrpSpPr/>
          <p:nvPr/>
        </p:nvGrpSpPr>
        <p:grpSpPr>
          <a:xfrm flipH="1">
            <a:off x="8175513" y="140497"/>
            <a:ext cx="2019176" cy="2019176"/>
            <a:chOff x="1943325" y="-220375"/>
            <a:chExt cx="1298672" cy="1298672"/>
          </a:xfrm>
        </p:grpSpPr>
        <p:sp>
          <p:nvSpPr>
            <p:cNvPr id="104" name="Google Shape;104;p3"/>
            <p:cNvSpPr/>
            <p:nvPr/>
          </p:nvSpPr>
          <p:spPr>
            <a:xfrm>
              <a:off x="2582255" y="-220375"/>
              <a:ext cx="49" cy="460871"/>
            </a:xfrm>
            <a:custGeom>
              <a:rect b="b" l="l" r="r" t="t"/>
              <a:pathLst>
                <a:path extrusionOk="0" fill="none" h="9432" w="1">
                  <a:moveTo>
                    <a:pt x="0" y="0"/>
                  </a:moveTo>
                  <a:lnTo>
                    <a:pt x="0" y="9431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" name="Google Shape;105;p3"/>
            <p:cNvSpPr/>
            <p:nvPr/>
          </p:nvSpPr>
          <p:spPr>
            <a:xfrm>
              <a:off x="2414509" y="-195895"/>
              <a:ext cx="118785" cy="444844"/>
            </a:xfrm>
            <a:custGeom>
              <a:rect b="b" l="l" r="r" t="t"/>
              <a:pathLst>
                <a:path extrusionOk="0" fill="none" h="9104" w="2431">
                  <a:moveTo>
                    <a:pt x="0" y="1"/>
                  </a:moveTo>
                  <a:lnTo>
                    <a:pt x="2431" y="9104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" name="Google Shape;106;p3"/>
            <p:cNvSpPr/>
            <p:nvPr/>
          </p:nvSpPr>
          <p:spPr>
            <a:xfrm>
              <a:off x="2259027" y="-128024"/>
              <a:ext cx="229996" cy="398669"/>
            </a:xfrm>
            <a:custGeom>
              <a:rect b="b" l="l" r="r" t="t"/>
              <a:pathLst>
                <a:path extrusionOk="0" fill="none" h="8159" w="4707">
                  <a:moveTo>
                    <a:pt x="0" y="0"/>
                  </a:moveTo>
                  <a:lnTo>
                    <a:pt x="4706" y="8158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" name="Google Shape;107;p3"/>
            <p:cNvSpPr/>
            <p:nvPr/>
          </p:nvSpPr>
          <p:spPr>
            <a:xfrm>
              <a:off x="2126121" y="-22481"/>
              <a:ext cx="325180" cy="325180"/>
            </a:xfrm>
            <a:custGeom>
              <a:rect b="b" l="l" r="r" t="t"/>
              <a:pathLst>
                <a:path extrusionOk="0" fill="none" h="6655" w="6655">
                  <a:moveTo>
                    <a:pt x="1" y="0"/>
                  </a:moveTo>
                  <a:lnTo>
                    <a:pt x="6655" y="6654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" name="Google Shape;108;p3"/>
            <p:cNvSpPr/>
            <p:nvPr/>
          </p:nvSpPr>
          <p:spPr>
            <a:xfrm>
              <a:off x="2025317" y="113211"/>
              <a:ext cx="398669" cy="230924"/>
            </a:xfrm>
            <a:custGeom>
              <a:rect b="b" l="l" r="r" t="t"/>
              <a:pathLst>
                <a:path extrusionOk="0" fill="none" h="4726" w="8159">
                  <a:moveTo>
                    <a:pt x="0" y="1"/>
                  </a:moveTo>
                  <a:lnTo>
                    <a:pt x="8158" y="4726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" name="Google Shape;109;p3"/>
            <p:cNvSpPr/>
            <p:nvPr/>
          </p:nvSpPr>
          <p:spPr>
            <a:xfrm>
              <a:off x="1963114" y="270598"/>
              <a:ext cx="444844" cy="119713"/>
            </a:xfrm>
            <a:custGeom>
              <a:rect b="b" l="l" r="r" t="t"/>
              <a:pathLst>
                <a:path extrusionOk="0" fill="none" h="2450" w="9104">
                  <a:moveTo>
                    <a:pt x="0" y="0"/>
                  </a:moveTo>
                  <a:lnTo>
                    <a:pt x="9103" y="24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" name="Google Shape;110;p3"/>
            <p:cNvSpPr/>
            <p:nvPr/>
          </p:nvSpPr>
          <p:spPr>
            <a:xfrm>
              <a:off x="1943325" y="439273"/>
              <a:ext cx="460871" cy="49"/>
            </a:xfrm>
            <a:custGeom>
              <a:rect b="b" l="l" r="r" t="t"/>
              <a:pathLst>
                <a:path extrusionOk="0" fill="none" h="1" w="9432">
                  <a:moveTo>
                    <a:pt x="0" y="1"/>
                  </a:moveTo>
                  <a:lnTo>
                    <a:pt x="9431" y="1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" name="Google Shape;111;p3"/>
            <p:cNvSpPr/>
            <p:nvPr/>
          </p:nvSpPr>
          <p:spPr>
            <a:xfrm>
              <a:off x="1967805" y="487354"/>
              <a:ext cx="445821" cy="119713"/>
            </a:xfrm>
            <a:custGeom>
              <a:rect b="b" l="l" r="r" t="t"/>
              <a:pathLst>
                <a:path extrusionOk="0" fill="none" h="2450" w="9124">
                  <a:moveTo>
                    <a:pt x="1" y="2450"/>
                  </a:moveTo>
                  <a:lnTo>
                    <a:pt x="9123" y="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" name="Google Shape;112;p3"/>
            <p:cNvSpPr/>
            <p:nvPr/>
          </p:nvSpPr>
          <p:spPr>
            <a:xfrm>
              <a:off x="2035676" y="532600"/>
              <a:ext cx="398669" cy="229996"/>
            </a:xfrm>
            <a:custGeom>
              <a:rect b="b" l="l" r="r" t="t"/>
              <a:pathLst>
                <a:path extrusionOk="0" fill="none" h="4707" w="8159">
                  <a:moveTo>
                    <a:pt x="0" y="4706"/>
                  </a:moveTo>
                  <a:lnTo>
                    <a:pt x="8158" y="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" name="Google Shape;113;p3"/>
            <p:cNvSpPr/>
            <p:nvPr/>
          </p:nvSpPr>
          <p:spPr>
            <a:xfrm>
              <a:off x="2141219" y="569345"/>
              <a:ext cx="326108" cy="326108"/>
            </a:xfrm>
            <a:custGeom>
              <a:rect b="b" l="l" r="r" t="t"/>
              <a:pathLst>
                <a:path extrusionOk="0" fill="none" h="6674" w="6674">
                  <a:moveTo>
                    <a:pt x="0" y="6674"/>
                  </a:moveTo>
                  <a:lnTo>
                    <a:pt x="6673" y="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" name="Google Shape;114;p3"/>
            <p:cNvSpPr/>
            <p:nvPr/>
          </p:nvSpPr>
          <p:spPr>
            <a:xfrm>
              <a:off x="2277840" y="597588"/>
              <a:ext cx="229996" cy="398718"/>
            </a:xfrm>
            <a:custGeom>
              <a:rect b="b" l="l" r="r" t="t"/>
              <a:pathLst>
                <a:path extrusionOk="0" fill="none" h="8160" w="4707">
                  <a:moveTo>
                    <a:pt x="1" y="8159"/>
                  </a:moveTo>
                  <a:lnTo>
                    <a:pt x="4707" y="1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" name="Google Shape;115;p3"/>
            <p:cNvSpPr/>
            <p:nvPr/>
          </p:nvSpPr>
          <p:spPr>
            <a:xfrm>
              <a:off x="2435227" y="613615"/>
              <a:ext cx="118785" cy="444893"/>
            </a:xfrm>
            <a:custGeom>
              <a:rect b="b" l="l" r="r" t="t"/>
              <a:pathLst>
                <a:path extrusionOk="0" fill="none" h="9105" w="2431">
                  <a:moveTo>
                    <a:pt x="1" y="9104"/>
                  </a:moveTo>
                  <a:lnTo>
                    <a:pt x="2431" y="1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" name="Google Shape;116;p3"/>
            <p:cNvSpPr/>
            <p:nvPr/>
          </p:nvSpPr>
          <p:spPr>
            <a:xfrm>
              <a:off x="2602973" y="617377"/>
              <a:ext cx="49" cy="460920"/>
            </a:xfrm>
            <a:custGeom>
              <a:rect b="b" l="l" r="r" t="t"/>
              <a:pathLst>
                <a:path extrusionOk="0" fill="none" h="9433" w="1">
                  <a:moveTo>
                    <a:pt x="1" y="9432"/>
                  </a:moveTo>
                  <a:lnTo>
                    <a:pt x="1" y="1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" name="Google Shape;117;p3"/>
            <p:cNvSpPr/>
            <p:nvPr/>
          </p:nvSpPr>
          <p:spPr>
            <a:xfrm>
              <a:off x="2651982" y="607996"/>
              <a:ext cx="118785" cy="444844"/>
            </a:xfrm>
            <a:custGeom>
              <a:rect b="b" l="l" r="r" t="t"/>
              <a:pathLst>
                <a:path extrusionOk="0" fill="none" h="9104" w="2431">
                  <a:moveTo>
                    <a:pt x="2431" y="9103"/>
                  </a:moveTo>
                  <a:lnTo>
                    <a:pt x="1" y="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" name="Google Shape;118;p3"/>
            <p:cNvSpPr/>
            <p:nvPr/>
          </p:nvSpPr>
          <p:spPr>
            <a:xfrm>
              <a:off x="2696300" y="586301"/>
              <a:ext cx="229996" cy="398669"/>
            </a:xfrm>
            <a:custGeom>
              <a:rect b="b" l="l" r="r" t="t"/>
              <a:pathLst>
                <a:path extrusionOk="0" fill="none" h="8159" w="4707">
                  <a:moveTo>
                    <a:pt x="4706" y="8159"/>
                  </a:moveTo>
                  <a:lnTo>
                    <a:pt x="0" y="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" name="Google Shape;119;p3"/>
            <p:cNvSpPr/>
            <p:nvPr/>
          </p:nvSpPr>
          <p:spPr>
            <a:xfrm>
              <a:off x="2733974" y="554247"/>
              <a:ext cx="325180" cy="326108"/>
            </a:xfrm>
            <a:custGeom>
              <a:rect b="b" l="l" r="r" t="t"/>
              <a:pathLst>
                <a:path extrusionOk="0" fill="none" h="6674" w="6655">
                  <a:moveTo>
                    <a:pt x="6655" y="6674"/>
                  </a:moveTo>
                  <a:lnTo>
                    <a:pt x="1" y="1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" name="Google Shape;120;p3"/>
            <p:cNvSpPr/>
            <p:nvPr/>
          </p:nvSpPr>
          <p:spPr>
            <a:xfrm>
              <a:off x="2761288" y="513739"/>
              <a:ext cx="398718" cy="229996"/>
            </a:xfrm>
            <a:custGeom>
              <a:rect b="b" l="l" r="r" t="t"/>
              <a:pathLst>
                <a:path extrusionOk="0" fill="none" h="4707" w="8160">
                  <a:moveTo>
                    <a:pt x="8159" y="4706"/>
                  </a:moveTo>
                  <a:lnTo>
                    <a:pt x="1" y="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" name="Google Shape;121;p3"/>
            <p:cNvSpPr/>
            <p:nvPr/>
          </p:nvSpPr>
          <p:spPr>
            <a:xfrm>
              <a:off x="2777315" y="466636"/>
              <a:ext cx="444893" cy="119713"/>
            </a:xfrm>
            <a:custGeom>
              <a:rect b="b" l="l" r="r" t="t"/>
              <a:pathLst>
                <a:path extrusionOk="0" fill="none" h="2450" w="9105">
                  <a:moveTo>
                    <a:pt x="9104" y="2449"/>
                  </a:moveTo>
                  <a:lnTo>
                    <a:pt x="1" y="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" name="Google Shape;122;p3"/>
            <p:cNvSpPr/>
            <p:nvPr/>
          </p:nvSpPr>
          <p:spPr>
            <a:xfrm>
              <a:off x="2781077" y="417626"/>
              <a:ext cx="460920" cy="49"/>
            </a:xfrm>
            <a:custGeom>
              <a:rect b="b" l="l" r="r" t="t"/>
              <a:pathLst>
                <a:path extrusionOk="0" fill="none" h="1" w="9433">
                  <a:moveTo>
                    <a:pt x="9432" y="0"/>
                  </a:moveTo>
                  <a:lnTo>
                    <a:pt x="1" y="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" name="Google Shape;123;p3"/>
            <p:cNvSpPr/>
            <p:nvPr/>
          </p:nvSpPr>
          <p:spPr>
            <a:xfrm>
              <a:off x="2771696" y="249880"/>
              <a:ext cx="444844" cy="119713"/>
            </a:xfrm>
            <a:custGeom>
              <a:rect b="b" l="l" r="r" t="t"/>
              <a:pathLst>
                <a:path extrusionOk="0" fill="none" h="2450" w="9104">
                  <a:moveTo>
                    <a:pt x="9103" y="0"/>
                  </a:moveTo>
                  <a:lnTo>
                    <a:pt x="0" y="24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" name="Google Shape;124;p3"/>
            <p:cNvSpPr/>
            <p:nvPr/>
          </p:nvSpPr>
          <p:spPr>
            <a:xfrm>
              <a:off x="2750929" y="94350"/>
              <a:ext cx="398718" cy="230973"/>
            </a:xfrm>
            <a:custGeom>
              <a:rect b="b" l="l" r="r" t="t"/>
              <a:pathLst>
                <a:path extrusionOk="0" fill="none" h="4727" w="8160">
                  <a:moveTo>
                    <a:pt x="8159" y="1"/>
                  </a:moveTo>
                  <a:lnTo>
                    <a:pt x="1" y="4726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" name="Google Shape;125;p3"/>
            <p:cNvSpPr/>
            <p:nvPr/>
          </p:nvSpPr>
          <p:spPr>
            <a:xfrm>
              <a:off x="2717947" y="-38508"/>
              <a:ext cx="326108" cy="326108"/>
            </a:xfrm>
            <a:custGeom>
              <a:rect b="b" l="l" r="r" t="t"/>
              <a:pathLst>
                <a:path extrusionOk="0" fill="none" h="6674" w="6674">
                  <a:moveTo>
                    <a:pt x="6674" y="0"/>
                  </a:moveTo>
                  <a:lnTo>
                    <a:pt x="1" y="6674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" name="Google Shape;126;p3"/>
            <p:cNvSpPr/>
            <p:nvPr/>
          </p:nvSpPr>
          <p:spPr>
            <a:xfrm>
              <a:off x="2677439" y="-139361"/>
              <a:ext cx="229996" cy="399646"/>
            </a:xfrm>
            <a:custGeom>
              <a:rect b="b" l="l" r="r" t="t"/>
              <a:pathLst>
                <a:path extrusionOk="0" fill="none" h="8179" w="4707">
                  <a:moveTo>
                    <a:pt x="4706" y="1"/>
                  </a:moveTo>
                  <a:lnTo>
                    <a:pt x="0" y="8178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" name="Google Shape;127;p3"/>
            <p:cNvSpPr/>
            <p:nvPr/>
          </p:nvSpPr>
          <p:spPr>
            <a:xfrm>
              <a:off x="2631264" y="-201563"/>
              <a:ext cx="118785" cy="444893"/>
            </a:xfrm>
            <a:custGeom>
              <a:rect b="b" l="l" r="r" t="t"/>
              <a:pathLst>
                <a:path extrusionOk="0" fill="none" h="9105" w="2431">
                  <a:moveTo>
                    <a:pt x="2430" y="1"/>
                  </a:moveTo>
                  <a:lnTo>
                    <a:pt x="0" y="9104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" name="Google Shape;128;p3"/>
            <p:cNvSpPr/>
            <p:nvPr/>
          </p:nvSpPr>
          <p:spPr>
            <a:xfrm>
              <a:off x="2607712" y="-215684"/>
              <a:ext cx="62251" cy="456180"/>
            </a:xfrm>
            <a:custGeom>
              <a:rect b="b" l="l" r="r" t="t"/>
              <a:pathLst>
                <a:path extrusionOk="0" fill="none" h="9336" w="1274">
                  <a:moveTo>
                    <a:pt x="1273" y="0"/>
                  </a:moveTo>
                  <a:lnTo>
                    <a:pt x="0" y="9335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" name="Google Shape;129;p3"/>
            <p:cNvSpPr/>
            <p:nvPr/>
          </p:nvSpPr>
          <p:spPr>
            <a:xfrm>
              <a:off x="2500263" y="-213779"/>
              <a:ext cx="57511" cy="457109"/>
            </a:xfrm>
            <a:custGeom>
              <a:rect b="b" l="l" r="r" t="t"/>
              <a:pathLst>
                <a:path extrusionOk="0" fill="none" h="9355" w="1177">
                  <a:moveTo>
                    <a:pt x="1" y="0"/>
                  </a:moveTo>
                  <a:lnTo>
                    <a:pt x="1177" y="9354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" name="Google Shape;130;p3"/>
            <p:cNvSpPr/>
            <p:nvPr/>
          </p:nvSpPr>
          <p:spPr>
            <a:xfrm>
              <a:off x="2337208" y="-168580"/>
              <a:ext cx="174390" cy="426961"/>
            </a:xfrm>
            <a:custGeom>
              <a:rect b="b" l="l" r="r" t="t"/>
              <a:pathLst>
                <a:path extrusionOk="0" fill="none" h="8738" w="3569">
                  <a:moveTo>
                    <a:pt x="1" y="1"/>
                  </a:moveTo>
                  <a:lnTo>
                    <a:pt x="3569" y="8738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" name="Google Shape;131;p3"/>
            <p:cNvSpPr/>
            <p:nvPr/>
          </p:nvSpPr>
          <p:spPr>
            <a:xfrm>
              <a:off x="2191157" y="-81849"/>
              <a:ext cx="279005" cy="366615"/>
            </a:xfrm>
            <a:custGeom>
              <a:rect b="b" l="l" r="r" t="t"/>
              <a:pathLst>
                <a:path extrusionOk="0" fill="none" h="7503" w="5710">
                  <a:moveTo>
                    <a:pt x="0" y="0"/>
                  </a:moveTo>
                  <a:lnTo>
                    <a:pt x="5709" y="7503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" name="Google Shape;132;p3"/>
            <p:cNvSpPr/>
            <p:nvPr/>
          </p:nvSpPr>
          <p:spPr>
            <a:xfrm>
              <a:off x="2072420" y="39722"/>
              <a:ext cx="364759" cy="281790"/>
            </a:xfrm>
            <a:custGeom>
              <a:rect b="b" l="l" r="r" t="t"/>
              <a:pathLst>
                <a:path extrusionOk="0" fill="none" h="5767" w="7465">
                  <a:moveTo>
                    <a:pt x="0" y="0"/>
                  </a:moveTo>
                  <a:lnTo>
                    <a:pt x="7464" y="5767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" name="Google Shape;133;p3"/>
            <p:cNvSpPr/>
            <p:nvPr/>
          </p:nvSpPr>
          <p:spPr>
            <a:xfrm>
              <a:off x="1989500" y="187678"/>
              <a:ext cx="425055" cy="178153"/>
            </a:xfrm>
            <a:custGeom>
              <a:rect b="b" l="l" r="r" t="t"/>
              <a:pathLst>
                <a:path extrusionOk="0" fill="none" h="3646" w="8699">
                  <a:moveTo>
                    <a:pt x="0" y="0"/>
                  </a:moveTo>
                  <a:lnTo>
                    <a:pt x="8698" y="3645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" name="Google Shape;134;p3"/>
            <p:cNvSpPr/>
            <p:nvPr/>
          </p:nvSpPr>
          <p:spPr>
            <a:xfrm>
              <a:off x="1948016" y="351662"/>
              <a:ext cx="456180" cy="62251"/>
            </a:xfrm>
            <a:custGeom>
              <a:rect b="b" l="l" r="r" t="t"/>
              <a:pathLst>
                <a:path extrusionOk="0" fill="none" h="1274" w="9336">
                  <a:moveTo>
                    <a:pt x="1" y="0"/>
                  </a:moveTo>
                  <a:lnTo>
                    <a:pt x="9335" y="1273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" name="Google Shape;135;p3"/>
            <p:cNvSpPr/>
            <p:nvPr/>
          </p:nvSpPr>
          <p:spPr>
            <a:xfrm>
              <a:off x="1949921" y="462824"/>
              <a:ext cx="457109" cy="58488"/>
            </a:xfrm>
            <a:custGeom>
              <a:rect b="b" l="l" r="r" t="t"/>
              <a:pathLst>
                <a:path extrusionOk="0" fill="none" h="1197" w="9355">
                  <a:moveTo>
                    <a:pt x="0" y="1197"/>
                  </a:moveTo>
                  <a:lnTo>
                    <a:pt x="9354" y="1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" name="Google Shape;136;p3"/>
            <p:cNvSpPr/>
            <p:nvPr/>
          </p:nvSpPr>
          <p:spPr>
            <a:xfrm>
              <a:off x="1996097" y="509977"/>
              <a:ext cx="425983" cy="174390"/>
            </a:xfrm>
            <a:custGeom>
              <a:rect b="b" l="l" r="r" t="t"/>
              <a:pathLst>
                <a:path extrusionOk="0" fill="none" h="3569" w="8718">
                  <a:moveTo>
                    <a:pt x="0" y="3568"/>
                  </a:moveTo>
                  <a:lnTo>
                    <a:pt x="8718" y="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" name="Google Shape;137;p3"/>
            <p:cNvSpPr/>
            <p:nvPr/>
          </p:nvSpPr>
          <p:spPr>
            <a:xfrm>
              <a:off x="2081851" y="551413"/>
              <a:ext cx="367593" cy="279005"/>
            </a:xfrm>
            <a:custGeom>
              <a:rect b="b" l="l" r="r" t="t"/>
              <a:pathLst>
                <a:path extrusionOk="0" fill="none" h="5710" w="7523">
                  <a:moveTo>
                    <a:pt x="0" y="5710"/>
                  </a:moveTo>
                  <a:lnTo>
                    <a:pt x="7522" y="1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" name="Google Shape;138;p3"/>
            <p:cNvSpPr/>
            <p:nvPr/>
          </p:nvSpPr>
          <p:spPr>
            <a:xfrm>
              <a:off x="2203422" y="584395"/>
              <a:ext cx="281790" cy="363830"/>
            </a:xfrm>
            <a:custGeom>
              <a:rect b="b" l="l" r="r" t="t"/>
              <a:pathLst>
                <a:path extrusionOk="0" fill="none" h="7446" w="5767">
                  <a:moveTo>
                    <a:pt x="0" y="7446"/>
                  </a:moveTo>
                  <a:lnTo>
                    <a:pt x="5767" y="1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" name="Google Shape;139;p3"/>
            <p:cNvSpPr/>
            <p:nvPr/>
          </p:nvSpPr>
          <p:spPr>
            <a:xfrm>
              <a:off x="2351378" y="607018"/>
              <a:ext cx="178153" cy="424126"/>
            </a:xfrm>
            <a:custGeom>
              <a:rect b="b" l="l" r="r" t="t"/>
              <a:pathLst>
                <a:path extrusionOk="0" fill="none" h="8680" w="3646">
                  <a:moveTo>
                    <a:pt x="0" y="8680"/>
                  </a:moveTo>
                  <a:lnTo>
                    <a:pt x="3645" y="1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" name="Google Shape;140;p3"/>
            <p:cNvSpPr/>
            <p:nvPr/>
          </p:nvSpPr>
          <p:spPr>
            <a:xfrm>
              <a:off x="2515362" y="616449"/>
              <a:ext cx="62251" cy="457109"/>
            </a:xfrm>
            <a:custGeom>
              <a:rect b="b" l="l" r="r" t="t"/>
              <a:pathLst>
                <a:path extrusionOk="0" fill="none" h="9355" w="1274">
                  <a:moveTo>
                    <a:pt x="0" y="9355"/>
                  </a:moveTo>
                  <a:lnTo>
                    <a:pt x="1273" y="1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" name="Google Shape;141;p3"/>
            <p:cNvSpPr/>
            <p:nvPr/>
          </p:nvSpPr>
          <p:spPr>
            <a:xfrm>
              <a:off x="2626524" y="614592"/>
              <a:ext cx="58488" cy="457109"/>
            </a:xfrm>
            <a:custGeom>
              <a:rect b="b" l="l" r="r" t="t"/>
              <a:pathLst>
                <a:path extrusionOk="0" fill="none" h="9355" w="1197">
                  <a:moveTo>
                    <a:pt x="1197" y="9354"/>
                  </a:moveTo>
                  <a:lnTo>
                    <a:pt x="1" y="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" name="Google Shape;142;p3"/>
            <p:cNvSpPr/>
            <p:nvPr/>
          </p:nvSpPr>
          <p:spPr>
            <a:xfrm>
              <a:off x="2673677" y="598565"/>
              <a:ext cx="174390" cy="426961"/>
            </a:xfrm>
            <a:custGeom>
              <a:rect b="b" l="l" r="r" t="t"/>
              <a:pathLst>
                <a:path extrusionOk="0" fill="none" h="8738" w="3569">
                  <a:moveTo>
                    <a:pt x="3568" y="8737"/>
                  </a:moveTo>
                  <a:lnTo>
                    <a:pt x="0" y="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" name="Google Shape;143;p3"/>
            <p:cNvSpPr/>
            <p:nvPr/>
          </p:nvSpPr>
          <p:spPr>
            <a:xfrm>
              <a:off x="2715113" y="572179"/>
              <a:ext cx="279005" cy="366615"/>
            </a:xfrm>
            <a:custGeom>
              <a:rect b="b" l="l" r="r" t="t"/>
              <a:pathLst>
                <a:path extrusionOk="0" fill="none" h="7503" w="5710">
                  <a:moveTo>
                    <a:pt x="5710" y="7503"/>
                  </a:moveTo>
                  <a:lnTo>
                    <a:pt x="1" y="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" name="Google Shape;144;p3"/>
            <p:cNvSpPr/>
            <p:nvPr/>
          </p:nvSpPr>
          <p:spPr>
            <a:xfrm>
              <a:off x="2748095" y="535386"/>
              <a:ext cx="364759" cy="281839"/>
            </a:xfrm>
            <a:custGeom>
              <a:rect b="b" l="l" r="r" t="t"/>
              <a:pathLst>
                <a:path extrusionOk="0" fill="none" h="5768" w="7465">
                  <a:moveTo>
                    <a:pt x="7465" y="5768"/>
                  </a:moveTo>
                  <a:lnTo>
                    <a:pt x="1" y="1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" name="Google Shape;145;p3"/>
            <p:cNvSpPr/>
            <p:nvPr/>
          </p:nvSpPr>
          <p:spPr>
            <a:xfrm>
              <a:off x="2770718" y="491116"/>
              <a:ext cx="424126" cy="179081"/>
            </a:xfrm>
            <a:custGeom>
              <a:rect b="b" l="l" r="r" t="t"/>
              <a:pathLst>
                <a:path extrusionOk="0" fill="none" h="3665" w="8680">
                  <a:moveTo>
                    <a:pt x="8680" y="3665"/>
                  </a:moveTo>
                  <a:lnTo>
                    <a:pt x="1" y="1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" name="Google Shape;146;p3"/>
            <p:cNvSpPr/>
            <p:nvPr/>
          </p:nvSpPr>
          <p:spPr>
            <a:xfrm>
              <a:off x="2781077" y="443035"/>
              <a:ext cx="456180" cy="62251"/>
            </a:xfrm>
            <a:custGeom>
              <a:rect b="b" l="l" r="r" t="t"/>
              <a:pathLst>
                <a:path extrusionOk="0" fill="none" h="1274" w="9336">
                  <a:moveTo>
                    <a:pt x="9336" y="1274"/>
                  </a:moveTo>
                  <a:lnTo>
                    <a:pt x="1" y="1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" name="Google Shape;147;p3"/>
            <p:cNvSpPr/>
            <p:nvPr/>
          </p:nvSpPr>
          <p:spPr>
            <a:xfrm>
              <a:off x="2778292" y="335635"/>
              <a:ext cx="457109" cy="58440"/>
            </a:xfrm>
            <a:custGeom>
              <a:rect b="b" l="l" r="r" t="t"/>
              <a:pathLst>
                <a:path extrusionOk="0" fill="none" h="1196" w="9355">
                  <a:moveTo>
                    <a:pt x="9354" y="0"/>
                  </a:moveTo>
                  <a:lnTo>
                    <a:pt x="0" y="1196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" name="Google Shape;148;p3"/>
            <p:cNvSpPr/>
            <p:nvPr/>
          </p:nvSpPr>
          <p:spPr>
            <a:xfrm>
              <a:off x="2763194" y="172579"/>
              <a:ext cx="426032" cy="174390"/>
            </a:xfrm>
            <a:custGeom>
              <a:rect b="b" l="l" r="r" t="t"/>
              <a:pathLst>
                <a:path extrusionOk="0" fill="none" h="3569" w="8719">
                  <a:moveTo>
                    <a:pt x="8718" y="1"/>
                  </a:moveTo>
                  <a:lnTo>
                    <a:pt x="1" y="3569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" name="Google Shape;149;p3"/>
            <p:cNvSpPr/>
            <p:nvPr/>
          </p:nvSpPr>
          <p:spPr>
            <a:xfrm>
              <a:off x="2735879" y="27457"/>
              <a:ext cx="366615" cy="278076"/>
            </a:xfrm>
            <a:custGeom>
              <a:rect b="b" l="l" r="r" t="t"/>
              <a:pathLst>
                <a:path extrusionOk="0" fill="none" h="5691" w="7503">
                  <a:moveTo>
                    <a:pt x="7503" y="0"/>
                  </a:moveTo>
                  <a:lnTo>
                    <a:pt x="0" y="569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" name="Google Shape;150;p3"/>
            <p:cNvSpPr/>
            <p:nvPr/>
          </p:nvSpPr>
          <p:spPr>
            <a:xfrm>
              <a:off x="2699135" y="-91280"/>
              <a:ext cx="282767" cy="364759"/>
            </a:xfrm>
            <a:custGeom>
              <a:rect b="b" l="l" r="r" t="t"/>
              <a:pathLst>
                <a:path extrusionOk="0" fill="none" h="7465" w="5787">
                  <a:moveTo>
                    <a:pt x="5786" y="0"/>
                  </a:moveTo>
                  <a:lnTo>
                    <a:pt x="0" y="7464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" name="Google Shape;151;p3"/>
            <p:cNvSpPr/>
            <p:nvPr/>
          </p:nvSpPr>
          <p:spPr>
            <a:xfrm>
              <a:off x="2655744" y="-174200"/>
              <a:ext cx="178153" cy="425055"/>
            </a:xfrm>
            <a:custGeom>
              <a:rect b="b" l="l" r="r" t="t"/>
              <a:pathLst>
                <a:path extrusionOk="0" fill="none" h="8699" w="3646">
                  <a:moveTo>
                    <a:pt x="3646" y="0"/>
                  </a:moveTo>
                  <a:lnTo>
                    <a:pt x="1" y="8698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pic>
        <p:nvPicPr>
          <p:cNvPr id="152" name="Google Shape;152;p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flipH="1">
            <a:off x="-403499" y="-646075"/>
            <a:ext cx="2527512" cy="268125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53" name="Google Shape;153;p3"/>
          <p:cNvGrpSpPr/>
          <p:nvPr/>
        </p:nvGrpSpPr>
        <p:grpSpPr>
          <a:xfrm flipH="1">
            <a:off x="-467701" y="3429220"/>
            <a:ext cx="1965289" cy="517060"/>
            <a:chOff x="3539975" y="3523525"/>
            <a:chExt cx="745925" cy="196250"/>
          </a:xfrm>
        </p:grpSpPr>
        <p:sp>
          <p:nvSpPr>
            <p:cNvPr id="154" name="Google Shape;154;p3"/>
            <p:cNvSpPr/>
            <p:nvPr/>
          </p:nvSpPr>
          <p:spPr>
            <a:xfrm>
              <a:off x="3539975" y="3523525"/>
              <a:ext cx="196250" cy="196250"/>
            </a:xfrm>
            <a:custGeom>
              <a:rect b="b" l="l" r="r" t="t"/>
              <a:pathLst>
                <a:path extrusionOk="0" fill="none" h="7850" w="785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" name="Google Shape;155;p3"/>
            <p:cNvSpPr/>
            <p:nvPr/>
          </p:nvSpPr>
          <p:spPr>
            <a:xfrm>
              <a:off x="3576625" y="3523525"/>
              <a:ext cx="196250" cy="196250"/>
            </a:xfrm>
            <a:custGeom>
              <a:rect b="b" l="l" r="r" t="t"/>
              <a:pathLst>
                <a:path extrusionOk="0" fill="none" h="7850" w="785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" name="Google Shape;156;p3"/>
            <p:cNvSpPr/>
            <p:nvPr/>
          </p:nvSpPr>
          <p:spPr>
            <a:xfrm>
              <a:off x="3613250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1" y="0"/>
                  </a:moveTo>
                  <a:lnTo>
                    <a:pt x="7851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" name="Google Shape;157;p3"/>
            <p:cNvSpPr/>
            <p:nvPr/>
          </p:nvSpPr>
          <p:spPr>
            <a:xfrm>
              <a:off x="3649900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1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" name="Google Shape;158;p3"/>
            <p:cNvSpPr/>
            <p:nvPr/>
          </p:nvSpPr>
          <p:spPr>
            <a:xfrm>
              <a:off x="3686550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9" name="Google Shape;159;p3"/>
            <p:cNvSpPr/>
            <p:nvPr/>
          </p:nvSpPr>
          <p:spPr>
            <a:xfrm>
              <a:off x="3723200" y="3523525"/>
              <a:ext cx="196250" cy="196250"/>
            </a:xfrm>
            <a:custGeom>
              <a:rect b="b" l="l" r="r" t="t"/>
              <a:pathLst>
                <a:path extrusionOk="0" fill="none" h="7850" w="785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" name="Google Shape;160;p3"/>
            <p:cNvSpPr/>
            <p:nvPr/>
          </p:nvSpPr>
          <p:spPr>
            <a:xfrm>
              <a:off x="3759825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1" y="0"/>
                  </a:moveTo>
                  <a:lnTo>
                    <a:pt x="7851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1" name="Google Shape;161;p3"/>
            <p:cNvSpPr/>
            <p:nvPr/>
          </p:nvSpPr>
          <p:spPr>
            <a:xfrm>
              <a:off x="3796475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1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" name="Google Shape;162;p3"/>
            <p:cNvSpPr/>
            <p:nvPr/>
          </p:nvSpPr>
          <p:spPr>
            <a:xfrm>
              <a:off x="3833125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1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" name="Google Shape;163;p3"/>
            <p:cNvSpPr/>
            <p:nvPr/>
          </p:nvSpPr>
          <p:spPr>
            <a:xfrm>
              <a:off x="3869775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" name="Google Shape;164;p3"/>
            <p:cNvSpPr/>
            <p:nvPr/>
          </p:nvSpPr>
          <p:spPr>
            <a:xfrm>
              <a:off x="3906425" y="3523525"/>
              <a:ext cx="196250" cy="196250"/>
            </a:xfrm>
            <a:custGeom>
              <a:rect b="b" l="l" r="r" t="t"/>
              <a:pathLst>
                <a:path extrusionOk="0" fill="none" h="7850" w="785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" name="Google Shape;165;p3"/>
            <p:cNvSpPr/>
            <p:nvPr/>
          </p:nvSpPr>
          <p:spPr>
            <a:xfrm>
              <a:off x="3943050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1" y="0"/>
                  </a:moveTo>
                  <a:lnTo>
                    <a:pt x="7851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" name="Google Shape;166;p3"/>
            <p:cNvSpPr/>
            <p:nvPr/>
          </p:nvSpPr>
          <p:spPr>
            <a:xfrm>
              <a:off x="3979700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1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7" name="Google Shape;167;p3"/>
            <p:cNvSpPr/>
            <p:nvPr/>
          </p:nvSpPr>
          <p:spPr>
            <a:xfrm>
              <a:off x="4016350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1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" name="Google Shape;168;p3"/>
            <p:cNvSpPr/>
            <p:nvPr/>
          </p:nvSpPr>
          <p:spPr>
            <a:xfrm>
              <a:off x="4053000" y="3523525"/>
              <a:ext cx="196250" cy="196250"/>
            </a:xfrm>
            <a:custGeom>
              <a:rect b="b" l="l" r="r" t="t"/>
              <a:pathLst>
                <a:path extrusionOk="0" fill="none" h="7850" w="785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" name="Google Shape;169;p3"/>
            <p:cNvSpPr/>
            <p:nvPr/>
          </p:nvSpPr>
          <p:spPr>
            <a:xfrm>
              <a:off x="4089650" y="3523525"/>
              <a:ext cx="196250" cy="196250"/>
            </a:xfrm>
            <a:custGeom>
              <a:rect b="b" l="l" r="r" t="t"/>
              <a:pathLst>
                <a:path extrusionOk="0" fill="none" h="7850" w="785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1" name="Google Shape;171;p4"/>
          <p:cNvPicPr preferRelativeResize="0"/>
          <p:nvPr/>
        </p:nvPicPr>
        <p:blipFill rotWithShape="1">
          <a:blip r:embed="rId2">
            <a:alphaModFix amt="60000"/>
          </a:blip>
          <a:srcRect b="10" l="0" r="0" t="10"/>
          <a:stretch/>
        </p:blipFill>
        <p:spPr>
          <a:xfrm flipH="1" rot="10800000">
            <a:off x="0" y="1"/>
            <a:ext cx="9144002" cy="5143499"/>
          </a:xfrm>
          <a:prstGeom prst="rect">
            <a:avLst/>
          </a:prstGeom>
          <a:noFill/>
          <a:ln>
            <a:noFill/>
          </a:ln>
        </p:spPr>
      </p:pic>
      <p:sp>
        <p:nvSpPr>
          <p:cNvPr id="172" name="Google Shape;172;p4"/>
          <p:cNvSpPr txBox="1"/>
          <p:nvPr>
            <p:ph idx="1" type="body"/>
          </p:nvPr>
        </p:nvSpPr>
        <p:spPr>
          <a:xfrm>
            <a:off x="715550" y="1152475"/>
            <a:ext cx="7713000" cy="86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 sz="1400"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73" name="Google Shape;173;p4"/>
          <p:cNvSpPr txBox="1"/>
          <p:nvPr>
            <p:ph type="title"/>
          </p:nvPr>
        </p:nvSpPr>
        <p:spPr>
          <a:xfrm>
            <a:off x="715500" y="538250"/>
            <a:ext cx="7713000" cy="4206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900"/>
              <a:buNone/>
              <a:defRPr sz="2900">
                <a:latin typeface="Aldrich"/>
                <a:ea typeface="Aldrich"/>
                <a:cs typeface="Aldrich"/>
                <a:sym typeface="Aldrich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9pPr>
          </a:lstStyle>
          <a:p/>
        </p:txBody>
      </p:sp>
      <p:grpSp>
        <p:nvGrpSpPr>
          <p:cNvPr id="174" name="Google Shape;174;p4"/>
          <p:cNvGrpSpPr/>
          <p:nvPr/>
        </p:nvGrpSpPr>
        <p:grpSpPr>
          <a:xfrm>
            <a:off x="391864" y="4078670"/>
            <a:ext cx="289170" cy="284718"/>
            <a:chOff x="426000" y="3302025"/>
            <a:chExt cx="220875" cy="217475"/>
          </a:xfrm>
        </p:grpSpPr>
        <p:sp>
          <p:nvSpPr>
            <p:cNvPr id="175" name="Google Shape;175;p4"/>
            <p:cNvSpPr/>
            <p:nvPr/>
          </p:nvSpPr>
          <p:spPr>
            <a:xfrm>
              <a:off x="426000" y="3425950"/>
              <a:ext cx="214125" cy="93550"/>
            </a:xfrm>
            <a:custGeom>
              <a:rect b="b" l="l" r="r" t="t"/>
              <a:pathLst>
                <a:path extrusionOk="0" h="3742" w="8565">
                  <a:moveTo>
                    <a:pt x="1" y="0"/>
                  </a:moveTo>
                  <a:cubicBezTo>
                    <a:pt x="290" y="2141"/>
                    <a:pt x="2122" y="3742"/>
                    <a:pt x="4283" y="3742"/>
                  </a:cubicBezTo>
                  <a:cubicBezTo>
                    <a:pt x="6443" y="3742"/>
                    <a:pt x="8275" y="2141"/>
                    <a:pt x="856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" name="Google Shape;176;p4"/>
            <p:cNvSpPr/>
            <p:nvPr/>
          </p:nvSpPr>
          <p:spPr>
            <a:xfrm>
              <a:off x="432750" y="3302025"/>
              <a:ext cx="214125" cy="94050"/>
            </a:xfrm>
            <a:custGeom>
              <a:rect b="b" l="l" r="r" t="t"/>
              <a:pathLst>
                <a:path extrusionOk="0" h="3762" w="8565">
                  <a:moveTo>
                    <a:pt x="1" y="0"/>
                  </a:moveTo>
                  <a:cubicBezTo>
                    <a:pt x="271" y="2141"/>
                    <a:pt x="2103" y="3761"/>
                    <a:pt x="4283" y="3761"/>
                  </a:cubicBezTo>
                  <a:cubicBezTo>
                    <a:pt x="6443" y="3761"/>
                    <a:pt x="8275" y="2141"/>
                    <a:pt x="856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77" name="Google Shape;177;p4"/>
          <p:cNvGrpSpPr/>
          <p:nvPr/>
        </p:nvGrpSpPr>
        <p:grpSpPr>
          <a:xfrm>
            <a:off x="357713" y="1439175"/>
            <a:ext cx="357454" cy="956304"/>
            <a:chOff x="357713" y="600975"/>
            <a:chExt cx="357454" cy="956304"/>
          </a:xfrm>
        </p:grpSpPr>
        <p:sp>
          <p:nvSpPr>
            <p:cNvPr id="178" name="Google Shape;178;p4"/>
            <p:cNvSpPr/>
            <p:nvPr/>
          </p:nvSpPr>
          <p:spPr>
            <a:xfrm>
              <a:off x="357713" y="600975"/>
              <a:ext cx="357454" cy="357454"/>
            </a:xfrm>
            <a:custGeom>
              <a:rect b="b" l="l" r="r" t="t"/>
              <a:pathLst>
                <a:path extrusionOk="0" fill="none" h="6539" w="6539">
                  <a:moveTo>
                    <a:pt x="3954" y="367"/>
                  </a:moveTo>
                  <a:cubicBezTo>
                    <a:pt x="5535" y="752"/>
                    <a:pt x="6538" y="2353"/>
                    <a:pt x="6152" y="3954"/>
                  </a:cubicBezTo>
                  <a:cubicBezTo>
                    <a:pt x="5767" y="5535"/>
                    <a:pt x="4166" y="6538"/>
                    <a:pt x="2584" y="6153"/>
                  </a:cubicBezTo>
                  <a:cubicBezTo>
                    <a:pt x="984" y="5767"/>
                    <a:pt x="0" y="4166"/>
                    <a:pt x="366" y="2585"/>
                  </a:cubicBezTo>
                  <a:cubicBezTo>
                    <a:pt x="752" y="984"/>
                    <a:pt x="2353" y="0"/>
                    <a:pt x="3954" y="367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" name="Google Shape;179;p4"/>
            <p:cNvSpPr/>
            <p:nvPr/>
          </p:nvSpPr>
          <p:spPr>
            <a:xfrm>
              <a:off x="374549" y="819196"/>
              <a:ext cx="324765" cy="324765"/>
            </a:xfrm>
            <a:custGeom>
              <a:rect b="b" l="l" r="r" t="t"/>
              <a:pathLst>
                <a:path extrusionOk="0" fill="none" h="5941" w="5941">
                  <a:moveTo>
                    <a:pt x="5941" y="2971"/>
                  </a:moveTo>
                  <a:cubicBezTo>
                    <a:pt x="5941" y="4610"/>
                    <a:pt x="4610" y="5941"/>
                    <a:pt x="2971" y="5941"/>
                  </a:cubicBezTo>
                  <a:cubicBezTo>
                    <a:pt x="1331" y="5941"/>
                    <a:pt x="1" y="4610"/>
                    <a:pt x="1" y="2971"/>
                  </a:cubicBezTo>
                  <a:cubicBezTo>
                    <a:pt x="1" y="1331"/>
                    <a:pt x="1331" y="1"/>
                    <a:pt x="2971" y="1"/>
                  </a:cubicBezTo>
                  <a:cubicBezTo>
                    <a:pt x="4610" y="1"/>
                    <a:pt x="5941" y="1331"/>
                    <a:pt x="5941" y="2971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" name="Google Shape;180;p4"/>
            <p:cNvSpPr/>
            <p:nvPr/>
          </p:nvSpPr>
          <p:spPr>
            <a:xfrm>
              <a:off x="357713" y="997347"/>
              <a:ext cx="357454" cy="357509"/>
            </a:xfrm>
            <a:custGeom>
              <a:rect b="b" l="l" r="r" t="t"/>
              <a:pathLst>
                <a:path extrusionOk="0" fill="none" h="6540" w="6539">
                  <a:moveTo>
                    <a:pt x="3954" y="387"/>
                  </a:moveTo>
                  <a:cubicBezTo>
                    <a:pt x="5555" y="753"/>
                    <a:pt x="6538" y="2354"/>
                    <a:pt x="6152" y="3955"/>
                  </a:cubicBezTo>
                  <a:cubicBezTo>
                    <a:pt x="5767" y="5556"/>
                    <a:pt x="4166" y="6539"/>
                    <a:pt x="2584" y="6153"/>
                  </a:cubicBezTo>
                  <a:cubicBezTo>
                    <a:pt x="984" y="5787"/>
                    <a:pt x="0" y="4186"/>
                    <a:pt x="366" y="2585"/>
                  </a:cubicBezTo>
                  <a:cubicBezTo>
                    <a:pt x="752" y="985"/>
                    <a:pt x="2353" y="1"/>
                    <a:pt x="3954" y="387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" name="Google Shape;181;p4"/>
            <p:cNvSpPr/>
            <p:nvPr/>
          </p:nvSpPr>
          <p:spPr>
            <a:xfrm>
              <a:off x="358751" y="1200863"/>
              <a:ext cx="356416" cy="356416"/>
            </a:xfrm>
            <a:custGeom>
              <a:rect b="b" l="l" r="r" t="t"/>
              <a:pathLst>
                <a:path extrusionOk="0" fill="none" h="6520" w="6520">
                  <a:moveTo>
                    <a:pt x="5362" y="1158"/>
                  </a:moveTo>
                  <a:cubicBezTo>
                    <a:pt x="6519" y="2315"/>
                    <a:pt x="6519" y="4186"/>
                    <a:pt x="5362" y="5343"/>
                  </a:cubicBezTo>
                  <a:cubicBezTo>
                    <a:pt x="4186" y="6519"/>
                    <a:pt x="2315" y="6519"/>
                    <a:pt x="1157" y="5343"/>
                  </a:cubicBezTo>
                  <a:cubicBezTo>
                    <a:pt x="0" y="4186"/>
                    <a:pt x="0" y="2315"/>
                    <a:pt x="1157" y="1158"/>
                  </a:cubicBezTo>
                  <a:cubicBezTo>
                    <a:pt x="2315" y="0"/>
                    <a:pt x="4186" y="0"/>
                    <a:pt x="5362" y="1158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3" name="Google Shape;183;p5"/>
          <p:cNvPicPr preferRelativeResize="0"/>
          <p:nvPr/>
        </p:nvPicPr>
        <p:blipFill rotWithShape="1">
          <a:blip r:embed="rId2">
            <a:alphaModFix amt="60000"/>
          </a:blip>
          <a:srcRect b="0" l="40" r="30" t="0"/>
          <a:stretch/>
        </p:blipFill>
        <p:spPr>
          <a:xfrm flipH="1" rot="10800000">
            <a:off x="0" y="1"/>
            <a:ext cx="9144002" cy="5143499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Google Shape;184;p5"/>
          <p:cNvSpPr txBox="1"/>
          <p:nvPr>
            <p:ph idx="1" type="subTitle"/>
          </p:nvPr>
        </p:nvSpPr>
        <p:spPr>
          <a:xfrm>
            <a:off x="4981770" y="2451554"/>
            <a:ext cx="2281800" cy="44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100">
                <a:latin typeface="Aldrich"/>
                <a:ea typeface="Aldrich"/>
                <a:cs typeface="Aldrich"/>
                <a:sym typeface="Aldrich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5" name="Google Shape;185;p5"/>
          <p:cNvSpPr txBox="1"/>
          <p:nvPr>
            <p:ph idx="2" type="subTitle"/>
          </p:nvPr>
        </p:nvSpPr>
        <p:spPr>
          <a:xfrm>
            <a:off x="4981771" y="2964124"/>
            <a:ext cx="2281800" cy="668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6" name="Google Shape;186;p5"/>
          <p:cNvSpPr txBox="1"/>
          <p:nvPr>
            <p:ph idx="3" type="subTitle"/>
          </p:nvPr>
        </p:nvSpPr>
        <p:spPr>
          <a:xfrm>
            <a:off x="1880430" y="2451554"/>
            <a:ext cx="2281800" cy="44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100">
                <a:latin typeface="Aldrich"/>
                <a:ea typeface="Aldrich"/>
                <a:cs typeface="Aldrich"/>
                <a:sym typeface="Aldrich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7" name="Google Shape;187;p5"/>
          <p:cNvSpPr txBox="1"/>
          <p:nvPr>
            <p:ph idx="4" type="subTitle"/>
          </p:nvPr>
        </p:nvSpPr>
        <p:spPr>
          <a:xfrm>
            <a:off x="1880425" y="2964124"/>
            <a:ext cx="2281800" cy="668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8" name="Google Shape;188;p5"/>
          <p:cNvSpPr txBox="1"/>
          <p:nvPr>
            <p:ph type="title"/>
          </p:nvPr>
        </p:nvSpPr>
        <p:spPr>
          <a:xfrm>
            <a:off x="715500" y="538250"/>
            <a:ext cx="7713000" cy="4206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900"/>
              <a:buNone/>
              <a:defRPr sz="2900">
                <a:latin typeface="Aldrich"/>
                <a:ea typeface="Aldrich"/>
                <a:cs typeface="Aldrich"/>
                <a:sym typeface="Aldrich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9pPr>
          </a:lstStyle>
          <a:p/>
        </p:txBody>
      </p:sp>
      <p:pic>
        <p:nvPicPr>
          <p:cNvPr id="189" name="Google Shape;189;p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10800000">
            <a:off x="-2384751" y="3735300"/>
            <a:ext cx="9353213" cy="268125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90" name="Google Shape;190;p5"/>
          <p:cNvGrpSpPr/>
          <p:nvPr/>
        </p:nvGrpSpPr>
        <p:grpSpPr>
          <a:xfrm flipH="1" rot="10800000">
            <a:off x="400702" y="1439175"/>
            <a:ext cx="283332" cy="284718"/>
            <a:chOff x="432750" y="3302025"/>
            <a:chExt cx="216416" cy="217475"/>
          </a:xfrm>
        </p:grpSpPr>
        <p:sp>
          <p:nvSpPr>
            <p:cNvPr id="191" name="Google Shape;191;p5"/>
            <p:cNvSpPr/>
            <p:nvPr/>
          </p:nvSpPr>
          <p:spPr>
            <a:xfrm>
              <a:off x="435041" y="3425950"/>
              <a:ext cx="214125" cy="93550"/>
            </a:xfrm>
            <a:custGeom>
              <a:rect b="b" l="l" r="r" t="t"/>
              <a:pathLst>
                <a:path extrusionOk="0" h="3742" w="8565">
                  <a:moveTo>
                    <a:pt x="1" y="0"/>
                  </a:moveTo>
                  <a:cubicBezTo>
                    <a:pt x="290" y="2141"/>
                    <a:pt x="2122" y="3742"/>
                    <a:pt x="4283" y="3742"/>
                  </a:cubicBezTo>
                  <a:cubicBezTo>
                    <a:pt x="6443" y="3742"/>
                    <a:pt x="8275" y="2141"/>
                    <a:pt x="856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2" name="Google Shape;192;p5"/>
            <p:cNvSpPr/>
            <p:nvPr/>
          </p:nvSpPr>
          <p:spPr>
            <a:xfrm>
              <a:off x="432750" y="3302025"/>
              <a:ext cx="214125" cy="94050"/>
            </a:xfrm>
            <a:custGeom>
              <a:rect b="b" l="l" r="r" t="t"/>
              <a:pathLst>
                <a:path extrusionOk="0" h="3762" w="8565">
                  <a:moveTo>
                    <a:pt x="1" y="0"/>
                  </a:moveTo>
                  <a:cubicBezTo>
                    <a:pt x="271" y="2141"/>
                    <a:pt x="2103" y="3761"/>
                    <a:pt x="4283" y="3761"/>
                  </a:cubicBezTo>
                  <a:cubicBezTo>
                    <a:pt x="6443" y="3761"/>
                    <a:pt x="8275" y="2141"/>
                    <a:pt x="856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93" name="Google Shape;193;p5"/>
          <p:cNvGrpSpPr/>
          <p:nvPr/>
        </p:nvGrpSpPr>
        <p:grpSpPr>
          <a:xfrm flipH="1" rot="10800000">
            <a:off x="357713" y="2873685"/>
            <a:ext cx="357454" cy="956304"/>
            <a:chOff x="357713" y="600975"/>
            <a:chExt cx="357454" cy="956304"/>
          </a:xfrm>
        </p:grpSpPr>
        <p:sp>
          <p:nvSpPr>
            <p:cNvPr id="194" name="Google Shape;194;p5"/>
            <p:cNvSpPr/>
            <p:nvPr/>
          </p:nvSpPr>
          <p:spPr>
            <a:xfrm>
              <a:off x="357713" y="600975"/>
              <a:ext cx="357454" cy="357454"/>
            </a:xfrm>
            <a:custGeom>
              <a:rect b="b" l="l" r="r" t="t"/>
              <a:pathLst>
                <a:path extrusionOk="0" fill="none" h="6539" w="6539">
                  <a:moveTo>
                    <a:pt x="3954" y="367"/>
                  </a:moveTo>
                  <a:cubicBezTo>
                    <a:pt x="5535" y="752"/>
                    <a:pt x="6538" y="2353"/>
                    <a:pt x="6152" y="3954"/>
                  </a:cubicBezTo>
                  <a:cubicBezTo>
                    <a:pt x="5767" y="5535"/>
                    <a:pt x="4166" y="6538"/>
                    <a:pt x="2584" y="6153"/>
                  </a:cubicBezTo>
                  <a:cubicBezTo>
                    <a:pt x="984" y="5767"/>
                    <a:pt x="0" y="4166"/>
                    <a:pt x="366" y="2585"/>
                  </a:cubicBezTo>
                  <a:cubicBezTo>
                    <a:pt x="752" y="984"/>
                    <a:pt x="2353" y="0"/>
                    <a:pt x="3954" y="367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" name="Google Shape;195;p5"/>
            <p:cNvSpPr/>
            <p:nvPr/>
          </p:nvSpPr>
          <p:spPr>
            <a:xfrm>
              <a:off x="374549" y="819196"/>
              <a:ext cx="324765" cy="324765"/>
            </a:xfrm>
            <a:custGeom>
              <a:rect b="b" l="l" r="r" t="t"/>
              <a:pathLst>
                <a:path extrusionOk="0" fill="none" h="5941" w="5941">
                  <a:moveTo>
                    <a:pt x="5941" y="2971"/>
                  </a:moveTo>
                  <a:cubicBezTo>
                    <a:pt x="5941" y="4610"/>
                    <a:pt x="4610" y="5941"/>
                    <a:pt x="2971" y="5941"/>
                  </a:cubicBezTo>
                  <a:cubicBezTo>
                    <a:pt x="1331" y="5941"/>
                    <a:pt x="1" y="4610"/>
                    <a:pt x="1" y="2971"/>
                  </a:cubicBezTo>
                  <a:cubicBezTo>
                    <a:pt x="1" y="1331"/>
                    <a:pt x="1331" y="1"/>
                    <a:pt x="2971" y="1"/>
                  </a:cubicBezTo>
                  <a:cubicBezTo>
                    <a:pt x="4610" y="1"/>
                    <a:pt x="5941" y="1331"/>
                    <a:pt x="5941" y="2971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" name="Google Shape;196;p5"/>
            <p:cNvSpPr/>
            <p:nvPr/>
          </p:nvSpPr>
          <p:spPr>
            <a:xfrm>
              <a:off x="357713" y="997347"/>
              <a:ext cx="357454" cy="357509"/>
            </a:xfrm>
            <a:custGeom>
              <a:rect b="b" l="l" r="r" t="t"/>
              <a:pathLst>
                <a:path extrusionOk="0" fill="none" h="6540" w="6539">
                  <a:moveTo>
                    <a:pt x="3954" y="387"/>
                  </a:moveTo>
                  <a:cubicBezTo>
                    <a:pt x="5555" y="753"/>
                    <a:pt x="6538" y="2354"/>
                    <a:pt x="6152" y="3955"/>
                  </a:cubicBezTo>
                  <a:cubicBezTo>
                    <a:pt x="5767" y="5556"/>
                    <a:pt x="4166" y="6539"/>
                    <a:pt x="2584" y="6153"/>
                  </a:cubicBezTo>
                  <a:cubicBezTo>
                    <a:pt x="984" y="5787"/>
                    <a:pt x="0" y="4186"/>
                    <a:pt x="366" y="2585"/>
                  </a:cubicBezTo>
                  <a:cubicBezTo>
                    <a:pt x="752" y="985"/>
                    <a:pt x="2353" y="1"/>
                    <a:pt x="3954" y="387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" name="Google Shape;197;p5"/>
            <p:cNvSpPr/>
            <p:nvPr/>
          </p:nvSpPr>
          <p:spPr>
            <a:xfrm>
              <a:off x="358751" y="1200863"/>
              <a:ext cx="356416" cy="356416"/>
            </a:xfrm>
            <a:custGeom>
              <a:rect b="b" l="l" r="r" t="t"/>
              <a:pathLst>
                <a:path extrusionOk="0" fill="none" h="6520" w="6520">
                  <a:moveTo>
                    <a:pt x="5362" y="1158"/>
                  </a:moveTo>
                  <a:cubicBezTo>
                    <a:pt x="6519" y="2315"/>
                    <a:pt x="6519" y="4186"/>
                    <a:pt x="5362" y="5343"/>
                  </a:cubicBezTo>
                  <a:cubicBezTo>
                    <a:pt x="4186" y="6519"/>
                    <a:pt x="2315" y="6519"/>
                    <a:pt x="1157" y="5343"/>
                  </a:cubicBezTo>
                  <a:cubicBezTo>
                    <a:pt x="0" y="4186"/>
                    <a:pt x="0" y="2315"/>
                    <a:pt x="1157" y="1158"/>
                  </a:cubicBezTo>
                  <a:cubicBezTo>
                    <a:pt x="2315" y="0"/>
                    <a:pt x="4186" y="0"/>
                    <a:pt x="5362" y="1158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98" name="Google Shape;198;p5"/>
          <p:cNvGrpSpPr/>
          <p:nvPr/>
        </p:nvGrpSpPr>
        <p:grpSpPr>
          <a:xfrm>
            <a:off x="8013814" y="-799203"/>
            <a:ext cx="2019176" cy="2019176"/>
            <a:chOff x="1943325" y="-220375"/>
            <a:chExt cx="1298672" cy="1298672"/>
          </a:xfrm>
        </p:grpSpPr>
        <p:sp>
          <p:nvSpPr>
            <p:cNvPr id="199" name="Google Shape;199;p5"/>
            <p:cNvSpPr/>
            <p:nvPr/>
          </p:nvSpPr>
          <p:spPr>
            <a:xfrm>
              <a:off x="2582255" y="-220375"/>
              <a:ext cx="49" cy="460871"/>
            </a:xfrm>
            <a:custGeom>
              <a:rect b="b" l="l" r="r" t="t"/>
              <a:pathLst>
                <a:path extrusionOk="0" fill="none" h="9432" w="1">
                  <a:moveTo>
                    <a:pt x="0" y="0"/>
                  </a:moveTo>
                  <a:lnTo>
                    <a:pt x="0" y="9431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0" name="Google Shape;200;p5"/>
            <p:cNvSpPr/>
            <p:nvPr/>
          </p:nvSpPr>
          <p:spPr>
            <a:xfrm>
              <a:off x="2414509" y="-195895"/>
              <a:ext cx="118785" cy="444844"/>
            </a:xfrm>
            <a:custGeom>
              <a:rect b="b" l="l" r="r" t="t"/>
              <a:pathLst>
                <a:path extrusionOk="0" fill="none" h="9104" w="2431">
                  <a:moveTo>
                    <a:pt x="0" y="1"/>
                  </a:moveTo>
                  <a:lnTo>
                    <a:pt x="2431" y="9104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1" name="Google Shape;201;p5"/>
            <p:cNvSpPr/>
            <p:nvPr/>
          </p:nvSpPr>
          <p:spPr>
            <a:xfrm>
              <a:off x="2259027" y="-128024"/>
              <a:ext cx="229996" cy="398669"/>
            </a:xfrm>
            <a:custGeom>
              <a:rect b="b" l="l" r="r" t="t"/>
              <a:pathLst>
                <a:path extrusionOk="0" fill="none" h="8159" w="4707">
                  <a:moveTo>
                    <a:pt x="0" y="0"/>
                  </a:moveTo>
                  <a:lnTo>
                    <a:pt x="4706" y="8158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2" name="Google Shape;202;p5"/>
            <p:cNvSpPr/>
            <p:nvPr/>
          </p:nvSpPr>
          <p:spPr>
            <a:xfrm>
              <a:off x="2126121" y="-22481"/>
              <a:ext cx="325180" cy="325180"/>
            </a:xfrm>
            <a:custGeom>
              <a:rect b="b" l="l" r="r" t="t"/>
              <a:pathLst>
                <a:path extrusionOk="0" fill="none" h="6655" w="6655">
                  <a:moveTo>
                    <a:pt x="1" y="0"/>
                  </a:moveTo>
                  <a:lnTo>
                    <a:pt x="6655" y="6654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3" name="Google Shape;203;p5"/>
            <p:cNvSpPr/>
            <p:nvPr/>
          </p:nvSpPr>
          <p:spPr>
            <a:xfrm>
              <a:off x="2025317" y="113211"/>
              <a:ext cx="398669" cy="230924"/>
            </a:xfrm>
            <a:custGeom>
              <a:rect b="b" l="l" r="r" t="t"/>
              <a:pathLst>
                <a:path extrusionOk="0" fill="none" h="4726" w="8159">
                  <a:moveTo>
                    <a:pt x="0" y="1"/>
                  </a:moveTo>
                  <a:lnTo>
                    <a:pt x="8158" y="4726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4" name="Google Shape;204;p5"/>
            <p:cNvSpPr/>
            <p:nvPr/>
          </p:nvSpPr>
          <p:spPr>
            <a:xfrm>
              <a:off x="1963114" y="270598"/>
              <a:ext cx="444844" cy="119713"/>
            </a:xfrm>
            <a:custGeom>
              <a:rect b="b" l="l" r="r" t="t"/>
              <a:pathLst>
                <a:path extrusionOk="0" fill="none" h="2450" w="9104">
                  <a:moveTo>
                    <a:pt x="0" y="0"/>
                  </a:moveTo>
                  <a:lnTo>
                    <a:pt x="9103" y="24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5" name="Google Shape;205;p5"/>
            <p:cNvSpPr/>
            <p:nvPr/>
          </p:nvSpPr>
          <p:spPr>
            <a:xfrm>
              <a:off x="1943325" y="439273"/>
              <a:ext cx="460871" cy="49"/>
            </a:xfrm>
            <a:custGeom>
              <a:rect b="b" l="l" r="r" t="t"/>
              <a:pathLst>
                <a:path extrusionOk="0" fill="none" h="1" w="9432">
                  <a:moveTo>
                    <a:pt x="0" y="1"/>
                  </a:moveTo>
                  <a:lnTo>
                    <a:pt x="9431" y="1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6" name="Google Shape;206;p5"/>
            <p:cNvSpPr/>
            <p:nvPr/>
          </p:nvSpPr>
          <p:spPr>
            <a:xfrm>
              <a:off x="1967805" y="487354"/>
              <a:ext cx="445821" cy="119713"/>
            </a:xfrm>
            <a:custGeom>
              <a:rect b="b" l="l" r="r" t="t"/>
              <a:pathLst>
                <a:path extrusionOk="0" fill="none" h="2450" w="9124">
                  <a:moveTo>
                    <a:pt x="1" y="2450"/>
                  </a:moveTo>
                  <a:lnTo>
                    <a:pt x="9123" y="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7" name="Google Shape;207;p5"/>
            <p:cNvSpPr/>
            <p:nvPr/>
          </p:nvSpPr>
          <p:spPr>
            <a:xfrm>
              <a:off x="2035676" y="532600"/>
              <a:ext cx="398669" cy="229996"/>
            </a:xfrm>
            <a:custGeom>
              <a:rect b="b" l="l" r="r" t="t"/>
              <a:pathLst>
                <a:path extrusionOk="0" fill="none" h="4707" w="8159">
                  <a:moveTo>
                    <a:pt x="0" y="4706"/>
                  </a:moveTo>
                  <a:lnTo>
                    <a:pt x="8158" y="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8" name="Google Shape;208;p5"/>
            <p:cNvSpPr/>
            <p:nvPr/>
          </p:nvSpPr>
          <p:spPr>
            <a:xfrm>
              <a:off x="2141219" y="569345"/>
              <a:ext cx="326108" cy="326108"/>
            </a:xfrm>
            <a:custGeom>
              <a:rect b="b" l="l" r="r" t="t"/>
              <a:pathLst>
                <a:path extrusionOk="0" fill="none" h="6674" w="6674">
                  <a:moveTo>
                    <a:pt x="0" y="6674"/>
                  </a:moveTo>
                  <a:lnTo>
                    <a:pt x="6673" y="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9" name="Google Shape;209;p5"/>
            <p:cNvSpPr/>
            <p:nvPr/>
          </p:nvSpPr>
          <p:spPr>
            <a:xfrm>
              <a:off x="2277840" y="597588"/>
              <a:ext cx="229996" cy="398718"/>
            </a:xfrm>
            <a:custGeom>
              <a:rect b="b" l="l" r="r" t="t"/>
              <a:pathLst>
                <a:path extrusionOk="0" fill="none" h="8160" w="4707">
                  <a:moveTo>
                    <a:pt x="1" y="8159"/>
                  </a:moveTo>
                  <a:lnTo>
                    <a:pt x="4707" y="1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0" name="Google Shape;210;p5"/>
            <p:cNvSpPr/>
            <p:nvPr/>
          </p:nvSpPr>
          <p:spPr>
            <a:xfrm>
              <a:off x="2435227" y="613615"/>
              <a:ext cx="118785" cy="444893"/>
            </a:xfrm>
            <a:custGeom>
              <a:rect b="b" l="l" r="r" t="t"/>
              <a:pathLst>
                <a:path extrusionOk="0" fill="none" h="9105" w="2431">
                  <a:moveTo>
                    <a:pt x="1" y="9104"/>
                  </a:moveTo>
                  <a:lnTo>
                    <a:pt x="2431" y="1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1" name="Google Shape;211;p5"/>
            <p:cNvSpPr/>
            <p:nvPr/>
          </p:nvSpPr>
          <p:spPr>
            <a:xfrm>
              <a:off x="2602973" y="617377"/>
              <a:ext cx="49" cy="460920"/>
            </a:xfrm>
            <a:custGeom>
              <a:rect b="b" l="l" r="r" t="t"/>
              <a:pathLst>
                <a:path extrusionOk="0" fill="none" h="9433" w="1">
                  <a:moveTo>
                    <a:pt x="1" y="9432"/>
                  </a:moveTo>
                  <a:lnTo>
                    <a:pt x="1" y="1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2" name="Google Shape;212;p5"/>
            <p:cNvSpPr/>
            <p:nvPr/>
          </p:nvSpPr>
          <p:spPr>
            <a:xfrm>
              <a:off x="2651982" y="607996"/>
              <a:ext cx="118785" cy="444844"/>
            </a:xfrm>
            <a:custGeom>
              <a:rect b="b" l="l" r="r" t="t"/>
              <a:pathLst>
                <a:path extrusionOk="0" fill="none" h="9104" w="2431">
                  <a:moveTo>
                    <a:pt x="2431" y="9103"/>
                  </a:moveTo>
                  <a:lnTo>
                    <a:pt x="1" y="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3" name="Google Shape;213;p5"/>
            <p:cNvSpPr/>
            <p:nvPr/>
          </p:nvSpPr>
          <p:spPr>
            <a:xfrm>
              <a:off x="2696300" y="586301"/>
              <a:ext cx="229996" cy="398669"/>
            </a:xfrm>
            <a:custGeom>
              <a:rect b="b" l="l" r="r" t="t"/>
              <a:pathLst>
                <a:path extrusionOk="0" fill="none" h="8159" w="4707">
                  <a:moveTo>
                    <a:pt x="4706" y="8159"/>
                  </a:moveTo>
                  <a:lnTo>
                    <a:pt x="0" y="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4" name="Google Shape;214;p5"/>
            <p:cNvSpPr/>
            <p:nvPr/>
          </p:nvSpPr>
          <p:spPr>
            <a:xfrm>
              <a:off x="2733974" y="554247"/>
              <a:ext cx="325180" cy="326108"/>
            </a:xfrm>
            <a:custGeom>
              <a:rect b="b" l="l" r="r" t="t"/>
              <a:pathLst>
                <a:path extrusionOk="0" fill="none" h="6674" w="6655">
                  <a:moveTo>
                    <a:pt x="6655" y="6674"/>
                  </a:moveTo>
                  <a:lnTo>
                    <a:pt x="1" y="1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5" name="Google Shape;215;p5"/>
            <p:cNvSpPr/>
            <p:nvPr/>
          </p:nvSpPr>
          <p:spPr>
            <a:xfrm>
              <a:off x="2761288" y="513739"/>
              <a:ext cx="398718" cy="229996"/>
            </a:xfrm>
            <a:custGeom>
              <a:rect b="b" l="l" r="r" t="t"/>
              <a:pathLst>
                <a:path extrusionOk="0" fill="none" h="4707" w="8160">
                  <a:moveTo>
                    <a:pt x="8159" y="4706"/>
                  </a:moveTo>
                  <a:lnTo>
                    <a:pt x="1" y="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6" name="Google Shape;216;p5"/>
            <p:cNvSpPr/>
            <p:nvPr/>
          </p:nvSpPr>
          <p:spPr>
            <a:xfrm>
              <a:off x="2777315" y="466636"/>
              <a:ext cx="444893" cy="119713"/>
            </a:xfrm>
            <a:custGeom>
              <a:rect b="b" l="l" r="r" t="t"/>
              <a:pathLst>
                <a:path extrusionOk="0" fill="none" h="2450" w="9105">
                  <a:moveTo>
                    <a:pt x="9104" y="2449"/>
                  </a:moveTo>
                  <a:lnTo>
                    <a:pt x="1" y="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7" name="Google Shape;217;p5"/>
            <p:cNvSpPr/>
            <p:nvPr/>
          </p:nvSpPr>
          <p:spPr>
            <a:xfrm>
              <a:off x="2781077" y="417626"/>
              <a:ext cx="460920" cy="49"/>
            </a:xfrm>
            <a:custGeom>
              <a:rect b="b" l="l" r="r" t="t"/>
              <a:pathLst>
                <a:path extrusionOk="0" fill="none" h="1" w="9433">
                  <a:moveTo>
                    <a:pt x="9432" y="0"/>
                  </a:moveTo>
                  <a:lnTo>
                    <a:pt x="1" y="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8" name="Google Shape;218;p5"/>
            <p:cNvSpPr/>
            <p:nvPr/>
          </p:nvSpPr>
          <p:spPr>
            <a:xfrm>
              <a:off x="2771696" y="249880"/>
              <a:ext cx="444844" cy="119713"/>
            </a:xfrm>
            <a:custGeom>
              <a:rect b="b" l="l" r="r" t="t"/>
              <a:pathLst>
                <a:path extrusionOk="0" fill="none" h="2450" w="9104">
                  <a:moveTo>
                    <a:pt x="9103" y="0"/>
                  </a:moveTo>
                  <a:lnTo>
                    <a:pt x="0" y="24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9" name="Google Shape;219;p5"/>
            <p:cNvSpPr/>
            <p:nvPr/>
          </p:nvSpPr>
          <p:spPr>
            <a:xfrm>
              <a:off x="2750929" y="94350"/>
              <a:ext cx="398718" cy="230973"/>
            </a:xfrm>
            <a:custGeom>
              <a:rect b="b" l="l" r="r" t="t"/>
              <a:pathLst>
                <a:path extrusionOk="0" fill="none" h="4727" w="8160">
                  <a:moveTo>
                    <a:pt x="8159" y="1"/>
                  </a:moveTo>
                  <a:lnTo>
                    <a:pt x="1" y="4726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0" name="Google Shape;220;p5"/>
            <p:cNvSpPr/>
            <p:nvPr/>
          </p:nvSpPr>
          <p:spPr>
            <a:xfrm>
              <a:off x="2717947" y="-38508"/>
              <a:ext cx="326108" cy="326108"/>
            </a:xfrm>
            <a:custGeom>
              <a:rect b="b" l="l" r="r" t="t"/>
              <a:pathLst>
                <a:path extrusionOk="0" fill="none" h="6674" w="6674">
                  <a:moveTo>
                    <a:pt x="6674" y="0"/>
                  </a:moveTo>
                  <a:lnTo>
                    <a:pt x="1" y="6674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1" name="Google Shape;221;p5"/>
            <p:cNvSpPr/>
            <p:nvPr/>
          </p:nvSpPr>
          <p:spPr>
            <a:xfrm>
              <a:off x="2677439" y="-139361"/>
              <a:ext cx="229996" cy="399646"/>
            </a:xfrm>
            <a:custGeom>
              <a:rect b="b" l="l" r="r" t="t"/>
              <a:pathLst>
                <a:path extrusionOk="0" fill="none" h="8179" w="4707">
                  <a:moveTo>
                    <a:pt x="4706" y="1"/>
                  </a:moveTo>
                  <a:lnTo>
                    <a:pt x="0" y="8178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2" name="Google Shape;222;p5"/>
            <p:cNvSpPr/>
            <p:nvPr/>
          </p:nvSpPr>
          <p:spPr>
            <a:xfrm>
              <a:off x="2631264" y="-201563"/>
              <a:ext cx="118785" cy="444893"/>
            </a:xfrm>
            <a:custGeom>
              <a:rect b="b" l="l" r="r" t="t"/>
              <a:pathLst>
                <a:path extrusionOk="0" fill="none" h="9105" w="2431">
                  <a:moveTo>
                    <a:pt x="2430" y="1"/>
                  </a:moveTo>
                  <a:lnTo>
                    <a:pt x="0" y="9104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3" name="Google Shape;223;p5"/>
            <p:cNvSpPr/>
            <p:nvPr/>
          </p:nvSpPr>
          <p:spPr>
            <a:xfrm>
              <a:off x="2607712" y="-215684"/>
              <a:ext cx="62251" cy="456180"/>
            </a:xfrm>
            <a:custGeom>
              <a:rect b="b" l="l" r="r" t="t"/>
              <a:pathLst>
                <a:path extrusionOk="0" fill="none" h="9336" w="1274">
                  <a:moveTo>
                    <a:pt x="1273" y="0"/>
                  </a:moveTo>
                  <a:lnTo>
                    <a:pt x="0" y="9335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4" name="Google Shape;224;p5"/>
            <p:cNvSpPr/>
            <p:nvPr/>
          </p:nvSpPr>
          <p:spPr>
            <a:xfrm>
              <a:off x="2500263" y="-213779"/>
              <a:ext cx="57511" cy="457109"/>
            </a:xfrm>
            <a:custGeom>
              <a:rect b="b" l="l" r="r" t="t"/>
              <a:pathLst>
                <a:path extrusionOk="0" fill="none" h="9355" w="1177">
                  <a:moveTo>
                    <a:pt x="1" y="0"/>
                  </a:moveTo>
                  <a:lnTo>
                    <a:pt x="1177" y="9354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5" name="Google Shape;225;p5"/>
            <p:cNvSpPr/>
            <p:nvPr/>
          </p:nvSpPr>
          <p:spPr>
            <a:xfrm>
              <a:off x="2337208" y="-168580"/>
              <a:ext cx="174390" cy="426961"/>
            </a:xfrm>
            <a:custGeom>
              <a:rect b="b" l="l" r="r" t="t"/>
              <a:pathLst>
                <a:path extrusionOk="0" fill="none" h="8738" w="3569">
                  <a:moveTo>
                    <a:pt x="1" y="1"/>
                  </a:moveTo>
                  <a:lnTo>
                    <a:pt x="3569" y="8738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6" name="Google Shape;226;p5"/>
            <p:cNvSpPr/>
            <p:nvPr/>
          </p:nvSpPr>
          <p:spPr>
            <a:xfrm>
              <a:off x="2191157" y="-81849"/>
              <a:ext cx="279005" cy="366615"/>
            </a:xfrm>
            <a:custGeom>
              <a:rect b="b" l="l" r="r" t="t"/>
              <a:pathLst>
                <a:path extrusionOk="0" fill="none" h="7503" w="5710">
                  <a:moveTo>
                    <a:pt x="0" y="0"/>
                  </a:moveTo>
                  <a:lnTo>
                    <a:pt x="5709" y="7503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7" name="Google Shape;227;p5"/>
            <p:cNvSpPr/>
            <p:nvPr/>
          </p:nvSpPr>
          <p:spPr>
            <a:xfrm>
              <a:off x="2072420" y="39722"/>
              <a:ext cx="364759" cy="281790"/>
            </a:xfrm>
            <a:custGeom>
              <a:rect b="b" l="l" r="r" t="t"/>
              <a:pathLst>
                <a:path extrusionOk="0" fill="none" h="5767" w="7465">
                  <a:moveTo>
                    <a:pt x="0" y="0"/>
                  </a:moveTo>
                  <a:lnTo>
                    <a:pt x="7464" y="5767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8" name="Google Shape;228;p5"/>
            <p:cNvSpPr/>
            <p:nvPr/>
          </p:nvSpPr>
          <p:spPr>
            <a:xfrm>
              <a:off x="1989500" y="187678"/>
              <a:ext cx="425055" cy="178153"/>
            </a:xfrm>
            <a:custGeom>
              <a:rect b="b" l="l" r="r" t="t"/>
              <a:pathLst>
                <a:path extrusionOk="0" fill="none" h="3646" w="8699">
                  <a:moveTo>
                    <a:pt x="0" y="0"/>
                  </a:moveTo>
                  <a:lnTo>
                    <a:pt x="8698" y="3645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9" name="Google Shape;229;p5"/>
            <p:cNvSpPr/>
            <p:nvPr/>
          </p:nvSpPr>
          <p:spPr>
            <a:xfrm>
              <a:off x="1948016" y="351662"/>
              <a:ext cx="456180" cy="62251"/>
            </a:xfrm>
            <a:custGeom>
              <a:rect b="b" l="l" r="r" t="t"/>
              <a:pathLst>
                <a:path extrusionOk="0" fill="none" h="1274" w="9336">
                  <a:moveTo>
                    <a:pt x="1" y="0"/>
                  </a:moveTo>
                  <a:lnTo>
                    <a:pt x="9335" y="1273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0" name="Google Shape;230;p5"/>
            <p:cNvSpPr/>
            <p:nvPr/>
          </p:nvSpPr>
          <p:spPr>
            <a:xfrm>
              <a:off x="1949921" y="462824"/>
              <a:ext cx="457109" cy="58488"/>
            </a:xfrm>
            <a:custGeom>
              <a:rect b="b" l="l" r="r" t="t"/>
              <a:pathLst>
                <a:path extrusionOk="0" fill="none" h="1197" w="9355">
                  <a:moveTo>
                    <a:pt x="0" y="1197"/>
                  </a:moveTo>
                  <a:lnTo>
                    <a:pt x="9354" y="1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1" name="Google Shape;231;p5"/>
            <p:cNvSpPr/>
            <p:nvPr/>
          </p:nvSpPr>
          <p:spPr>
            <a:xfrm>
              <a:off x="1996097" y="509977"/>
              <a:ext cx="425983" cy="174390"/>
            </a:xfrm>
            <a:custGeom>
              <a:rect b="b" l="l" r="r" t="t"/>
              <a:pathLst>
                <a:path extrusionOk="0" fill="none" h="3569" w="8718">
                  <a:moveTo>
                    <a:pt x="0" y="3568"/>
                  </a:moveTo>
                  <a:lnTo>
                    <a:pt x="8718" y="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2" name="Google Shape;232;p5"/>
            <p:cNvSpPr/>
            <p:nvPr/>
          </p:nvSpPr>
          <p:spPr>
            <a:xfrm>
              <a:off x="2081851" y="551413"/>
              <a:ext cx="367593" cy="279005"/>
            </a:xfrm>
            <a:custGeom>
              <a:rect b="b" l="l" r="r" t="t"/>
              <a:pathLst>
                <a:path extrusionOk="0" fill="none" h="5710" w="7523">
                  <a:moveTo>
                    <a:pt x="0" y="5710"/>
                  </a:moveTo>
                  <a:lnTo>
                    <a:pt x="7522" y="1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3" name="Google Shape;233;p5"/>
            <p:cNvSpPr/>
            <p:nvPr/>
          </p:nvSpPr>
          <p:spPr>
            <a:xfrm>
              <a:off x="2203422" y="584395"/>
              <a:ext cx="281790" cy="363830"/>
            </a:xfrm>
            <a:custGeom>
              <a:rect b="b" l="l" r="r" t="t"/>
              <a:pathLst>
                <a:path extrusionOk="0" fill="none" h="7446" w="5767">
                  <a:moveTo>
                    <a:pt x="0" y="7446"/>
                  </a:moveTo>
                  <a:lnTo>
                    <a:pt x="5767" y="1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4" name="Google Shape;234;p5"/>
            <p:cNvSpPr/>
            <p:nvPr/>
          </p:nvSpPr>
          <p:spPr>
            <a:xfrm>
              <a:off x="2351378" y="607018"/>
              <a:ext cx="178153" cy="424126"/>
            </a:xfrm>
            <a:custGeom>
              <a:rect b="b" l="l" r="r" t="t"/>
              <a:pathLst>
                <a:path extrusionOk="0" fill="none" h="8680" w="3646">
                  <a:moveTo>
                    <a:pt x="0" y="8680"/>
                  </a:moveTo>
                  <a:lnTo>
                    <a:pt x="3645" y="1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5" name="Google Shape;235;p5"/>
            <p:cNvSpPr/>
            <p:nvPr/>
          </p:nvSpPr>
          <p:spPr>
            <a:xfrm>
              <a:off x="2515362" y="616449"/>
              <a:ext cx="62251" cy="457109"/>
            </a:xfrm>
            <a:custGeom>
              <a:rect b="b" l="l" r="r" t="t"/>
              <a:pathLst>
                <a:path extrusionOk="0" fill="none" h="9355" w="1274">
                  <a:moveTo>
                    <a:pt x="0" y="9355"/>
                  </a:moveTo>
                  <a:lnTo>
                    <a:pt x="1273" y="1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6" name="Google Shape;236;p5"/>
            <p:cNvSpPr/>
            <p:nvPr/>
          </p:nvSpPr>
          <p:spPr>
            <a:xfrm>
              <a:off x="2626524" y="614592"/>
              <a:ext cx="58488" cy="457109"/>
            </a:xfrm>
            <a:custGeom>
              <a:rect b="b" l="l" r="r" t="t"/>
              <a:pathLst>
                <a:path extrusionOk="0" fill="none" h="9355" w="1197">
                  <a:moveTo>
                    <a:pt x="1197" y="9354"/>
                  </a:moveTo>
                  <a:lnTo>
                    <a:pt x="1" y="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7" name="Google Shape;237;p5"/>
            <p:cNvSpPr/>
            <p:nvPr/>
          </p:nvSpPr>
          <p:spPr>
            <a:xfrm>
              <a:off x="2673677" y="598565"/>
              <a:ext cx="174390" cy="426961"/>
            </a:xfrm>
            <a:custGeom>
              <a:rect b="b" l="l" r="r" t="t"/>
              <a:pathLst>
                <a:path extrusionOk="0" fill="none" h="8738" w="3569">
                  <a:moveTo>
                    <a:pt x="3568" y="8737"/>
                  </a:moveTo>
                  <a:lnTo>
                    <a:pt x="0" y="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8" name="Google Shape;238;p5"/>
            <p:cNvSpPr/>
            <p:nvPr/>
          </p:nvSpPr>
          <p:spPr>
            <a:xfrm>
              <a:off x="2715113" y="572179"/>
              <a:ext cx="279005" cy="366615"/>
            </a:xfrm>
            <a:custGeom>
              <a:rect b="b" l="l" r="r" t="t"/>
              <a:pathLst>
                <a:path extrusionOk="0" fill="none" h="7503" w="5710">
                  <a:moveTo>
                    <a:pt x="5710" y="7503"/>
                  </a:moveTo>
                  <a:lnTo>
                    <a:pt x="1" y="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9" name="Google Shape;239;p5"/>
            <p:cNvSpPr/>
            <p:nvPr/>
          </p:nvSpPr>
          <p:spPr>
            <a:xfrm>
              <a:off x="2748095" y="535386"/>
              <a:ext cx="364759" cy="281839"/>
            </a:xfrm>
            <a:custGeom>
              <a:rect b="b" l="l" r="r" t="t"/>
              <a:pathLst>
                <a:path extrusionOk="0" fill="none" h="5768" w="7465">
                  <a:moveTo>
                    <a:pt x="7465" y="5768"/>
                  </a:moveTo>
                  <a:lnTo>
                    <a:pt x="1" y="1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0" name="Google Shape;240;p5"/>
            <p:cNvSpPr/>
            <p:nvPr/>
          </p:nvSpPr>
          <p:spPr>
            <a:xfrm>
              <a:off x="2770718" y="491116"/>
              <a:ext cx="424126" cy="179081"/>
            </a:xfrm>
            <a:custGeom>
              <a:rect b="b" l="l" r="r" t="t"/>
              <a:pathLst>
                <a:path extrusionOk="0" fill="none" h="3665" w="8680">
                  <a:moveTo>
                    <a:pt x="8680" y="3665"/>
                  </a:moveTo>
                  <a:lnTo>
                    <a:pt x="1" y="1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1" name="Google Shape;241;p5"/>
            <p:cNvSpPr/>
            <p:nvPr/>
          </p:nvSpPr>
          <p:spPr>
            <a:xfrm>
              <a:off x="2781077" y="443035"/>
              <a:ext cx="456180" cy="62251"/>
            </a:xfrm>
            <a:custGeom>
              <a:rect b="b" l="l" r="r" t="t"/>
              <a:pathLst>
                <a:path extrusionOk="0" fill="none" h="1274" w="9336">
                  <a:moveTo>
                    <a:pt x="9336" y="1274"/>
                  </a:moveTo>
                  <a:lnTo>
                    <a:pt x="1" y="1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2" name="Google Shape;242;p5"/>
            <p:cNvSpPr/>
            <p:nvPr/>
          </p:nvSpPr>
          <p:spPr>
            <a:xfrm>
              <a:off x="2778292" y="335635"/>
              <a:ext cx="457109" cy="58440"/>
            </a:xfrm>
            <a:custGeom>
              <a:rect b="b" l="l" r="r" t="t"/>
              <a:pathLst>
                <a:path extrusionOk="0" fill="none" h="1196" w="9355">
                  <a:moveTo>
                    <a:pt x="9354" y="0"/>
                  </a:moveTo>
                  <a:lnTo>
                    <a:pt x="0" y="1196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3" name="Google Shape;243;p5"/>
            <p:cNvSpPr/>
            <p:nvPr/>
          </p:nvSpPr>
          <p:spPr>
            <a:xfrm>
              <a:off x="2763194" y="172579"/>
              <a:ext cx="426032" cy="174390"/>
            </a:xfrm>
            <a:custGeom>
              <a:rect b="b" l="l" r="r" t="t"/>
              <a:pathLst>
                <a:path extrusionOk="0" fill="none" h="3569" w="8719">
                  <a:moveTo>
                    <a:pt x="8718" y="1"/>
                  </a:moveTo>
                  <a:lnTo>
                    <a:pt x="1" y="3569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4" name="Google Shape;244;p5"/>
            <p:cNvSpPr/>
            <p:nvPr/>
          </p:nvSpPr>
          <p:spPr>
            <a:xfrm>
              <a:off x="2735879" y="27457"/>
              <a:ext cx="366615" cy="278076"/>
            </a:xfrm>
            <a:custGeom>
              <a:rect b="b" l="l" r="r" t="t"/>
              <a:pathLst>
                <a:path extrusionOk="0" fill="none" h="5691" w="7503">
                  <a:moveTo>
                    <a:pt x="7503" y="0"/>
                  </a:moveTo>
                  <a:lnTo>
                    <a:pt x="0" y="569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5" name="Google Shape;245;p5"/>
            <p:cNvSpPr/>
            <p:nvPr/>
          </p:nvSpPr>
          <p:spPr>
            <a:xfrm>
              <a:off x="2699135" y="-91280"/>
              <a:ext cx="282767" cy="364759"/>
            </a:xfrm>
            <a:custGeom>
              <a:rect b="b" l="l" r="r" t="t"/>
              <a:pathLst>
                <a:path extrusionOk="0" fill="none" h="7465" w="5787">
                  <a:moveTo>
                    <a:pt x="5786" y="0"/>
                  </a:moveTo>
                  <a:lnTo>
                    <a:pt x="0" y="7464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6" name="Google Shape;246;p5"/>
            <p:cNvSpPr/>
            <p:nvPr/>
          </p:nvSpPr>
          <p:spPr>
            <a:xfrm>
              <a:off x="2655744" y="-174200"/>
              <a:ext cx="178153" cy="425055"/>
            </a:xfrm>
            <a:custGeom>
              <a:rect b="b" l="l" r="r" t="t"/>
              <a:pathLst>
                <a:path extrusionOk="0" fill="none" h="8699" w="3646">
                  <a:moveTo>
                    <a:pt x="3646" y="0"/>
                  </a:moveTo>
                  <a:lnTo>
                    <a:pt x="1" y="8698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47" name="Google Shape;247;p5"/>
          <p:cNvGrpSpPr/>
          <p:nvPr/>
        </p:nvGrpSpPr>
        <p:grpSpPr>
          <a:xfrm>
            <a:off x="8366565" y="3429220"/>
            <a:ext cx="1965289" cy="517060"/>
            <a:chOff x="3539975" y="3523525"/>
            <a:chExt cx="745925" cy="196250"/>
          </a:xfrm>
        </p:grpSpPr>
        <p:sp>
          <p:nvSpPr>
            <p:cNvPr id="248" name="Google Shape;248;p5"/>
            <p:cNvSpPr/>
            <p:nvPr/>
          </p:nvSpPr>
          <p:spPr>
            <a:xfrm>
              <a:off x="3539975" y="3523525"/>
              <a:ext cx="196250" cy="196250"/>
            </a:xfrm>
            <a:custGeom>
              <a:rect b="b" l="l" r="r" t="t"/>
              <a:pathLst>
                <a:path extrusionOk="0" fill="none" h="7850" w="785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9" name="Google Shape;249;p5"/>
            <p:cNvSpPr/>
            <p:nvPr/>
          </p:nvSpPr>
          <p:spPr>
            <a:xfrm>
              <a:off x="3576625" y="3523525"/>
              <a:ext cx="196250" cy="196250"/>
            </a:xfrm>
            <a:custGeom>
              <a:rect b="b" l="l" r="r" t="t"/>
              <a:pathLst>
                <a:path extrusionOk="0" fill="none" h="7850" w="785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0" name="Google Shape;250;p5"/>
            <p:cNvSpPr/>
            <p:nvPr/>
          </p:nvSpPr>
          <p:spPr>
            <a:xfrm>
              <a:off x="3613250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1" y="0"/>
                  </a:moveTo>
                  <a:lnTo>
                    <a:pt x="7851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1" name="Google Shape;251;p5"/>
            <p:cNvSpPr/>
            <p:nvPr/>
          </p:nvSpPr>
          <p:spPr>
            <a:xfrm>
              <a:off x="3649900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1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2" name="Google Shape;252;p5"/>
            <p:cNvSpPr/>
            <p:nvPr/>
          </p:nvSpPr>
          <p:spPr>
            <a:xfrm>
              <a:off x="3686550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3" name="Google Shape;253;p5"/>
            <p:cNvSpPr/>
            <p:nvPr/>
          </p:nvSpPr>
          <p:spPr>
            <a:xfrm>
              <a:off x="3723200" y="3523525"/>
              <a:ext cx="196250" cy="196250"/>
            </a:xfrm>
            <a:custGeom>
              <a:rect b="b" l="l" r="r" t="t"/>
              <a:pathLst>
                <a:path extrusionOk="0" fill="none" h="7850" w="785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4" name="Google Shape;254;p5"/>
            <p:cNvSpPr/>
            <p:nvPr/>
          </p:nvSpPr>
          <p:spPr>
            <a:xfrm>
              <a:off x="3759825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1" y="0"/>
                  </a:moveTo>
                  <a:lnTo>
                    <a:pt x="7851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5" name="Google Shape;255;p5"/>
            <p:cNvSpPr/>
            <p:nvPr/>
          </p:nvSpPr>
          <p:spPr>
            <a:xfrm>
              <a:off x="3796475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1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6" name="Google Shape;256;p5"/>
            <p:cNvSpPr/>
            <p:nvPr/>
          </p:nvSpPr>
          <p:spPr>
            <a:xfrm>
              <a:off x="3833125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1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7" name="Google Shape;257;p5"/>
            <p:cNvSpPr/>
            <p:nvPr/>
          </p:nvSpPr>
          <p:spPr>
            <a:xfrm>
              <a:off x="3869775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8" name="Google Shape;258;p5"/>
            <p:cNvSpPr/>
            <p:nvPr/>
          </p:nvSpPr>
          <p:spPr>
            <a:xfrm>
              <a:off x="3906425" y="3523525"/>
              <a:ext cx="196250" cy="196250"/>
            </a:xfrm>
            <a:custGeom>
              <a:rect b="b" l="l" r="r" t="t"/>
              <a:pathLst>
                <a:path extrusionOk="0" fill="none" h="7850" w="785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9" name="Google Shape;259;p5"/>
            <p:cNvSpPr/>
            <p:nvPr/>
          </p:nvSpPr>
          <p:spPr>
            <a:xfrm>
              <a:off x="3943050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1" y="0"/>
                  </a:moveTo>
                  <a:lnTo>
                    <a:pt x="7851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0" name="Google Shape;260;p5"/>
            <p:cNvSpPr/>
            <p:nvPr/>
          </p:nvSpPr>
          <p:spPr>
            <a:xfrm>
              <a:off x="3979700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1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1" name="Google Shape;261;p5"/>
            <p:cNvSpPr/>
            <p:nvPr/>
          </p:nvSpPr>
          <p:spPr>
            <a:xfrm>
              <a:off x="4016350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1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2" name="Google Shape;262;p5"/>
            <p:cNvSpPr/>
            <p:nvPr/>
          </p:nvSpPr>
          <p:spPr>
            <a:xfrm>
              <a:off x="4053000" y="3523525"/>
              <a:ext cx="196250" cy="196250"/>
            </a:xfrm>
            <a:custGeom>
              <a:rect b="b" l="l" r="r" t="t"/>
              <a:pathLst>
                <a:path extrusionOk="0" fill="none" h="7850" w="785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3" name="Google Shape;263;p5"/>
            <p:cNvSpPr/>
            <p:nvPr/>
          </p:nvSpPr>
          <p:spPr>
            <a:xfrm>
              <a:off x="4089650" y="3523525"/>
              <a:ext cx="196250" cy="196250"/>
            </a:xfrm>
            <a:custGeom>
              <a:rect b="b" l="l" r="r" t="t"/>
              <a:pathLst>
                <a:path extrusionOk="0" fill="none" h="7850" w="785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5" name="Google Shape;265;p6"/>
          <p:cNvPicPr preferRelativeResize="0"/>
          <p:nvPr/>
        </p:nvPicPr>
        <p:blipFill rotWithShape="1">
          <a:blip r:embed="rId2">
            <a:alphaModFix amt="60000"/>
          </a:blip>
          <a:srcRect b="10" l="0" r="0" t="10"/>
          <a:stretch/>
        </p:blipFill>
        <p:spPr>
          <a:xfrm flipH="1" rot="10800000">
            <a:off x="0" y="1"/>
            <a:ext cx="9144002" cy="5143499"/>
          </a:xfrm>
          <a:prstGeom prst="rect">
            <a:avLst/>
          </a:prstGeom>
          <a:noFill/>
          <a:ln>
            <a:noFill/>
          </a:ln>
        </p:spPr>
      </p:pic>
      <p:sp>
        <p:nvSpPr>
          <p:cNvPr id="266" name="Google Shape;266;p6"/>
          <p:cNvSpPr txBox="1"/>
          <p:nvPr>
            <p:ph type="title"/>
          </p:nvPr>
        </p:nvSpPr>
        <p:spPr>
          <a:xfrm>
            <a:off x="715500" y="538250"/>
            <a:ext cx="7713000" cy="4206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900"/>
              <a:buNone/>
              <a:defRPr sz="2900">
                <a:latin typeface="Aldrich"/>
                <a:ea typeface="Aldrich"/>
                <a:cs typeface="Aldrich"/>
                <a:sym typeface="Aldrich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9pPr>
          </a:lstStyle>
          <a:p/>
        </p:txBody>
      </p:sp>
      <p:grpSp>
        <p:nvGrpSpPr>
          <p:cNvPr id="267" name="Google Shape;267;p6"/>
          <p:cNvGrpSpPr/>
          <p:nvPr/>
        </p:nvGrpSpPr>
        <p:grpSpPr>
          <a:xfrm flipH="1">
            <a:off x="-99423" y="4189150"/>
            <a:ext cx="1039906" cy="679800"/>
            <a:chOff x="4082325" y="3790650"/>
            <a:chExt cx="1039906" cy="679800"/>
          </a:xfrm>
        </p:grpSpPr>
        <p:sp>
          <p:nvSpPr>
            <p:cNvPr id="268" name="Google Shape;268;p6"/>
            <p:cNvSpPr/>
            <p:nvPr/>
          </p:nvSpPr>
          <p:spPr>
            <a:xfrm>
              <a:off x="4082325" y="3790650"/>
              <a:ext cx="1039906" cy="94858"/>
            </a:xfrm>
            <a:custGeom>
              <a:rect b="b" l="l" r="r" t="t"/>
              <a:pathLst>
                <a:path extrusionOk="0" fill="none" h="1448" w="15874">
                  <a:moveTo>
                    <a:pt x="1" y="1"/>
                  </a:moveTo>
                  <a:cubicBezTo>
                    <a:pt x="1138" y="1"/>
                    <a:pt x="1138" y="1447"/>
                    <a:pt x="2276" y="1447"/>
                  </a:cubicBezTo>
                  <a:cubicBezTo>
                    <a:pt x="3395" y="1447"/>
                    <a:pt x="3395" y="1"/>
                    <a:pt x="4533" y="1"/>
                  </a:cubicBezTo>
                  <a:cubicBezTo>
                    <a:pt x="5671" y="1"/>
                    <a:pt x="5671" y="1447"/>
                    <a:pt x="6809" y="1447"/>
                  </a:cubicBezTo>
                  <a:cubicBezTo>
                    <a:pt x="7947" y="1447"/>
                    <a:pt x="7947" y="1"/>
                    <a:pt x="9065" y="1"/>
                  </a:cubicBezTo>
                  <a:cubicBezTo>
                    <a:pt x="10203" y="1"/>
                    <a:pt x="10203" y="1447"/>
                    <a:pt x="11341" y="1447"/>
                  </a:cubicBezTo>
                  <a:cubicBezTo>
                    <a:pt x="12479" y="1447"/>
                    <a:pt x="12479" y="1"/>
                    <a:pt x="13617" y="1"/>
                  </a:cubicBezTo>
                  <a:cubicBezTo>
                    <a:pt x="14736" y="1"/>
                    <a:pt x="14736" y="1447"/>
                    <a:pt x="15873" y="1447"/>
                  </a:cubicBezTo>
                </a:path>
              </a:pathLst>
            </a:custGeom>
            <a:solidFill>
              <a:schemeClr val="lt1"/>
            </a:solidFill>
            <a:ln cap="flat" cmpd="sng" w="12050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9" name="Google Shape;269;p6"/>
            <p:cNvSpPr/>
            <p:nvPr/>
          </p:nvSpPr>
          <p:spPr>
            <a:xfrm>
              <a:off x="4082325" y="4083808"/>
              <a:ext cx="1039906" cy="94793"/>
            </a:xfrm>
            <a:custGeom>
              <a:rect b="b" l="l" r="r" t="t"/>
              <a:pathLst>
                <a:path extrusionOk="0" fill="none" h="1447" w="15874">
                  <a:moveTo>
                    <a:pt x="1" y="0"/>
                  </a:moveTo>
                  <a:cubicBezTo>
                    <a:pt x="1138" y="0"/>
                    <a:pt x="1138" y="1447"/>
                    <a:pt x="2276" y="1447"/>
                  </a:cubicBezTo>
                  <a:cubicBezTo>
                    <a:pt x="3395" y="1447"/>
                    <a:pt x="3395" y="0"/>
                    <a:pt x="4533" y="0"/>
                  </a:cubicBezTo>
                  <a:cubicBezTo>
                    <a:pt x="5671" y="0"/>
                    <a:pt x="5671" y="1447"/>
                    <a:pt x="6809" y="1447"/>
                  </a:cubicBezTo>
                  <a:cubicBezTo>
                    <a:pt x="7947" y="1447"/>
                    <a:pt x="7947" y="0"/>
                    <a:pt x="9065" y="0"/>
                  </a:cubicBezTo>
                  <a:cubicBezTo>
                    <a:pt x="10203" y="0"/>
                    <a:pt x="10203" y="1447"/>
                    <a:pt x="11341" y="1447"/>
                  </a:cubicBezTo>
                  <a:cubicBezTo>
                    <a:pt x="12479" y="1447"/>
                    <a:pt x="12479" y="0"/>
                    <a:pt x="13617" y="0"/>
                  </a:cubicBezTo>
                  <a:cubicBezTo>
                    <a:pt x="14736" y="0"/>
                    <a:pt x="14736" y="1447"/>
                    <a:pt x="15873" y="1447"/>
                  </a:cubicBezTo>
                </a:path>
              </a:pathLst>
            </a:custGeom>
            <a:solidFill>
              <a:schemeClr val="lt1"/>
            </a:solidFill>
            <a:ln cap="flat" cmpd="sng" w="12050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0" name="Google Shape;270;p6"/>
            <p:cNvSpPr/>
            <p:nvPr/>
          </p:nvSpPr>
          <p:spPr>
            <a:xfrm>
              <a:off x="4082325" y="4375657"/>
              <a:ext cx="1039906" cy="94793"/>
            </a:xfrm>
            <a:custGeom>
              <a:rect b="b" l="l" r="r" t="t"/>
              <a:pathLst>
                <a:path extrusionOk="0" fill="none" h="1447" w="15874">
                  <a:moveTo>
                    <a:pt x="1" y="0"/>
                  </a:moveTo>
                  <a:cubicBezTo>
                    <a:pt x="1138" y="0"/>
                    <a:pt x="1138" y="1447"/>
                    <a:pt x="2276" y="1447"/>
                  </a:cubicBezTo>
                  <a:cubicBezTo>
                    <a:pt x="3395" y="1447"/>
                    <a:pt x="3395" y="0"/>
                    <a:pt x="4533" y="0"/>
                  </a:cubicBezTo>
                  <a:cubicBezTo>
                    <a:pt x="5671" y="0"/>
                    <a:pt x="5671" y="1447"/>
                    <a:pt x="6809" y="1447"/>
                  </a:cubicBezTo>
                  <a:cubicBezTo>
                    <a:pt x="7947" y="1447"/>
                    <a:pt x="7947" y="0"/>
                    <a:pt x="9065" y="0"/>
                  </a:cubicBezTo>
                  <a:cubicBezTo>
                    <a:pt x="10203" y="0"/>
                    <a:pt x="10203" y="1447"/>
                    <a:pt x="11341" y="1447"/>
                  </a:cubicBezTo>
                  <a:cubicBezTo>
                    <a:pt x="12479" y="1447"/>
                    <a:pt x="12479" y="0"/>
                    <a:pt x="13617" y="0"/>
                  </a:cubicBezTo>
                  <a:cubicBezTo>
                    <a:pt x="14736" y="0"/>
                    <a:pt x="14736" y="1447"/>
                    <a:pt x="15873" y="1447"/>
                  </a:cubicBezTo>
                </a:path>
              </a:pathLst>
            </a:custGeom>
            <a:solidFill>
              <a:schemeClr val="lt1"/>
            </a:solidFill>
            <a:ln cap="flat" cmpd="sng" w="12050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71" name="Google Shape;271;p6"/>
          <p:cNvGrpSpPr/>
          <p:nvPr/>
        </p:nvGrpSpPr>
        <p:grpSpPr>
          <a:xfrm rot="5400000">
            <a:off x="8405096" y="2480296"/>
            <a:ext cx="793256" cy="182899"/>
            <a:chOff x="2685575" y="2835950"/>
            <a:chExt cx="433000" cy="99825"/>
          </a:xfrm>
        </p:grpSpPr>
        <p:sp>
          <p:nvSpPr>
            <p:cNvPr id="272" name="Google Shape;272;p6"/>
            <p:cNvSpPr/>
            <p:nvPr/>
          </p:nvSpPr>
          <p:spPr>
            <a:xfrm>
              <a:off x="3032250" y="2835950"/>
              <a:ext cx="86325" cy="99825"/>
            </a:xfrm>
            <a:custGeom>
              <a:rect b="b" l="l" r="r" t="t"/>
              <a:pathLst>
                <a:path extrusionOk="0" h="3993" w="3453">
                  <a:moveTo>
                    <a:pt x="3453" y="0"/>
                  </a:moveTo>
                  <a:lnTo>
                    <a:pt x="0" y="2006"/>
                  </a:lnTo>
                  <a:lnTo>
                    <a:pt x="3453" y="3993"/>
                  </a:lnTo>
                  <a:lnTo>
                    <a:pt x="345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3" name="Google Shape;273;p6"/>
            <p:cNvSpPr/>
            <p:nvPr/>
          </p:nvSpPr>
          <p:spPr>
            <a:xfrm>
              <a:off x="2917000" y="2835950"/>
              <a:ext cx="85850" cy="99825"/>
            </a:xfrm>
            <a:custGeom>
              <a:rect b="b" l="l" r="r" t="t"/>
              <a:pathLst>
                <a:path extrusionOk="0" h="3993" w="3434">
                  <a:moveTo>
                    <a:pt x="3434" y="0"/>
                  </a:moveTo>
                  <a:lnTo>
                    <a:pt x="1" y="2006"/>
                  </a:lnTo>
                  <a:lnTo>
                    <a:pt x="3434" y="3993"/>
                  </a:lnTo>
                  <a:lnTo>
                    <a:pt x="3434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4" name="Google Shape;274;p6"/>
            <p:cNvSpPr/>
            <p:nvPr/>
          </p:nvSpPr>
          <p:spPr>
            <a:xfrm>
              <a:off x="2801300" y="2835950"/>
              <a:ext cx="86325" cy="99825"/>
            </a:xfrm>
            <a:custGeom>
              <a:rect b="b" l="l" r="r" t="t"/>
              <a:pathLst>
                <a:path extrusionOk="0" h="3993" w="3453">
                  <a:moveTo>
                    <a:pt x="3452" y="0"/>
                  </a:moveTo>
                  <a:lnTo>
                    <a:pt x="0" y="2006"/>
                  </a:lnTo>
                  <a:lnTo>
                    <a:pt x="3452" y="3993"/>
                  </a:lnTo>
                  <a:lnTo>
                    <a:pt x="345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5" name="Google Shape;275;p6"/>
            <p:cNvSpPr/>
            <p:nvPr/>
          </p:nvSpPr>
          <p:spPr>
            <a:xfrm>
              <a:off x="2685575" y="2835950"/>
              <a:ext cx="86325" cy="99825"/>
            </a:xfrm>
            <a:custGeom>
              <a:rect b="b" l="l" r="r" t="t"/>
              <a:pathLst>
                <a:path extrusionOk="0" h="3993" w="3453">
                  <a:moveTo>
                    <a:pt x="3453" y="0"/>
                  </a:moveTo>
                  <a:lnTo>
                    <a:pt x="0" y="2006"/>
                  </a:lnTo>
                  <a:lnTo>
                    <a:pt x="3453" y="3993"/>
                  </a:lnTo>
                  <a:lnTo>
                    <a:pt x="345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76" name="Google Shape;276;p6"/>
          <p:cNvGrpSpPr/>
          <p:nvPr/>
        </p:nvGrpSpPr>
        <p:grpSpPr>
          <a:xfrm flipH="1">
            <a:off x="8194575" y="4265345"/>
            <a:ext cx="1965289" cy="517060"/>
            <a:chOff x="3539975" y="3523525"/>
            <a:chExt cx="745925" cy="196250"/>
          </a:xfrm>
        </p:grpSpPr>
        <p:sp>
          <p:nvSpPr>
            <p:cNvPr id="277" name="Google Shape;277;p6"/>
            <p:cNvSpPr/>
            <p:nvPr/>
          </p:nvSpPr>
          <p:spPr>
            <a:xfrm>
              <a:off x="3539975" y="3523525"/>
              <a:ext cx="196250" cy="196250"/>
            </a:xfrm>
            <a:custGeom>
              <a:rect b="b" l="l" r="r" t="t"/>
              <a:pathLst>
                <a:path extrusionOk="0" fill="none" h="7850" w="785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8" name="Google Shape;278;p6"/>
            <p:cNvSpPr/>
            <p:nvPr/>
          </p:nvSpPr>
          <p:spPr>
            <a:xfrm>
              <a:off x="3576625" y="3523525"/>
              <a:ext cx="196250" cy="196250"/>
            </a:xfrm>
            <a:custGeom>
              <a:rect b="b" l="l" r="r" t="t"/>
              <a:pathLst>
                <a:path extrusionOk="0" fill="none" h="7850" w="785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9" name="Google Shape;279;p6"/>
            <p:cNvSpPr/>
            <p:nvPr/>
          </p:nvSpPr>
          <p:spPr>
            <a:xfrm>
              <a:off x="3613250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1" y="0"/>
                  </a:moveTo>
                  <a:lnTo>
                    <a:pt x="7851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0" name="Google Shape;280;p6"/>
            <p:cNvSpPr/>
            <p:nvPr/>
          </p:nvSpPr>
          <p:spPr>
            <a:xfrm>
              <a:off x="3649900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1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1" name="Google Shape;281;p6"/>
            <p:cNvSpPr/>
            <p:nvPr/>
          </p:nvSpPr>
          <p:spPr>
            <a:xfrm>
              <a:off x="3686550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2" name="Google Shape;282;p6"/>
            <p:cNvSpPr/>
            <p:nvPr/>
          </p:nvSpPr>
          <p:spPr>
            <a:xfrm>
              <a:off x="3723200" y="3523525"/>
              <a:ext cx="196250" cy="196250"/>
            </a:xfrm>
            <a:custGeom>
              <a:rect b="b" l="l" r="r" t="t"/>
              <a:pathLst>
                <a:path extrusionOk="0" fill="none" h="7850" w="785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3" name="Google Shape;283;p6"/>
            <p:cNvSpPr/>
            <p:nvPr/>
          </p:nvSpPr>
          <p:spPr>
            <a:xfrm>
              <a:off x="3759825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1" y="0"/>
                  </a:moveTo>
                  <a:lnTo>
                    <a:pt x="7851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4" name="Google Shape;284;p6"/>
            <p:cNvSpPr/>
            <p:nvPr/>
          </p:nvSpPr>
          <p:spPr>
            <a:xfrm>
              <a:off x="3796475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1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5" name="Google Shape;285;p6"/>
            <p:cNvSpPr/>
            <p:nvPr/>
          </p:nvSpPr>
          <p:spPr>
            <a:xfrm>
              <a:off x="3833125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1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6" name="Google Shape;286;p6"/>
            <p:cNvSpPr/>
            <p:nvPr/>
          </p:nvSpPr>
          <p:spPr>
            <a:xfrm>
              <a:off x="3869775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7" name="Google Shape;287;p6"/>
            <p:cNvSpPr/>
            <p:nvPr/>
          </p:nvSpPr>
          <p:spPr>
            <a:xfrm>
              <a:off x="3906425" y="3523525"/>
              <a:ext cx="196250" cy="196250"/>
            </a:xfrm>
            <a:custGeom>
              <a:rect b="b" l="l" r="r" t="t"/>
              <a:pathLst>
                <a:path extrusionOk="0" fill="none" h="7850" w="785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8" name="Google Shape;288;p6"/>
            <p:cNvSpPr/>
            <p:nvPr/>
          </p:nvSpPr>
          <p:spPr>
            <a:xfrm>
              <a:off x="3943050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1" y="0"/>
                  </a:moveTo>
                  <a:lnTo>
                    <a:pt x="7851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9" name="Google Shape;289;p6"/>
            <p:cNvSpPr/>
            <p:nvPr/>
          </p:nvSpPr>
          <p:spPr>
            <a:xfrm>
              <a:off x="3979700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1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0" name="Google Shape;290;p6"/>
            <p:cNvSpPr/>
            <p:nvPr/>
          </p:nvSpPr>
          <p:spPr>
            <a:xfrm>
              <a:off x="4016350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1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1" name="Google Shape;291;p6"/>
            <p:cNvSpPr/>
            <p:nvPr/>
          </p:nvSpPr>
          <p:spPr>
            <a:xfrm>
              <a:off x="4053000" y="3523525"/>
              <a:ext cx="196250" cy="196250"/>
            </a:xfrm>
            <a:custGeom>
              <a:rect b="b" l="l" r="r" t="t"/>
              <a:pathLst>
                <a:path extrusionOk="0" fill="none" h="7850" w="785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2" name="Google Shape;292;p6"/>
            <p:cNvSpPr/>
            <p:nvPr/>
          </p:nvSpPr>
          <p:spPr>
            <a:xfrm>
              <a:off x="4089650" y="3523525"/>
              <a:ext cx="196250" cy="196250"/>
            </a:xfrm>
            <a:custGeom>
              <a:rect b="b" l="l" r="r" t="t"/>
              <a:pathLst>
                <a:path extrusionOk="0" fill="none" h="7850" w="785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4" name="Google Shape;294;p7"/>
          <p:cNvPicPr preferRelativeResize="0"/>
          <p:nvPr/>
        </p:nvPicPr>
        <p:blipFill rotWithShape="1">
          <a:blip r:embed="rId2">
            <a:alphaModFix amt="60000"/>
          </a:blip>
          <a:srcRect b="10" l="0" r="0" t="10"/>
          <a:stretch/>
        </p:blipFill>
        <p:spPr>
          <a:xfrm flipH="1" rot="10800000">
            <a:off x="0" y="1"/>
            <a:ext cx="9144002" cy="5143499"/>
          </a:xfrm>
          <a:prstGeom prst="rect">
            <a:avLst/>
          </a:prstGeom>
          <a:noFill/>
          <a:ln>
            <a:noFill/>
          </a:ln>
        </p:spPr>
      </p:pic>
      <p:sp>
        <p:nvSpPr>
          <p:cNvPr id="295" name="Google Shape;295;p7"/>
          <p:cNvSpPr txBox="1"/>
          <p:nvPr>
            <p:ph idx="1" type="body"/>
          </p:nvPr>
        </p:nvSpPr>
        <p:spPr>
          <a:xfrm>
            <a:off x="1221000" y="1512026"/>
            <a:ext cx="6702000" cy="234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naheim"/>
              <a:buChar char="○"/>
              <a:defRPr sz="1200"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naheim"/>
              <a:buChar char="■"/>
              <a:defRPr sz="1200"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naheim"/>
              <a:buChar char="●"/>
              <a:defRPr sz="1200"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naheim"/>
              <a:buChar char="○"/>
              <a:defRPr sz="1200"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naheim"/>
              <a:buChar char="■"/>
              <a:defRPr sz="1200"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naheim"/>
              <a:buChar char="●"/>
              <a:defRPr sz="1200"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naheim"/>
              <a:buChar char="○"/>
              <a:defRPr sz="1200"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naheim"/>
              <a:buChar char="■"/>
              <a:defRPr sz="1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96" name="Google Shape;296;p7"/>
          <p:cNvSpPr txBox="1"/>
          <p:nvPr>
            <p:ph type="title"/>
          </p:nvPr>
        </p:nvSpPr>
        <p:spPr>
          <a:xfrm>
            <a:off x="715500" y="538250"/>
            <a:ext cx="7713000" cy="4206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900"/>
              <a:buNone/>
              <a:defRPr sz="2900">
                <a:latin typeface="Aldrich"/>
                <a:ea typeface="Aldrich"/>
                <a:cs typeface="Aldrich"/>
                <a:sym typeface="Aldrich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9pPr>
          </a:lstStyle>
          <a:p/>
        </p:txBody>
      </p:sp>
      <p:pic>
        <p:nvPicPr>
          <p:cNvPr id="297" name="Google Shape;297;p7"/>
          <p:cNvPicPr preferRelativeResize="0"/>
          <p:nvPr/>
        </p:nvPicPr>
        <p:blipFill rotWithShape="1">
          <a:blip r:embed="rId3">
            <a:alphaModFix/>
          </a:blip>
          <a:srcRect b="0" l="229" r="239" t="0"/>
          <a:stretch/>
        </p:blipFill>
        <p:spPr>
          <a:xfrm>
            <a:off x="-303901" y="3830000"/>
            <a:ext cx="9353213" cy="268125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98" name="Google Shape;298;p7"/>
          <p:cNvGrpSpPr/>
          <p:nvPr/>
        </p:nvGrpSpPr>
        <p:grpSpPr>
          <a:xfrm>
            <a:off x="391864" y="3545270"/>
            <a:ext cx="289170" cy="284718"/>
            <a:chOff x="426000" y="3302025"/>
            <a:chExt cx="220875" cy="217475"/>
          </a:xfrm>
        </p:grpSpPr>
        <p:sp>
          <p:nvSpPr>
            <p:cNvPr id="299" name="Google Shape;299;p7"/>
            <p:cNvSpPr/>
            <p:nvPr/>
          </p:nvSpPr>
          <p:spPr>
            <a:xfrm>
              <a:off x="426000" y="3425950"/>
              <a:ext cx="214125" cy="93550"/>
            </a:xfrm>
            <a:custGeom>
              <a:rect b="b" l="l" r="r" t="t"/>
              <a:pathLst>
                <a:path extrusionOk="0" h="3742" w="8565">
                  <a:moveTo>
                    <a:pt x="1" y="0"/>
                  </a:moveTo>
                  <a:cubicBezTo>
                    <a:pt x="290" y="2141"/>
                    <a:pt x="2122" y="3742"/>
                    <a:pt x="4283" y="3742"/>
                  </a:cubicBezTo>
                  <a:cubicBezTo>
                    <a:pt x="6443" y="3742"/>
                    <a:pt x="8275" y="2141"/>
                    <a:pt x="856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0" name="Google Shape;300;p7"/>
            <p:cNvSpPr/>
            <p:nvPr/>
          </p:nvSpPr>
          <p:spPr>
            <a:xfrm>
              <a:off x="432750" y="3302025"/>
              <a:ext cx="214125" cy="94050"/>
            </a:xfrm>
            <a:custGeom>
              <a:rect b="b" l="l" r="r" t="t"/>
              <a:pathLst>
                <a:path extrusionOk="0" h="3762" w="8565">
                  <a:moveTo>
                    <a:pt x="1" y="0"/>
                  </a:moveTo>
                  <a:cubicBezTo>
                    <a:pt x="271" y="2141"/>
                    <a:pt x="2103" y="3761"/>
                    <a:pt x="4283" y="3761"/>
                  </a:cubicBezTo>
                  <a:cubicBezTo>
                    <a:pt x="6443" y="3761"/>
                    <a:pt x="8275" y="2141"/>
                    <a:pt x="856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01" name="Google Shape;301;p7"/>
          <p:cNvGrpSpPr/>
          <p:nvPr/>
        </p:nvGrpSpPr>
        <p:grpSpPr>
          <a:xfrm>
            <a:off x="357713" y="1210575"/>
            <a:ext cx="357454" cy="956304"/>
            <a:chOff x="357713" y="600975"/>
            <a:chExt cx="357454" cy="956304"/>
          </a:xfrm>
        </p:grpSpPr>
        <p:sp>
          <p:nvSpPr>
            <p:cNvPr id="302" name="Google Shape;302;p7"/>
            <p:cNvSpPr/>
            <p:nvPr/>
          </p:nvSpPr>
          <p:spPr>
            <a:xfrm>
              <a:off x="357713" y="600975"/>
              <a:ext cx="357454" cy="357454"/>
            </a:xfrm>
            <a:custGeom>
              <a:rect b="b" l="l" r="r" t="t"/>
              <a:pathLst>
                <a:path extrusionOk="0" fill="none" h="6539" w="6539">
                  <a:moveTo>
                    <a:pt x="3954" y="367"/>
                  </a:moveTo>
                  <a:cubicBezTo>
                    <a:pt x="5535" y="752"/>
                    <a:pt x="6538" y="2353"/>
                    <a:pt x="6152" y="3954"/>
                  </a:cubicBezTo>
                  <a:cubicBezTo>
                    <a:pt x="5767" y="5535"/>
                    <a:pt x="4166" y="6538"/>
                    <a:pt x="2584" y="6153"/>
                  </a:cubicBezTo>
                  <a:cubicBezTo>
                    <a:pt x="984" y="5767"/>
                    <a:pt x="0" y="4166"/>
                    <a:pt x="366" y="2585"/>
                  </a:cubicBezTo>
                  <a:cubicBezTo>
                    <a:pt x="752" y="984"/>
                    <a:pt x="2353" y="0"/>
                    <a:pt x="3954" y="367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3" name="Google Shape;303;p7"/>
            <p:cNvSpPr/>
            <p:nvPr/>
          </p:nvSpPr>
          <p:spPr>
            <a:xfrm>
              <a:off x="374549" y="819196"/>
              <a:ext cx="324765" cy="324765"/>
            </a:xfrm>
            <a:custGeom>
              <a:rect b="b" l="l" r="r" t="t"/>
              <a:pathLst>
                <a:path extrusionOk="0" fill="none" h="5941" w="5941">
                  <a:moveTo>
                    <a:pt x="5941" y="2971"/>
                  </a:moveTo>
                  <a:cubicBezTo>
                    <a:pt x="5941" y="4610"/>
                    <a:pt x="4610" y="5941"/>
                    <a:pt x="2971" y="5941"/>
                  </a:cubicBezTo>
                  <a:cubicBezTo>
                    <a:pt x="1331" y="5941"/>
                    <a:pt x="1" y="4610"/>
                    <a:pt x="1" y="2971"/>
                  </a:cubicBezTo>
                  <a:cubicBezTo>
                    <a:pt x="1" y="1331"/>
                    <a:pt x="1331" y="1"/>
                    <a:pt x="2971" y="1"/>
                  </a:cubicBezTo>
                  <a:cubicBezTo>
                    <a:pt x="4610" y="1"/>
                    <a:pt x="5941" y="1331"/>
                    <a:pt x="5941" y="2971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4" name="Google Shape;304;p7"/>
            <p:cNvSpPr/>
            <p:nvPr/>
          </p:nvSpPr>
          <p:spPr>
            <a:xfrm>
              <a:off x="357713" y="997347"/>
              <a:ext cx="357454" cy="357509"/>
            </a:xfrm>
            <a:custGeom>
              <a:rect b="b" l="l" r="r" t="t"/>
              <a:pathLst>
                <a:path extrusionOk="0" fill="none" h="6540" w="6539">
                  <a:moveTo>
                    <a:pt x="3954" y="387"/>
                  </a:moveTo>
                  <a:cubicBezTo>
                    <a:pt x="5555" y="753"/>
                    <a:pt x="6538" y="2354"/>
                    <a:pt x="6152" y="3955"/>
                  </a:cubicBezTo>
                  <a:cubicBezTo>
                    <a:pt x="5767" y="5556"/>
                    <a:pt x="4166" y="6539"/>
                    <a:pt x="2584" y="6153"/>
                  </a:cubicBezTo>
                  <a:cubicBezTo>
                    <a:pt x="984" y="5787"/>
                    <a:pt x="0" y="4186"/>
                    <a:pt x="366" y="2585"/>
                  </a:cubicBezTo>
                  <a:cubicBezTo>
                    <a:pt x="752" y="985"/>
                    <a:pt x="2353" y="1"/>
                    <a:pt x="3954" y="387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5" name="Google Shape;305;p7"/>
            <p:cNvSpPr/>
            <p:nvPr/>
          </p:nvSpPr>
          <p:spPr>
            <a:xfrm>
              <a:off x="358751" y="1200863"/>
              <a:ext cx="356416" cy="356416"/>
            </a:xfrm>
            <a:custGeom>
              <a:rect b="b" l="l" r="r" t="t"/>
              <a:pathLst>
                <a:path extrusionOk="0" fill="none" h="6520" w="6520">
                  <a:moveTo>
                    <a:pt x="5362" y="1158"/>
                  </a:moveTo>
                  <a:cubicBezTo>
                    <a:pt x="6519" y="2315"/>
                    <a:pt x="6519" y="4186"/>
                    <a:pt x="5362" y="5343"/>
                  </a:cubicBezTo>
                  <a:cubicBezTo>
                    <a:pt x="4186" y="6519"/>
                    <a:pt x="2315" y="6519"/>
                    <a:pt x="1157" y="5343"/>
                  </a:cubicBezTo>
                  <a:cubicBezTo>
                    <a:pt x="0" y="4186"/>
                    <a:pt x="0" y="2315"/>
                    <a:pt x="1157" y="1158"/>
                  </a:cubicBezTo>
                  <a:cubicBezTo>
                    <a:pt x="2315" y="0"/>
                    <a:pt x="4186" y="0"/>
                    <a:pt x="5362" y="1158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06" name="Google Shape;306;p7"/>
          <p:cNvGrpSpPr/>
          <p:nvPr/>
        </p:nvGrpSpPr>
        <p:grpSpPr>
          <a:xfrm>
            <a:off x="8209964" y="1045747"/>
            <a:ext cx="2019176" cy="2019176"/>
            <a:chOff x="1943325" y="-220375"/>
            <a:chExt cx="1298672" cy="1298672"/>
          </a:xfrm>
        </p:grpSpPr>
        <p:sp>
          <p:nvSpPr>
            <p:cNvPr id="307" name="Google Shape;307;p7"/>
            <p:cNvSpPr/>
            <p:nvPr/>
          </p:nvSpPr>
          <p:spPr>
            <a:xfrm>
              <a:off x="2582255" y="-220375"/>
              <a:ext cx="49" cy="460871"/>
            </a:xfrm>
            <a:custGeom>
              <a:rect b="b" l="l" r="r" t="t"/>
              <a:pathLst>
                <a:path extrusionOk="0" fill="none" h="9432" w="1">
                  <a:moveTo>
                    <a:pt x="0" y="0"/>
                  </a:moveTo>
                  <a:lnTo>
                    <a:pt x="0" y="9431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8" name="Google Shape;308;p7"/>
            <p:cNvSpPr/>
            <p:nvPr/>
          </p:nvSpPr>
          <p:spPr>
            <a:xfrm>
              <a:off x="2414509" y="-195895"/>
              <a:ext cx="118785" cy="444844"/>
            </a:xfrm>
            <a:custGeom>
              <a:rect b="b" l="l" r="r" t="t"/>
              <a:pathLst>
                <a:path extrusionOk="0" fill="none" h="9104" w="2431">
                  <a:moveTo>
                    <a:pt x="0" y="1"/>
                  </a:moveTo>
                  <a:lnTo>
                    <a:pt x="2431" y="9104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9" name="Google Shape;309;p7"/>
            <p:cNvSpPr/>
            <p:nvPr/>
          </p:nvSpPr>
          <p:spPr>
            <a:xfrm>
              <a:off x="2259027" y="-128024"/>
              <a:ext cx="229996" cy="398669"/>
            </a:xfrm>
            <a:custGeom>
              <a:rect b="b" l="l" r="r" t="t"/>
              <a:pathLst>
                <a:path extrusionOk="0" fill="none" h="8159" w="4707">
                  <a:moveTo>
                    <a:pt x="0" y="0"/>
                  </a:moveTo>
                  <a:lnTo>
                    <a:pt x="4706" y="8158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0" name="Google Shape;310;p7"/>
            <p:cNvSpPr/>
            <p:nvPr/>
          </p:nvSpPr>
          <p:spPr>
            <a:xfrm>
              <a:off x="2126121" y="-22481"/>
              <a:ext cx="325180" cy="325180"/>
            </a:xfrm>
            <a:custGeom>
              <a:rect b="b" l="l" r="r" t="t"/>
              <a:pathLst>
                <a:path extrusionOk="0" fill="none" h="6655" w="6655">
                  <a:moveTo>
                    <a:pt x="1" y="0"/>
                  </a:moveTo>
                  <a:lnTo>
                    <a:pt x="6655" y="6654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1" name="Google Shape;311;p7"/>
            <p:cNvSpPr/>
            <p:nvPr/>
          </p:nvSpPr>
          <p:spPr>
            <a:xfrm>
              <a:off x="2025317" y="113211"/>
              <a:ext cx="398669" cy="230924"/>
            </a:xfrm>
            <a:custGeom>
              <a:rect b="b" l="l" r="r" t="t"/>
              <a:pathLst>
                <a:path extrusionOk="0" fill="none" h="4726" w="8159">
                  <a:moveTo>
                    <a:pt x="0" y="1"/>
                  </a:moveTo>
                  <a:lnTo>
                    <a:pt x="8158" y="4726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2" name="Google Shape;312;p7"/>
            <p:cNvSpPr/>
            <p:nvPr/>
          </p:nvSpPr>
          <p:spPr>
            <a:xfrm>
              <a:off x="1963114" y="270598"/>
              <a:ext cx="444844" cy="119713"/>
            </a:xfrm>
            <a:custGeom>
              <a:rect b="b" l="l" r="r" t="t"/>
              <a:pathLst>
                <a:path extrusionOk="0" fill="none" h="2450" w="9104">
                  <a:moveTo>
                    <a:pt x="0" y="0"/>
                  </a:moveTo>
                  <a:lnTo>
                    <a:pt x="9103" y="24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3" name="Google Shape;313;p7"/>
            <p:cNvSpPr/>
            <p:nvPr/>
          </p:nvSpPr>
          <p:spPr>
            <a:xfrm>
              <a:off x="1943325" y="439273"/>
              <a:ext cx="460871" cy="49"/>
            </a:xfrm>
            <a:custGeom>
              <a:rect b="b" l="l" r="r" t="t"/>
              <a:pathLst>
                <a:path extrusionOk="0" fill="none" h="1" w="9432">
                  <a:moveTo>
                    <a:pt x="0" y="1"/>
                  </a:moveTo>
                  <a:lnTo>
                    <a:pt x="9431" y="1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4" name="Google Shape;314;p7"/>
            <p:cNvSpPr/>
            <p:nvPr/>
          </p:nvSpPr>
          <p:spPr>
            <a:xfrm>
              <a:off x="1967805" y="487354"/>
              <a:ext cx="445821" cy="119713"/>
            </a:xfrm>
            <a:custGeom>
              <a:rect b="b" l="l" r="r" t="t"/>
              <a:pathLst>
                <a:path extrusionOk="0" fill="none" h="2450" w="9124">
                  <a:moveTo>
                    <a:pt x="1" y="2450"/>
                  </a:moveTo>
                  <a:lnTo>
                    <a:pt x="9123" y="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5" name="Google Shape;315;p7"/>
            <p:cNvSpPr/>
            <p:nvPr/>
          </p:nvSpPr>
          <p:spPr>
            <a:xfrm>
              <a:off x="2035676" y="532600"/>
              <a:ext cx="398669" cy="229996"/>
            </a:xfrm>
            <a:custGeom>
              <a:rect b="b" l="l" r="r" t="t"/>
              <a:pathLst>
                <a:path extrusionOk="0" fill="none" h="4707" w="8159">
                  <a:moveTo>
                    <a:pt x="0" y="4706"/>
                  </a:moveTo>
                  <a:lnTo>
                    <a:pt x="8158" y="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6" name="Google Shape;316;p7"/>
            <p:cNvSpPr/>
            <p:nvPr/>
          </p:nvSpPr>
          <p:spPr>
            <a:xfrm>
              <a:off x="2141219" y="569345"/>
              <a:ext cx="326108" cy="326108"/>
            </a:xfrm>
            <a:custGeom>
              <a:rect b="b" l="l" r="r" t="t"/>
              <a:pathLst>
                <a:path extrusionOk="0" fill="none" h="6674" w="6674">
                  <a:moveTo>
                    <a:pt x="0" y="6674"/>
                  </a:moveTo>
                  <a:lnTo>
                    <a:pt x="6673" y="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7" name="Google Shape;317;p7"/>
            <p:cNvSpPr/>
            <p:nvPr/>
          </p:nvSpPr>
          <p:spPr>
            <a:xfrm>
              <a:off x="2277840" y="597588"/>
              <a:ext cx="229996" cy="398718"/>
            </a:xfrm>
            <a:custGeom>
              <a:rect b="b" l="l" r="r" t="t"/>
              <a:pathLst>
                <a:path extrusionOk="0" fill="none" h="8160" w="4707">
                  <a:moveTo>
                    <a:pt x="1" y="8159"/>
                  </a:moveTo>
                  <a:lnTo>
                    <a:pt x="4707" y="1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8" name="Google Shape;318;p7"/>
            <p:cNvSpPr/>
            <p:nvPr/>
          </p:nvSpPr>
          <p:spPr>
            <a:xfrm>
              <a:off x="2435227" y="613615"/>
              <a:ext cx="118785" cy="444893"/>
            </a:xfrm>
            <a:custGeom>
              <a:rect b="b" l="l" r="r" t="t"/>
              <a:pathLst>
                <a:path extrusionOk="0" fill="none" h="9105" w="2431">
                  <a:moveTo>
                    <a:pt x="1" y="9104"/>
                  </a:moveTo>
                  <a:lnTo>
                    <a:pt x="2431" y="1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9" name="Google Shape;319;p7"/>
            <p:cNvSpPr/>
            <p:nvPr/>
          </p:nvSpPr>
          <p:spPr>
            <a:xfrm>
              <a:off x="2602973" y="617377"/>
              <a:ext cx="49" cy="460920"/>
            </a:xfrm>
            <a:custGeom>
              <a:rect b="b" l="l" r="r" t="t"/>
              <a:pathLst>
                <a:path extrusionOk="0" fill="none" h="9433" w="1">
                  <a:moveTo>
                    <a:pt x="1" y="9432"/>
                  </a:moveTo>
                  <a:lnTo>
                    <a:pt x="1" y="1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0" name="Google Shape;320;p7"/>
            <p:cNvSpPr/>
            <p:nvPr/>
          </p:nvSpPr>
          <p:spPr>
            <a:xfrm>
              <a:off x="2651982" y="607996"/>
              <a:ext cx="118785" cy="444844"/>
            </a:xfrm>
            <a:custGeom>
              <a:rect b="b" l="l" r="r" t="t"/>
              <a:pathLst>
                <a:path extrusionOk="0" fill="none" h="9104" w="2431">
                  <a:moveTo>
                    <a:pt x="2431" y="9103"/>
                  </a:moveTo>
                  <a:lnTo>
                    <a:pt x="1" y="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1" name="Google Shape;321;p7"/>
            <p:cNvSpPr/>
            <p:nvPr/>
          </p:nvSpPr>
          <p:spPr>
            <a:xfrm>
              <a:off x="2696300" y="586301"/>
              <a:ext cx="229996" cy="398669"/>
            </a:xfrm>
            <a:custGeom>
              <a:rect b="b" l="l" r="r" t="t"/>
              <a:pathLst>
                <a:path extrusionOk="0" fill="none" h="8159" w="4707">
                  <a:moveTo>
                    <a:pt x="4706" y="8159"/>
                  </a:moveTo>
                  <a:lnTo>
                    <a:pt x="0" y="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2" name="Google Shape;322;p7"/>
            <p:cNvSpPr/>
            <p:nvPr/>
          </p:nvSpPr>
          <p:spPr>
            <a:xfrm>
              <a:off x="2733974" y="554247"/>
              <a:ext cx="325180" cy="326108"/>
            </a:xfrm>
            <a:custGeom>
              <a:rect b="b" l="l" r="r" t="t"/>
              <a:pathLst>
                <a:path extrusionOk="0" fill="none" h="6674" w="6655">
                  <a:moveTo>
                    <a:pt x="6655" y="6674"/>
                  </a:moveTo>
                  <a:lnTo>
                    <a:pt x="1" y="1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3" name="Google Shape;323;p7"/>
            <p:cNvSpPr/>
            <p:nvPr/>
          </p:nvSpPr>
          <p:spPr>
            <a:xfrm>
              <a:off x="2761288" y="513739"/>
              <a:ext cx="398718" cy="229996"/>
            </a:xfrm>
            <a:custGeom>
              <a:rect b="b" l="l" r="r" t="t"/>
              <a:pathLst>
                <a:path extrusionOk="0" fill="none" h="4707" w="8160">
                  <a:moveTo>
                    <a:pt x="8159" y="4706"/>
                  </a:moveTo>
                  <a:lnTo>
                    <a:pt x="1" y="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4" name="Google Shape;324;p7"/>
            <p:cNvSpPr/>
            <p:nvPr/>
          </p:nvSpPr>
          <p:spPr>
            <a:xfrm>
              <a:off x="2777315" y="466636"/>
              <a:ext cx="444893" cy="119713"/>
            </a:xfrm>
            <a:custGeom>
              <a:rect b="b" l="l" r="r" t="t"/>
              <a:pathLst>
                <a:path extrusionOk="0" fill="none" h="2450" w="9105">
                  <a:moveTo>
                    <a:pt x="9104" y="2449"/>
                  </a:moveTo>
                  <a:lnTo>
                    <a:pt x="1" y="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5" name="Google Shape;325;p7"/>
            <p:cNvSpPr/>
            <p:nvPr/>
          </p:nvSpPr>
          <p:spPr>
            <a:xfrm>
              <a:off x="2781077" y="417626"/>
              <a:ext cx="460920" cy="49"/>
            </a:xfrm>
            <a:custGeom>
              <a:rect b="b" l="l" r="r" t="t"/>
              <a:pathLst>
                <a:path extrusionOk="0" fill="none" h="1" w="9433">
                  <a:moveTo>
                    <a:pt x="9432" y="0"/>
                  </a:moveTo>
                  <a:lnTo>
                    <a:pt x="1" y="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6" name="Google Shape;326;p7"/>
            <p:cNvSpPr/>
            <p:nvPr/>
          </p:nvSpPr>
          <p:spPr>
            <a:xfrm>
              <a:off x="2771696" y="249880"/>
              <a:ext cx="444844" cy="119713"/>
            </a:xfrm>
            <a:custGeom>
              <a:rect b="b" l="l" r="r" t="t"/>
              <a:pathLst>
                <a:path extrusionOk="0" fill="none" h="2450" w="9104">
                  <a:moveTo>
                    <a:pt x="9103" y="0"/>
                  </a:moveTo>
                  <a:lnTo>
                    <a:pt x="0" y="24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7" name="Google Shape;327;p7"/>
            <p:cNvSpPr/>
            <p:nvPr/>
          </p:nvSpPr>
          <p:spPr>
            <a:xfrm>
              <a:off x="2750929" y="94350"/>
              <a:ext cx="398718" cy="230973"/>
            </a:xfrm>
            <a:custGeom>
              <a:rect b="b" l="l" r="r" t="t"/>
              <a:pathLst>
                <a:path extrusionOk="0" fill="none" h="4727" w="8160">
                  <a:moveTo>
                    <a:pt x="8159" y="1"/>
                  </a:moveTo>
                  <a:lnTo>
                    <a:pt x="1" y="4726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8" name="Google Shape;328;p7"/>
            <p:cNvSpPr/>
            <p:nvPr/>
          </p:nvSpPr>
          <p:spPr>
            <a:xfrm>
              <a:off x="2717947" y="-38508"/>
              <a:ext cx="326108" cy="326108"/>
            </a:xfrm>
            <a:custGeom>
              <a:rect b="b" l="l" r="r" t="t"/>
              <a:pathLst>
                <a:path extrusionOk="0" fill="none" h="6674" w="6674">
                  <a:moveTo>
                    <a:pt x="6674" y="0"/>
                  </a:moveTo>
                  <a:lnTo>
                    <a:pt x="1" y="6674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9" name="Google Shape;329;p7"/>
            <p:cNvSpPr/>
            <p:nvPr/>
          </p:nvSpPr>
          <p:spPr>
            <a:xfrm>
              <a:off x="2677439" y="-139361"/>
              <a:ext cx="229996" cy="399646"/>
            </a:xfrm>
            <a:custGeom>
              <a:rect b="b" l="l" r="r" t="t"/>
              <a:pathLst>
                <a:path extrusionOk="0" fill="none" h="8179" w="4707">
                  <a:moveTo>
                    <a:pt x="4706" y="1"/>
                  </a:moveTo>
                  <a:lnTo>
                    <a:pt x="0" y="8178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0" name="Google Shape;330;p7"/>
            <p:cNvSpPr/>
            <p:nvPr/>
          </p:nvSpPr>
          <p:spPr>
            <a:xfrm>
              <a:off x="2631264" y="-201563"/>
              <a:ext cx="118785" cy="444893"/>
            </a:xfrm>
            <a:custGeom>
              <a:rect b="b" l="l" r="r" t="t"/>
              <a:pathLst>
                <a:path extrusionOk="0" fill="none" h="9105" w="2431">
                  <a:moveTo>
                    <a:pt x="2430" y="1"/>
                  </a:moveTo>
                  <a:lnTo>
                    <a:pt x="0" y="9104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1" name="Google Shape;331;p7"/>
            <p:cNvSpPr/>
            <p:nvPr/>
          </p:nvSpPr>
          <p:spPr>
            <a:xfrm>
              <a:off x="2607712" y="-215684"/>
              <a:ext cx="62251" cy="456180"/>
            </a:xfrm>
            <a:custGeom>
              <a:rect b="b" l="l" r="r" t="t"/>
              <a:pathLst>
                <a:path extrusionOk="0" fill="none" h="9336" w="1274">
                  <a:moveTo>
                    <a:pt x="1273" y="0"/>
                  </a:moveTo>
                  <a:lnTo>
                    <a:pt x="0" y="9335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2" name="Google Shape;332;p7"/>
            <p:cNvSpPr/>
            <p:nvPr/>
          </p:nvSpPr>
          <p:spPr>
            <a:xfrm>
              <a:off x="2500263" y="-213779"/>
              <a:ext cx="57511" cy="457109"/>
            </a:xfrm>
            <a:custGeom>
              <a:rect b="b" l="l" r="r" t="t"/>
              <a:pathLst>
                <a:path extrusionOk="0" fill="none" h="9355" w="1177">
                  <a:moveTo>
                    <a:pt x="1" y="0"/>
                  </a:moveTo>
                  <a:lnTo>
                    <a:pt x="1177" y="9354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3" name="Google Shape;333;p7"/>
            <p:cNvSpPr/>
            <p:nvPr/>
          </p:nvSpPr>
          <p:spPr>
            <a:xfrm>
              <a:off x="2337208" y="-168580"/>
              <a:ext cx="174390" cy="426961"/>
            </a:xfrm>
            <a:custGeom>
              <a:rect b="b" l="l" r="r" t="t"/>
              <a:pathLst>
                <a:path extrusionOk="0" fill="none" h="8738" w="3569">
                  <a:moveTo>
                    <a:pt x="1" y="1"/>
                  </a:moveTo>
                  <a:lnTo>
                    <a:pt x="3569" y="8738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4" name="Google Shape;334;p7"/>
            <p:cNvSpPr/>
            <p:nvPr/>
          </p:nvSpPr>
          <p:spPr>
            <a:xfrm>
              <a:off x="2191157" y="-81849"/>
              <a:ext cx="279005" cy="366615"/>
            </a:xfrm>
            <a:custGeom>
              <a:rect b="b" l="l" r="r" t="t"/>
              <a:pathLst>
                <a:path extrusionOk="0" fill="none" h="7503" w="5710">
                  <a:moveTo>
                    <a:pt x="0" y="0"/>
                  </a:moveTo>
                  <a:lnTo>
                    <a:pt x="5709" y="7503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5" name="Google Shape;335;p7"/>
            <p:cNvSpPr/>
            <p:nvPr/>
          </p:nvSpPr>
          <p:spPr>
            <a:xfrm>
              <a:off x="2072420" y="39722"/>
              <a:ext cx="364759" cy="281790"/>
            </a:xfrm>
            <a:custGeom>
              <a:rect b="b" l="l" r="r" t="t"/>
              <a:pathLst>
                <a:path extrusionOk="0" fill="none" h="5767" w="7465">
                  <a:moveTo>
                    <a:pt x="0" y="0"/>
                  </a:moveTo>
                  <a:lnTo>
                    <a:pt x="7464" y="5767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6" name="Google Shape;336;p7"/>
            <p:cNvSpPr/>
            <p:nvPr/>
          </p:nvSpPr>
          <p:spPr>
            <a:xfrm>
              <a:off x="1989500" y="187678"/>
              <a:ext cx="425055" cy="178153"/>
            </a:xfrm>
            <a:custGeom>
              <a:rect b="b" l="l" r="r" t="t"/>
              <a:pathLst>
                <a:path extrusionOk="0" fill="none" h="3646" w="8699">
                  <a:moveTo>
                    <a:pt x="0" y="0"/>
                  </a:moveTo>
                  <a:lnTo>
                    <a:pt x="8698" y="3645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7" name="Google Shape;337;p7"/>
            <p:cNvSpPr/>
            <p:nvPr/>
          </p:nvSpPr>
          <p:spPr>
            <a:xfrm>
              <a:off x="1948016" y="351662"/>
              <a:ext cx="456180" cy="62251"/>
            </a:xfrm>
            <a:custGeom>
              <a:rect b="b" l="l" r="r" t="t"/>
              <a:pathLst>
                <a:path extrusionOk="0" fill="none" h="1274" w="9336">
                  <a:moveTo>
                    <a:pt x="1" y="0"/>
                  </a:moveTo>
                  <a:lnTo>
                    <a:pt x="9335" y="1273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8" name="Google Shape;338;p7"/>
            <p:cNvSpPr/>
            <p:nvPr/>
          </p:nvSpPr>
          <p:spPr>
            <a:xfrm>
              <a:off x="1949921" y="462824"/>
              <a:ext cx="457109" cy="58488"/>
            </a:xfrm>
            <a:custGeom>
              <a:rect b="b" l="l" r="r" t="t"/>
              <a:pathLst>
                <a:path extrusionOk="0" fill="none" h="1197" w="9355">
                  <a:moveTo>
                    <a:pt x="0" y="1197"/>
                  </a:moveTo>
                  <a:lnTo>
                    <a:pt x="9354" y="1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9" name="Google Shape;339;p7"/>
            <p:cNvSpPr/>
            <p:nvPr/>
          </p:nvSpPr>
          <p:spPr>
            <a:xfrm>
              <a:off x="1996097" y="509977"/>
              <a:ext cx="425983" cy="174390"/>
            </a:xfrm>
            <a:custGeom>
              <a:rect b="b" l="l" r="r" t="t"/>
              <a:pathLst>
                <a:path extrusionOk="0" fill="none" h="3569" w="8718">
                  <a:moveTo>
                    <a:pt x="0" y="3568"/>
                  </a:moveTo>
                  <a:lnTo>
                    <a:pt x="8718" y="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0" name="Google Shape;340;p7"/>
            <p:cNvSpPr/>
            <p:nvPr/>
          </p:nvSpPr>
          <p:spPr>
            <a:xfrm>
              <a:off x="2081851" y="551413"/>
              <a:ext cx="367593" cy="279005"/>
            </a:xfrm>
            <a:custGeom>
              <a:rect b="b" l="l" r="r" t="t"/>
              <a:pathLst>
                <a:path extrusionOk="0" fill="none" h="5710" w="7523">
                  <a:moveTo>
                    <a:pt x="0" y="5710"/>
                  </a:moveTo>
                  <a:lnTo>
                    <a:pt x="7522" y="1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1" name="Google Shape;341;p7"/>
            <p:cNvSpPr/>
            <p:nvPr/>
          </p:nvSpPr>
          <p:spPr>
            <a:xfrm>
              <a:off x="2203422" y="584395"/>
              <a:ext cx="281790" cy="363830"/>
            </a:xfrm>
            <a:custGeom>
              <a:rect b="b" l="l" r="r" t="t"/>
              <a:pathLst>
                <a:path extrusionOk="0" fill="none" h="7446" w="5767">
                  <a:moveTo>
                    <a:pt x="0" y="7446"/>
                  </a:moveTo>
                  <a:lnTo>
                    <a:pt x="5767" y="1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2" name="Google Shape;342;p7"/>
            <p:cNvSpPr/>
            <p:nvPr/>
          </p:nvSpPr>
          <p:spPr>
            <a:xfrm>
              <a:off x="2351378" y="607018"/>
              <a:ext cx="178153" cy="424126"/>
            </a:xfrm>
            <a:custGeom>
              <a:rect b="b" l="l" r="r" t="t"/>
              <a:pathLst>
                <a:path extrusionOk="0" fill="none" h="8680" w="3646">
                  <a:moveTo>
                    <a:pt x="0" y="8680"/>
                  </a:moveTo>
                  <a:lnTo>
                    <a:pt x="3645" y="1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3" name="Google Shape;343;p7"/>
            <p:cNvSpPr/>
            <p:nvPr/>
          </p:nvSpPr>
          <p:spPr>
            <a:xfrm>
              <a:off x="2515362" y="616449"/>
              <a:ext cx="62251" cy="457109"/>
            </a:xfrm>
            <a:custGeom>
              <a:rect b="b" l="l" r="r" t="t"/>
              <a:pathLst>
                <a:path extrusionOk="0" fill="none" h="9355" w="1274">
                  <a:moveTo>
                    <a:pt x="0" y="9355"/>
                  </a:moveTo>
                  <a:lnTo>
                    <a:pt x="1273" y="1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4" name="Google Shape;344;p7"/>
            <p:cNvSpPr/>
            <p:nvPr/>
          </p:nvSpPr>
          <p:spPr>
            <a:xfrm>
              <a:off x="2626524" y="614592"/>
              <a:ext cx="58488" cy="457109"/>
            </a:xfrm>
            <a:custGeom>
              <a:rect b="b" l="l" r="r" t="t"/>
              <a:pathLst>
                <a:path extrusionOk="0" fill="none" h="9355" w="1197">
                  <a:moveTo>
                    <a:pt x="1197" y="9354"/>
                  </a:moveTo>
                  <a:lnTo>
                    <a:pt x="1" y="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5" name="Google Shape;345;p7"/>
            <p:cNvSpPr/>
            <p:nvPr/>
          </p:nvSpPr>
          <p:spPr>
            <a:xfrm>
              <a:off x="2673677" y="598565"/>
              <a:ext cx="174390" cy="426961"/>
            </a:xfrm>
            <a:custGeom>
              <a:rect b="b" l="l" r="r" t="t"/>
              <a:pathLst>
                <a:path extrusionOk="0" fill="none" h="8738" w="3569">
                  <a:moveTo>
                    <a:pt x="3568" y="8737"/>
                  </a:moveTo>
                  <a:lnTo>
                    <a:pt x="0" y="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6" name="Google Shape;346;p7"/>
            <p:cNvSpPr/>
            <p:nvPr/>
          </p:nvSpPr>
          <p:spPr>
            <a:xfrm>
              <a:off x="2715113" y="572179"/>
              <a:ext cx="279005" cy="366615"/>
            </a:xfrm>
            <a:custGeom>
              <a:rect b="b" l="l" r="r" t="t"/>
              <a:pathLst>
                <a:path extrusionOk="0" fill="none" h="7503" w="5710">
                  <a:moveTo>
                    <a:pt x="5710" y="7503"/>
                  </a:moveTo>
                  <a:lnTo>
                    <a:pt x="1" y="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7" name="Google Shape;347;p7"/>
            <p:cNvSpPr/>
            <p:nvPr/>
          </p:nvSpPr>
          <p:spPr>
            <a:xfrm>
              <a:off x="2748095" y="535386"/>
              <a:ext cx="364759" cy="281839"/>
            </a:xfrm>
            <a:custGeom>
              <a:rect b="b" l="l" r="r" t="t"/>
              <a:pathLst>
                <a:path extrusionOk="0" fill="none" h="5768" w="7465">
                  <a:moveTo>
                    <a:pt x="7465" y="5768"/>
                  </a:moveTo>
                  <a:lnTo>
                    <a:pt x="1" y="1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8" name="Google Shape;348;p7"/>
            <p:cNvSpPr/>
            <p:nvPr/>
          </p:nvSpPr>
          <p:spPr>
            <a:xfrm>
              <a:off x="2770718" y="491116"/>
              <a:ext cx="424126" cy="179081"/>
            </a:xfrm>
            <a:custGeom>
              <a:rect b="b" l="l" r="r" t="t"/>
              <a:pathLst>
                <a:path extrusionOk="0" fill="none" h="3665" w="8680">
                  <a:moveTo>
                    <a:pt x="8680" y="3665"/>
                  </a:moveTo>
                  <a:lnTo>
                    <a:pt x="1" y="1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9" name="Google Shape;349;p7"/>
            <p:cNvSpPr/>
            <p:nvPr/>
          </p:nvSpPr>
          <p:spPr>
            <a:xfrm>
              <a:off x="2781077" y="443035"/>
              <a:ext cx="456180" cy="62251"/>
            </a:xfrm>
            <a:custGeom>
              <a:rect b="b" l="l" r="r" t="t"/>
              <a:pathLst>
                <a:path extrusionOk="0" fill="none" h="1274" w="9336">
                  <a:moveTo>
                    <a:pt x="9336" y="1274"/>
                  </a:moveTo>
                  <a:lnTo>
                    <a:pt x="1" y="1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0" name="Google Shape;350;p7"/>
            <p:cNvSpPr/>
            <p:nvPr/>
          </p:nvSpPr>
          <p:spPr>
            <a:xfrm>
              <a:off x="2778292" y="335635"/>
              <a:ext cx="457109" cy="58440"/>
            </a:xfrm>
            <a:custGeom>
              <a:rect b="b" l="l" r="r" t="t"/>
              <a:pathLst>
                <a:path extrusionOk="0" fill="none" h="1196" w="9355">
                  <a:moveTo>
                    <a:pt x="9354" y="0"/>
                  </a:moveTo>
                  <a:lnTo>
                    <a:pt x="0" y="1196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1" name="Google Shape;351;p7"/>
            <p:cNvSpPr/>
            <p:nvPr/>
          </p:nvSpPr>
          <p:spPr>
            <a:xfrm>
              <a:off x="2763194" y="172579"/>
              <a:ext cx="426032" cy="174390"/>
            </a:xfrm>
            <a:custGeom>
              <a:rect b="b" l="l" r="r" t="t"/>
              <a:pathLst>
                <a:path extrusionOk="0" fill="none" h="3569" w="8719">
                  <a:moveTo>
                    <a:pt x="8718" y="1"/>
                  </a:moveTo>
                  <a:lnTo>
                    <a:pt x="1" y="3569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2" name="Google Shape;352;p7"/>
            <p:cNvSpPr/>
            <p:nvPr/>
          </p:nvSpPr>
          <p:spPr>
            <a:xfrm>
              <a:off x="2735879" y="27457"/>
              <a:ext cx="366615" cy="278076"/>
            </a:xfrm>
            <a:custGeom>
              <a:rect b="b" l="l" r="r" t="t"/>
              <a:pathLst>
                <a:path extrusionOk="0" fill="none" h="5691" w="7503">
                  <a:moveTo>
                    <a:pt x="7503" y="0"/>
                  </a:moveTo>
                  <a:lnTo>
                    <a:pt x="0" y="569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3" name="Google Shape;353;p7"/>
            <p:cNvSpPr/>
            <p:nvPr/>
          </p:nvSpPr>
          <p:spPr>
            <a:xfrm>
              <a:off x="2699135" y="-91280"/>
              <a:ext cx="282767" cy="364759"/>
            </a:xfrm>
            <a:custGeom>
              <a:rect b="b" l="l" r="r" t="t"/>
              <a:pathLst>
                <a:path extrusionOk="0" fill="none" h="7465" w="5787">
                  <a:moveTo>
                    <a:pt x="5786" y="0"/>
                  </a:moveTo>
                  <a:lnTo>
                    <a:pt x="0" y="7464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4" name="Google Shape;354;p7"/>
            <p:cNvSpPr/>
            <p:nvPr/>
          </p:nvSpPr>
          <p:spPr>
            <a:xfrm>
              <a:off x="2655744" y="-174200"/>
              <a:ext cx="178153" cy="425055"/>
            </a:xfrm>
            <a:custGeom>
              <a:rect b="b" l="l" r="r" t="t"/>
              <a:pathLst>
                <a:path extrusionOk="0" fill="none" h="8699" w="3646">
                  <a:moveTo>
                    <a:pt x="3646" y="0"/>
                  </a:moveTo>
                  <a:lnTo>
                    <a:pt x="1" y="8698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55" name="Google Shape;355;p7"/>
          <p:cNvGrpSpPr/>
          <p:nvPr/>
        </p:nvGrpSpPr>
        <p:grpSpPr>
          <a:xfrm>
            <a:off x="-1031260" y="2597545"/>
            <a:ext cx="1965289" cy="517060"/>
            <a:chOff x="3539975" y="3523525"/>
            <a:chExt cx="745925" cy="196250"/>
          </a:xfrm>
        </p:grpSpPr>
        <p:sp>
          <p:nvSpPr>
            <p:cNvPr id="356" name="Google Shape;356;p7"/>
            <p:cNvSpPr/>
            <p:nvPr/>
          </p:nvSpPr>
          <p:spPr>
            <a:xfrm>
              <a:off x="3539975" y="3523525"/>
              <a:ext cx="196250" cy="196250"/>
            </a:xfrm>
            <a:custGeom>
              <a:rect b="b" l="l" r="r" t="t"/>
              <a:pathLst>
                <a:path extrusionOk="0" fill="none" h="7850" w="785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7" name="Google Shape;357;p7"/>
            <p:cNvSpPr/>
            <p:nvPr/>
          </p:nvSpPr>
          <p:spPr>
            <a:xfrm>
              <a:off x="3576625" y="3523525"/>
              <a:ext cx="196250" cy="196250"/>
            </a:xfrm>
            <a:custGeom>
              <a:rect b="b" l="l" r="r" t="t"/>
              <a:pathLst>
                <a:path extrusionOk="0" fill="none" h="7850" w="785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8" name="Google Shape;358;p7"/>
            <p:cNvSpPr/>
            <p:nvPr/>
          </p:nvSpPr>
          <p:spPr>
            <a:xfrm>
              <a:off x="3613250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1" y="0"/>
                  </a:moveTo>
                  <a:lnTo>
                    <a:pt x="7851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9" name="Google Shape;359;p7"/>
            <p:cNvSpPr/>
            <p:nvPr/>
          </p:nvSpPr>
          <p:spPr>
            <a:xfrm>
              <a:off x="3649900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1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0" name="Google Shape;360;p7"/>
            <p:cNvSpPr/>
            <p:nvPr/>
          </p:nvSpPr>
          <p:spPr>
            <a:xfrm>
              <a:off x="3686550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1" name="Google Shape;361;p7"/>
            <p:cNvSpPr/>
            <p:nvPr/>
          </p:nvSpPr>
          <p:spPr>
            <a:xfrm>
              <a:off x="3723200" y="3523525"/>
              <a:ext cx="196250" cy="196250"/>
            </a:xfrm>
            <a:custGeom>
              <a:rect b="b" l="l" r="r" t="t"/>
              <a:pathLst>
                <a:path extrusionOk="0" fill="none" h="7850" w="785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2" name="Google Shape;362;p7"/>
            <p:cNvSpPr/>
            <p:nvPr/>
          </p:nvSpPr>
          <p:spPr>
            <a:xfrm>
              <a:off x="3759825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1" y="0"/>
                  </a:moveTo>
                  <a:lnTo>
                    <a:pt x="7851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3" name="Google Shape;363;p7"/>
            <p:cNvSpPr/>
            <p:nvPr/>
          </p:nvSpPr>
          <p:spPr>
            <a:xfrm>
              <a:off x="3796475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1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4" name="Google Shape;364;p7"/>
            <p:cNvSpPr/>
            <p:nvPr/>
          </p:nvSpPr>
          <p:spPr>
            <a:xfrm>
              <a:off x="3833125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1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5" name="Google Shape;365;p7"/>
            <p:cNvSpPr/>
            <p:nvPr/>
          </p:nvSpPr>
          <p:spPr>
            <a:xfrm>
              <a:off x="3869775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6" name="Google Shape;366;p7"/>
            <p:cNvSpPr/>
            <p:nvPr/>
          </p:nvSpPr>
          <p:spPr>
            <a:xfrm>
              <a:off x="3906425" y="3523525"/>
              <a:ext cx="196250" cy="196250"/>
            </a:xfrm>
            <a:custGeom>
              <a:rect b="b" l="l" r="r" t="t"/>
              <a:pathLst>
                <a:path extrusionOk="0" fill="none" h="7850" w="785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7" name="Google Shape;367;p7"/>
            <p:cNvSpPr/>
            <p:nvPr/>
          </p:nvSpPr>
          <p:spPr>
            <a:xfrm>
              <a:off x="3943050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1" y="0"/>
                  </a:moveTo>
                  <a:lnTo>
                    <a:pt x="7851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8" name="Google Shape;368;p7"/>
            <p:cNvSpPr/>
            <p:nvPr/>
          </p:nvSpPr>
          <p:spPr>
            <a:xfrm>
              <a:off x="3979700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1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9" name="Google Shape;369;p7"/>
            <p:cNvSpPr/>
            <p:nvPr/>
          </p:nvSpPr>
          <p:spPr>
            <a:xfrm>
              <a:off x="4016350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1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0" name="Google Shape;370;p7"/>
            <p:cNvSpPr/>
            <p:nvPr/>
          </p:nvSpPr>
          <p:spPr>
            <a:xfrm>
              <a:off x="4053000" y="3523525"/>
              <a:ext cx="196250" cy="196250"/>
            </a:xfrm>
            <a:custGeom>
              <a:rect b="b" l="l" r="r" t="t"/>
              <a:pathLst>
                <a:path extrusionOk="0" fill="none" h="7850" w="785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1" name="Google Shape;371;p7"/>
            <p:cNvSpPr/>
            <p:nvPr/>
          </p:nvSpPr>
          <p:spPr>
            <a:xfrm>
              <a:off x="4089650" y="3523525"/>
              <a:ext cx="196250" cy="196250"/>
            </a:xfrm>
            <a:custGeom>
              <a:rect b="b" l="l" r="r" t="t"/>
              <a:pathLst>
                <a:path extrusionOk="0" fill="none" h="7850" w="785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72" name="Google Shape;372;p7"/>
          <p:cNvSpPr/>
          <p:nvPr/>
        </p:nvSpPr>
        <p:spPr>
          <a:xfrm>
            <a:off x="2947150" y="4258435"/>
            <a:ext cx="555517" cy="554294"/>
          </a:xfrm>
          <a:custGeom>
            <a:rect b="b" l="l" r="r" t="t"/>
            <a:pathLst>
              <a:path extrusionOk="0" h="11337" w="11362">
                <a:moveTo>
                  <a:pt x="11362" y="5668"/>
                </a:moveTo>
                <a:cubicBezTo>
                  <a:pt x="11362" y="8798"/>
                  <a:pt x="8823" y="11337"/>
                  <a:pt x="5669" y="11337"/>
                </a:cubicBezTo>
                <a:cubicBezTo>
                  <a:pt x="2539" y="11337"/>
                  <a:pt x="1" y="8798"/>
                  <a:pt x="1" y="5668"/>
                </a:cubicBezTo>
                <a:cubicBezTo>
                  <a:pt x="1" y="2539"/>
                  <a:pt x="2539" y="0"/>
                  <a:pt x="5669" y="0"/>
                </a:cubicBezTo>
                <a:cubicBezTo>
                  <a:pt x="8823" y="0"/>
                  <a:pt x="11362" y="2539"/>
                  <a:pt x="11362" y="5668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73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4" name="Google Shape;374;p8"/>
          <p:cNvPicPr preferRelativeResize="0"/>
          <p:nvPr/>
        </p:nvPicPr>
        <p:blipFill rotWithShape="1">
          <a:blip r:embed="rId2">
            <a:alphaModFix amt="60000"/>
          </a:blip>
          <a:srcRect b="10" l="0" r="0" t="10"/>
          <a:stretch/>
        </p:blipFill>
        <p:spPr>
          <a:xfrm rot="10800000">
            <a:off x="0" y="1"/>
            <a:ext cx="9144002" cy="5143499"/>
          </a:xfrm>
          <a:prstGeom prst="rect">
            <a:avLst/>
          </a:prstGeom>
          <a:noFill/>
          <a:ln>
            <a:noFill/>
          </a:ln>
        </p:spPr>
      </p:pic>
      <p:sp>
        <p:nvSpPr>
          <p:cNvPr id="375" name="Google Shape;375;p8"/>
          <p:cNvSpPr txBox="1"/>
          <p:nvPr>
            <p:ph type="title"/>
          </p:nvPr>
        </p:nvSpPr>
        <p:spPr>
          <a:xfrm>
            <a:off x="1987800" y="1227877"/>
            <a:ext cx="5168400" cy="2615400"/>
          </a:xfrm>
          <a:prstGeom prst="rect">
            <a:avLst/>
          </a:prstGeom>
        </p:spPr>
        <p:txBody>
          <a:bodyPr anchorCtr="0" anchor="ctr" bIns="91425" lIns="91425" spcFirstLastPara="1" rIns="91425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6900">
                <a:latin typeface="Aldrich"/>
                <a:ea typeface="Aldrich"/>
                <a:cs typeface="Aldrich"/>
                <a:sym typeface="Aldrich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grpSp>
        <p:nvGrpSpPr>
          <p:cNvPr id="376" name="Google Shape;376;p8"/>
          <p:cNvGrpSpPr/>
          <p:nvPr/>
        </p:nvGrpSpPr>
        <p:grpSpPr>
          <a:xfrm rot="-5400000">
            <a:off x="2819427" y="4284163"/>
            <a:ext cx="289170" cy="284718"/>
            <a:chOff x="426000" y="3302025"/>
            <a:chExt cx="220875" cy="217475"/>
          </a:xfrm>
        </p:grpSpPr>
        <p:sp>
          <p:nvSpPr>
            <p:cNvPr id="377" name="Google Shape;377;p8"/>
            <p:cNvSpPr/>
            <p:nvPr/>
          </p:nvSpPr>
          <p:spPr>
            <a:xfrm>
              <a:off x="426000" y="3425950"/>
              <a:ext cx="214125" cy="93550"/>
            </a:xfrm>
            <a:custGeom>
              <a:rect b="b" l="l" r="r" t="t"/>
              <a:pathLst>
                <a:path extrusionOk="0" h="3742" w="8565">
                  <a:moveTo>
                    <a:pt x="1" y="0"/>
                  </a:moveTo>
                  <a:cubicBezTo>
                    <a:pt x="290" y="2141"/>
                    <a:pt x="2122" y="3742"/>
                    <a:pt x="4283" y="3742"/>
                  </a:cubicBezTo>
                  <a:cubicBezTo>
                    <a:pt x="6443" y="3742"/>
                    <a:pt x="8275" y="2141"/>
                    <a:pt x="856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8" name="Google Shape;378;p8"/>
            <p:cNvSpPr/>
            <p:nvPr/>
          </p:nvSpPr>
          <p:spPr>
            <a:xfrm>
              <a:off x="432750" y="3302025"/>
              <a:ext cx="214125" cy="94050"/>
            </a:xfrm>
            <a:custGeom>
              <a:rect b="b" l="l" r="r" t="t"/>
              <a:pathLst>
                <a:path extrusionOk="0" h="3762" w="8565">
                  <a:moveTo>
                    <a:pt x="1" y="0"/>
                  </a:moveTo>
                  <a:cubicBezTo>
                    <a:pt x="271" y="2141"/>
                    <a:pt x="2103" y="3761"/>
                    <a:pt x="4283" y="3761"/>
                  </a:cubicBezTo>
                  <a:cubicBezTo>
                    <a:pt x="6443" y="3761"/>
                    <a:pt x="8275" y="2141"/>
                    <a:pt x="856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79" name="Google Shape;379;p8"/>
          <p:cNvGrpSpPr/>
          <p:nvPr/>
        </p:nvGrpSpPr>
        <p:grpSpPr>
          <a:xfrm rot="-5400000">
            <a:off x="1014983" y="3948380"/>
            <a:ext cx="357454" cy="956304"/>
            <a:chOff x="357713" y="600975"/>
            <a:chExt cx="357454" cy="956304"/>
          </a:xfrm>
        </p:grpSpPr>
        <p:sp>
          <p:nvSpPr>
            <p:cNvPr id="380" name="Google Shape;380;p8"/>
            <p:cNvSpPr/>
            <p:nvPr/>
          </p:nvSpPr>
          <p:spPr>
            <a:xfrm>
              <a:off x="357713" y="600975"/>
              <a:ext cx="357454" cy="357454"/>
            </a:xfrm>
            <a:custGeom>
              <a:rect b="b" l="l" r="r" t="t"/>
              <a:pathLst>
                <a:path extrusionOk="0" fill="none" h="6539" w="6539">
                  <a:moveTo>
                    <a:pt x="3954" y="367"/>
                  </a:moveTo>
                  <a:cubicBezTo>
                    <a:pt x="5535" y="752"/>
                    <a:pt x="6538" y="2353"/>
                    <a:pt x="6152" y="3954"/>
                  </a:cubicBezTo>
                  <a:cubicBezTo>
                    <a:pt x="5767" y="5535"/>
                    <a:pt x="4166" y="6538"/>
                    <a:pt x="2584" y="6153"/>
                  </a:cubicBezTo>
                  <a:cubicBezTo>
                    <a:pt x="984" y="5767"/>
                    <a:pt x="0" y="4166"/>
                    <a:pt x="366" y="2585"/>
                  </a:cubicBezTo>
                  <a:cubicBezTo>
                    <a:pt x="752" y="984"/>
                    <a:pt x="2353" y="0"/>
                    <a:pt x="3954" y="367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1" name="Google Shape;381;p8"/>
            <p:cNvSpPr/>
            <p:nvPr/>
          </p:nvSpPr>
          <p:spPr>
            <a:xfrm>
              <a:off x="374549" y="819196"/>
              <a:ext cx="324765" cy="324765"/>
            </a:xfrm>
            <a:custGeom>
              <a:rect b="b" l="l" r="r" t="t"/>
              <a:pathLst>
                <a:path extrusionOk="0" fill="none" h="5941" w="5941">
                  <a:moveTo>
                    <a:pt x="5941" y="2971"/>
                  </a:moveTo>
                  <a:cubicBezTo>
                    <a:pt x="5941" y="4610"/>
                    <a:pt x="4610" y="5941"/>
                    <a:pt x="2971" y="5941"/>
                  </a:cubicBezTo>
                  <a:cubicBezTo>
                    <a:pt x="1331" y="5941"/>
                    <a:pt x="1" y="4610"/>
                    <a:pt x="1" y="2971"/>
                  </a:cubicBezTo>
                  <a:cubicBezTo>
                    <a:pt x="1" y="1331"/>
                    <a:pt x="1331" y="1"/>
                    <a:pt x="2971" y="1"/>
                  </a:cubicBezTo>
                  <a:cubicBezTo>
                    <a:pt x="4610" y="1"/>
                    <a:pt x="5941" y="1331"/>
                    <a:pt x="5941" y="2971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2" name="Google Shape;382;p8"/>
            <p:cNvSpPr/>
            <p:nvPr/>
          </p:nvSpPr>
          <p:spPr>
            <a:xfrm>
              <a:off x="357713" y="997347"/>
              <a:ext cx="357454" cy="357509"/>
            </a:xfrm>
            <a:custGeom>
              <a:rect b="b" l="l" r="r" t="t"/>
              <a:pathLst>
                <a:path extrusionOk="0" fill="none" h="6540" w="6539">
                  <a:moveTo>
                    <a:pt x="3954" y="387"/>
                  </a:moveTo>
                  <a:cubicBezTo>
                    <a:pt x="5555" y="753"/>
                    <a:pt x="6538" y="2354"/>
                    <a:pt x="6152" y="3955"/>
                  </a:cubicBezTo>
                  <a:cubicBezTo>
                    <a:pt x="5767" y="5556"/>
                    <a:pt x="4166" y="6539"/>
                    <a:pt x="2584" y="6153"/>
                  </a:cubicBezTo>
                  <a:cubicBezTo>
                    <a:pt x="984" y="5787"/>
                    <a:pt x="0" y="4186"/>
                    <a:pt x="366" y="2585"/>
                  </a:cubicBezTo>
                  <a:cubicBezTo>
                    <a:pt x="752" y="985"/>
                    <a:pt x="2353" y="1"/>
                    <a:pt x="3954" y="387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3" name="Google Shape;383;p8"/>
            <p:cNvSpPr/>
            <p:nvPr/>
          </p:nvSpPr>
          <p:spPr>
            <a:xfrm>
              <a:off x="358751" y="1200863"/>
              <a:ext cx="356416" cy="356416"/>
            </a:xfrm>
            <a:custGeom>
              <a:rect b="b" l="l" r="r" t="t"/>
              <a:pathLst>
                <a:path extrusionOk="0" fill="none" h="6520" w="6520">
                  <a:moveTo>
                    <a:pt x="5362" y="1158"/>
                  </a:moveTo>
                  <a:cubicBezTo>
                    <a:pt x="6519" y="2315"/>
                    <a:pt x="6519" y="4186"/>
                    <a:pt x="5362" y="5343"/>
                  </a:cubicBezTo>
                  <a:cubicBezTo>
                    <a:pt x="4186" y="6519"/>
                    <a:pt x="2315" y="6519"/>
                    <a:pt x="1157" y="5343"/>
                  </a:cubicBezTo>
                  <a:cubicBezTo>
                    <a:pt x="0" y="4186"/>
                    <a:pt x="0" y="2315"/>
                    <a:pt x="1157" y="1158"/>
                  </a:cubicBezTo>
                  <a:cubicBezTo>
                    <a:pt x="2315" y="0"/>
                    <a:pt x="4186" y="0"/>
                    <a:pt x="5362" y="1158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84" name="Google Shape;384;p8"/>
          <p:cNvSpPr/>
          <p:nvPr/>
        </p:nvSpPr>
        <p:spPr>
          <a:xfrm>
            <a:off x="5427233" y="4098668"/>
            <a:ext cx="555517" cy="554294"/>
          </a:xfrm>
          <a:custGeom>
            <a:rect b="b" l="l" r="r" t="t"/>
            <a:pathLst>
              <a:path extrusionOk="0" h="11337" w="11362">
                <a:moveTo>
                  <a:pt x="11362" y="5668"/>
                </a:moveTo>
                <a:cubicBezTo>
                  <a:pt x="11362" y="8798"/>
                  <a:pt x="8823" y="11337"/>
                  <a:pt x="5669" y="11337"/>
                </a:cubicBezTo>
                <a:cubicBezTo>
                  <a:pt x="2539" y="11337"/>
                  <a:pt x="1" y="8798"/>
                  <a:pt x="1" y="5668"/>
                </a:cubicBezTo>
                <a:cubicBezTo>
                  <a:pt x="1" y="2539"/>
                  <a:pt x="2539" y="0"/>
                  <a:pt x="5669" y="0"/>
                </a:cubicBezTo>
                <a:cubicBezTo>
                  <a:pt x="8823" y="0"/>
                  <a:pt x="11362" y="2539"/>
                  <a:pt x="11362" y="5668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85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6" name="Google Shape;386;p9"/>
          <p:cNvPicPr preferRelativeResize="0"/>
          <p:nvPr/>
        </p:nvPicPr>
        <p:blipFill rotWithShape="1">
          <a:blip r:embed="rId2">
            <a:alphaModFix amt="60000"/>
          </a:blip>
          <a:srcRect b="10" l="0" r="0" t="10"/>
          <a:stretch/>
        </p:blipFill>
        <p:spPr>
          <a:xfrm flipH="1" rot="10800000">
            <a:off x="0" y="1"/>
            <a:ext cx="9144002" cy="5143499"/>
          </a:xfrm>
          <a:prstGeom prst="rect">
            <a:avLst/>
          </a:prstGeom>
          <a:noFill/>
          <a:ln>
            <a:noFill/>
          </a:ln>
        </p:spPr>
      </p:pic>
      <p:sp>
        <p:nvSpPr>
          <p:cNvPr id="387" name="Google Shape;387;p9"/>
          <p:cNvSpPr txBox="1"/>
          <p:nvPr>
            <p:ph type="title"/>
          </p:nvPr>
        </p:nvSpPr>
        <p:spPr>
          <a:xfrm>
            <a:off x="803348" y="1764416"/>
            <a:ext cx="4635900" cy="6321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8" name="Google Shape;388;p9"/>
          <p:cNvSpPr txBox="1"/>
          <p:nvPr>
            <p:ph idx="1" type="subTitle"/>
          </p:nvPr>
        </p:nvSpPr>
        <p:spPr>
          <a:xfrm>
            <a:off x="803350" y="2483809"/>
            <a:ext cx="4635900" cy="133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17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grpSp>
        <p:nvGrpSpPr>
          <p:cNvPr id="389" name="Google Shape;389;p9"/>
          <p:cNvGrpSpPr/>
          <p:nvPr/>
        </p:nvGrpSpPr>
        <p:grpSpPr>
          <a:xfrm>
            <a:off x="391864" y="4307270"/>
            <a:ext cx="289170" cy="284718"/>
            <a:chOff x="426000" y="3302025"/>
            <a:chExt cx="220875" cy="217475"/>
          </a:xfrm>
        </p:grpSpPr>
        <p:sp>
          <p:nvSpPr>
            <p:cNvPr id="390" name="Google Shape;390;p9"/>
            <p:cNvSpPr/>
            <p:nvPr/>
          </p:nvSpPr>
          <p:spPr>
            <a:xfrm>
              <a:off x="426000" y="3425950"/>
              <a:ext cx="214125" cy="93550"/>
            </a:xfrm>
            <a:custGeom>
              <a:rect b="b" l="l" r="r" t="t"/>
              <a:pathLst>
                <a:path extrusionOk="0" h="3742" w="8565">
                  <a:moveTo>
                    <a:pt x="1" y="0"/>
                  </a:moveTo>
                  <a:cubicBezTo>
                    <a:pt x="290" y="2141"/>
                    <a:pt x="2122" y="3742"/>
                    <a:pt x="4283" y="3742"/>
                  </a:cubicBezTo>
                  <a:cubicBezTo>
                    <a:pt x="6443" y="3742"/>
                    <a:pt x="8275" y="2141"/>
                    <a:pt x="856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1" name="Google Shape;391;p9"/>
            <p:cNvSpPr/>
            <p:nvPr/>
          </p:nvSpPr>
          <p:spPr>
            <a:xfrm>
              <a:off x="432750" y="3302025"/>
              <a:ext cx="214125" cy="94050"/>
            </a:xfrm>
            <a:custGeom>
              <a:rect b="b" l="l" r="r" t="t"/>
              <a:pathLst>
                <a:path extrusionOk="0" h="3762" w="8565">
                  <a:moveTo>
                    <a:pt x="1" y="0"/>
                  </a:moveTo>
                  <a:cubicBezTo>
                    <a:pt x="271" y="2141"/>
                    <a:pt x="2103" y="3761"/>
                    <a:pt x="4283" y="3761"/>
                  </a:cubicBezTo>
                  <a:cubicBezTo>
                    <a:pt x="6443" y="3761"/>
                    <a:pt x="8275" y="2141"/>
                    <a:pt x="856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92" name="Google Shape;392;p9"/>
          <p:cNvGrpSpPr/>
          <p:nvPr/>
        </p:nvGrpSpPr>
        <p:grpSpPr>
          <a:xfrm>
            <a:off x="4724908" y="599573"/>
            <a:ext cx="793256" cy="182899"/>
            <a:chOff x="2685575" y="2835950"/>
            <a:chExt cx="433000" cy="99825"/>
          </a:xfrm>
        </p:grpSpPr>
        <p:sp>
          <p:nvSpPr>
            <p:cNvPr id="393" name="Google Shape;393;p9"/>
            <p:cNvSpPr/>
            <p:nvPr/>
          </p:nvSpPr>
          <p:spPr>
            <a:xfrm>
              <a:off x="3032250" y="2835950"/>
              <a:ext cx="86325" cy="99825"/>
            </a:xfrm>
            <a:custGeom>
              <a:rect b="b" l="l" r="r" t="t"/>
              <a:pathLst>
                <a:path extrusionOk="0" h="3993" w="3453">
                  <a:moveTo>
                    <a:pt x="3453" y="0"/>
                  </a:moveTo>
                  <a:lnTo>
                    <a:pt x="0" y="2006"/>
                  </a:lnTo>
                  <a:lnTo>
                    <a:pt x="3453" y="3993"/>
                  </a:lnTo>
                  <a:lnTo>
                    <a:pt x="3453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4" name="Google Shape;394;p9"/>
            <p:cNvSpPr/>
            <p:nvPr/>
          </p:nvSpPr>
          <p:spPr>
            <a:xfrm>
              <a:off x="2917000" y="2835950"/>
              <a:ext cx="85850" cy="99825"/>
            </a:xfrm>
            <a:custGeom>
              <a:rect b="b" l="l" r="r" t="t"/>
              <a:pathLst>
                <a:path extrusionOk="0" h="3993" w="3434">
                  <a:moveTo>
                    <a:pt x="3434" y="0"/>
                  </a:moveTo>
                  <a:lnTo>
                    <a:pt x="1" y="2006"/>
                  </a:lnTo>
                  <a:lnTo>
                    <a:pt x="3434" y="3993"/>
                  </a:lnTo>
                  <a:lnTo>
                    <a:pt x="3434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5" name="Google Shape;395;p9"/>
            <p:cNvSpPr/>
            <p:nvPr/>
          </p:nvSpPr>
          <p:spPr>
            <a:xfrm>
              <a:off x="2801300" y="2835950"/>
              <a:ext cx="86325" cy="99825"/>
            </a:xfrm>
            <a:custGeom>
              <a:rect b="b" l="l" r="r" t="t"/>
              <a:pathLst>
                <a:path extrusionOk="0" h="3993" w="3453">
                  <a:moveTo>
                    <a:pt x="3452" y="0"/>
                  </a:moveTo>
                  <a:lnTo>
                    <a:pt x="0" y="2006"/>
                  </a:lnTo>
                  <a:lnTo>
                    <a:pt x="3452" y="3993"/>
                  </a:lnTo>
                  <a:lnTo>
                    <a:pt x="3452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6" name="Google Shape;396;p9"/>
            <p:cNvSpPr/>
            <p:nvPr/>
          </p:nvSpPr>
          <p:spPr>
            <a:xfrm>
              <a:off x="2685575" y="2835950"/>
              <a:ext cx="86325" cy="99825"/>
            </a:xfrm>
            <a:custGeom>
              <a:rect b="b" l="l" r="r" t="t"/>
              <a:pathLst>
                <a:path extrusionOk="0" h="3993" w="3453">
                  <a:moveTo>
                    <a:pt x="3453" y="0"/>
                  </a:moveTo>
                  <a:lnTo>
                    <a:pt x="0" y="2006"/>
                  </a:lnTo>
                  <a:lnTo>
                    <a:pt x="3453" y="3993"/>
                  </a:lnTo>
                  <a:lnTo>
                    <a:pt x="3453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97" name="Google Shape;397;p9"/>
          <p:cNvGrpSpPr/>
          <p:nvPr/>
        </p:nvGrpSpPr>
        <p:grpSpPr>
          <a:xfrm>
            <a:off x="3091076" y="4281547"/>
            <a:ext cx="2019176" cy="2019176"/>
            <a:chOff x="1943325" y="-220375"/>
            <a:chExt cx="1298672" cy="1298672"/>
          </a:xfrm>
        </p:grpSpPr>
        <p:sp>
          <p:nvSpPr>
            <p:cNvPr id="398" name="Google Shape;398;p9"/>
            <p:cNvSpPr/>
            <p:nvPr/>
          </p:nvSpPr>
          <p:spPr>
            <a:xfrm>
              <a:off x="2582255" y="-220375"/>
              <a:ext cx="49" cy="460871"/>
            </a:xfrm>
            <a:custGeom>
              <a:rect b="b" l="l" r="r" t="t"/>
              <a:pathLst>
                <a:path extrusionOk="0" fill="none" h="9432" w="1">
                  <a:moveTo>
                    <a:pt x="0" y="0"/>
                  </a:moveTo>
                  <a:lnTo>
                    <a:pt x="0" y="9431"/>
                  </a:lnTo>
                </a:path>
              </a:pathLst>
            </a:custGeom>
            <a:solidFill>
              <a:schemeClr val="dk2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9" name="Google Shape;399;p9"/>
            <p:cNvSpPr/>
            <p:nvPr/>
          </p:nvSpPr>
          <p:spPr>
            <a:xfrm>
              <a:off x="2414509" y="-195895"/>
              <a:ext cx="118785" cy="444844"/>
            </a:xfrm>
            <a:custGeom>
              <a:rect b="b" l="l" r="r" t="t"/>
              <a:pathLst>
                <a:path extrusionOk="0" fill="none" h="9104" w="2431">
                  <a:moveTo>
                    <a:pt x="0" y="1"/>
                  </a:moveTo>
                  <a:lnTo>
                    <a:pt x="2431" y="9104"/>
                  </a:lnTo>
                </a:path>
              </a:pathLst>
            </a:custGeom>
            <a:solidFill>
              <a:schemeClr val="dk2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0" name="Google Shape;400;p9"/>
            <p:cNvSpPr/>
            <p:nvPr/>
          </p:nvSpPr>
          <p:spPr>
            <a:xfrm>
              <a:off x="2259027" y="-128024"/>
              <a:ext cx="229996" cy="398669"/>
            </a:xfrm>
            <a:custGeom>
              <a:rect b="b" l="l" r="r" t="t"/>
              <a:pathLst>
                <a:path extrusionOk="0" fill="none" h="8159" w="4707">
                  <a:moveTo>
                    <a:pt x="0" y="0"/>
                  </a:moveTo>
                  <a:lnTo>
                    <a:pt x="4706" y="8158"/>
                  </a:lnTo>
                </a:path>
              </a:pathLst>
            </a:custGeom>
            <a:solidFill>
              <a:schemeClr val="dk2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1" name="Google Shape;401;p9"/>
            <p:cNvSpPr/>
            <p:nvPr/>
          </p:nvSpPr>
          <p:spPr>
            <a:xfrm>
              <a:off x="2126121" y="-22481"/>
              <a:ext cx="325180" cy="325180"/>
            </a:xfrm>
            <a:custGeom>
              <a:rect b="b" l="l" r="r" t="t"/>
              <a:pathLst>
                <a:path extrusionOk="0" fill="none" h="6655" w="6655">
                  <a:moveTo>
                    <a:pt x="1" y="0"/>
                  </a:moveTo>
                  <a:lnTo>
                    <a:pt x="6655" y="6654"/>
                  </a:lnTo>
                </a:path>
              </a:pathLst>
            </a:custGeom>
            <a:solidFill>
              <a:schemeClr val="dk2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2" name="Google Shape;402;p9"/>
            <p:cNvSpPr/>
            <p:nvPr/>
          </p:nvSpPr>
          <p:spPr>
            <a:xfrm>
              <a:off x="2025317" y="113211"/>
              <a:ext cx="398669" cy="230924"/>
            </a:xfrm>
            <a:custGeom>
              <a:rect b="b" l="l" r="r" t="t"/>
              <a:pathLst>
                <a:path extrusionOk="0" fill="none" h="4726" w="8159">
                  <a:moveTo>
                    <a:pt x="0" y="1"/>
                  </a:moveTo>
                  <a:lnTo>
                    <a:pt x="8158" y="4726"/>
                  </a:lnTo>
                </a:path>
              </a:pathLst>
            </a:custGeom>
            <a:solidFill>
              <a:schemeClr val="dk2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3" name="Google Shape;403;p9"/>
            <p:cNvSpPr/>
            <p:nvPr/>
          </p:nvSpPr>
          <p:spPr>
            <a:xfrm>
              <a:off x="1963114" y="270598"/>
              <a:ext cx="444844" cy="119713"/>
            </a:xfrm>
            <a:custGeom>
              <a:rect b="b" l="l" r="r" t="t"/>
              <a:pathLst>
                <a:path extrusionOk="0" fill="none" h="2450" w="9104">
                  <a:moveTo>
                    <a:pt x="0" y="0"/>
                  </a:moveTo>
                  <a:lnTo>
                    <a:pt x="9103" y="2450"/>
                  </a:lnTo>
                </a:path>
              </a:pathLst>
            </a:custGeom>
            <a:solidFill>
              <a:schemeClr val="dk2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4" name="Google Shape;404;p9"/>
            <p:cNvSpPr/>
            <p:nvPr/>
          </p:nvSpPr>
          <p:spPr>
            <a:xfrm>
              <a:off x="1943325" y="439273"/>
              <a:ext cx="460871" cy="49"/>
            </a:xfrm>
            <a:custGeom>
              <a:rect b="b" l="l" r="r" t="t"/>
              <a:pathLst>
                <a:path extrusionOk="0" fill="none" h="1" w="9432">
                  <a:moveTo>
                    <a:pt x="0" y="1"/>
                  </a:moveTo>
                  <a:lnTo>
                    <a:pt x="9431" y="1"/>
                  </a:lnTo>
                </a:path>
              </a:pathLst>
            </a:custGeom>
            <a:solidFill>
              <a:schemeClr val="dk2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5" name="Google Shape;405;p9"/>
            <p:cNvSpPr/>
            <p:nvPr/>
          </p:nvSpPr>
          <p:spPr>
            <a:xfrm>
              <a:off x="1967805" y="487354"/>
              <a:ext cx="445821" cy="119713"/>
            </a:xfrm>
            <a:custGeom>
              <a:rect b="b" l="l" r="r" t="t"/>
              <a:pathLst>
                <a:path extrusionOk="0" fill="none" h="2450" w="9124">
                  <a:moveTo>
                    <a:pt x="1" y="2450"/>
                  </a:moveTo>
                  <a:lnTo>
                    <a:pt x="9123" y="0"/>
                  </a:lnTo>
                </a:path>
              </a:pathLst>
            </a:custGeom>
            <a:solidFill>
              <a:schemeClr val="dk2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6" name="Google Shape;406;p9"/>
            <p:cNvSpPr/>
            <p:nvPr/>
          </p:nvSpPr>
          <p:spPr>
            <a:xfrm>
              <a:off x="2035676" y="532600"/>
              <a:ext cx="398669" cy="229996"/>
            </a:xfrm>
            <a:custGeom>
              <a:rect b="b" l="l" r="r" t="t"/>
              <a:pathLst>
                <a:path extrusionOk="0" fill="none" h="4707" w="8159">
                  <a:moveTo>
                    <a:pt x="0" y="4706"/>
                  </a:moveTo>
                  <a:lnTo>
                    <a:pt x="8158" y="0"/>
                  </a:lnTo>
                </a:path>
              </a:pathLst>
            </a:custGeom>
            <a:solidFill>
              <a:schemeClr val="dk2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7" name="Google Shape;407;p9"/>
            <p:cNvSpPr/>
            <p:nvPr/>
          </p:nvSpPr>
          <p:spPr>
            <a:xfrm>
              <a:off x="2141219" y="569345"/>
              <a:ext cx="326108" cy="326108"/>
            </a:xfrm>
            <a:custGeom>
              <a:rect b="b" l="l" r="r" t="t"/>
              <a:pathLst>
                <a:path extrusionOk="0" fill="none" h="6674" w="6674">
                  <a:moveTo>
                    <a:pt x="0" y="6674"/>
                  </a:moveTo>
                  <a:lnTo>
                    <a:pt x="6673" y="0"/>
                  </a:lnTo>
                </a:path>
              </a:pathLst>
            </a:custGeom>
            <a:solidFill>
              <a:schemeClr val="dk2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8" name="Google Shape;408;p9"/>
            <p:cNvSpPr/>
            <p:nvPr/>
          </p:nvSpPr>
          <p:spPr>
            <a:xfrm>
              <a:off x="2277840" y="597588"/>
              <a:ext cx="229996" cy="398718"/>
            </a:xfrm>
            <a:custGeom>
              <a:rect b="b" l="l" r="r" t="t"/>
              <a:pathLst>
                <a:path extrusionOk="0" fill="none" h="8160" w="4707">
                  <a:moveTo>
                    <a:pt x="1" y="8159"/>
                  </a:moveTo>
                  <a:lnTo>
                    <a:pt x="4707" y="1"/>
                  </a:lnTo>
                </a:path>
              </a:pathLst>
            </a:custGeom>
            <a:solidFill>
              <a:schemeClr val="dk2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9" name="Google Shape;409;p9"/>
            <p:cNvSpPr/>
            <p:nvPr/>
          </p:nvSpPr>
          <p:spPr>
            <a:xfrm>
              <a:off x="2435227" y="613615"/>
              <a:ext cx="118785" cy="444893"/>
            </a:xfrm>
            <a:custGeom>
              <a:rect b="b" l="l" r="r" t="t"/>
              <a:pathLst>
                <a:path extrusionOk="0" fill="none" h="9105" w="2431">
                  <a:moveTo>
                    <a:pt x="1" y="9104"/>
                  </a:moveTo>
                  <a:lnTo>
                    <a:pt x="2431" y="1"/>
                  </a:lnTo>
                </a:path>
              </a:pathLst>
            </a:custGeom>
            <a:solidFill>
              <a:schemeClr val="dk2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0" name="Google Shape;410;p9"/>
            <p:cNvSpPr/>
            <p:nvPr/>
          </p:nvSpPr>
          <p:spPr>
            <a:xfrm>
              <a:off x="2602973" y="617377"/>
              <a:ext cx="49" cy="460920"/>
            </a:xfrm>
            <a:custGeom>
              <a:rect b="b" l="l" r="r" t="t"/>
              <a:pathLst>
                <a:path extrusionOk="0" fill="none" h="9433" w="1">
                  <a:moveTo>
                    <a:pt x="1" y="9432"/>
                  </a:moveTo>
                  <a:lnTo>
                    <a:pt x="1" y="1"/>
                  </a:lnTo>
                </a:path>
              </a:pathLst>
            </a:custGeom>
            <a:solidFill>
              <a:schemeClr val="dk2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1" name="Google Shape;411;p9"/>
            <p:cNvSpPr/>
            <p:nvPr/>
          </p:nvSpPr>
          <p:spPr>
            <a:xfrm>
              <a:off x="2651982" y="607996"/>
              <a:ext cx="118785" cy="444844"/>
            </a:xfrm>
            <a:custGeom>
              <a:rect b="b" l="l" r="r" t="t"/>
              <a:pathLst>
                <a:path extrusionOk="0" fill="none" h="9104" w="2431">
                  <a:moveTo>
                    <a:pt x="2431" y="9103"/>
                  </a:moveTo>
                  <a:lnTo>
                    <a:pt x="1" y="0"/>
                  </a:lnTo>
                </a:path>
              </a:pathLst>
            </a:custGeom>
            <a:solidFill>
              <a:schemeClr val="dk2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2" name="Google Shape;412;p9"/>
            <p:cNvSpPr/>
            <p:nvPr/>
          </p:nvSpPr>
          <p:spPr>
            <a:xfrm>
              <a:off x="2696300" y="586301"/>
              <a:ext cx="229996" cy="398669"/>
            </a:xfrm>
            <a:custGeom>
              <a:rect b="b" l="l" r="r" t="t"/>
              <a:pathLst>
                <a:path extrusionOk="0" fill="none" h="8159" w="4707">
                  <a:moveTo>
                    <a:pt x="4706" y="8159"/>
                  </a:moveTo>
                  <a:lnTo>
                    <a:pt x="0" y="0"/>
                  </a:lnTo>
                </a:path>
              </a:pathLst>
            </a:custGeom>
            <a:solidFill>
              <a:schemeClr val="dk2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3" name="Google Shape;413;p9"/>
            <p:cNvSpPr/>
            <p:nvPr/>
          </p:nvSpPr>
          <p:spPr>
            <a:xfrm>
              <a:off x="2733974" y="554247"/>
              <a:ext cx="325180" cy="326108"/>
            </a:xfrm>
            <a:custGeom>
              <a:rect b="b" l="l" r="r" t="t"/>
              <a:pathLst>
                <a:path extrusionOk="0" fill="none" h="6674" w="6655">
                  <a:moveTo>
                    <a:pt x="6655" y="6674"/>
                  </a:moveTo>
                  <a:lnTo>
                    <a:pt x="1" y="1"/>
                  </a:lnTo>
                </a:path>
              </a:pathLst>
            </a:custGeom>
            <a:solidFill>
              <a:schemeClr val="dk2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4" name="Google Shape;414;p9"/>
            <p:cNvSpPr/>
            <p:nvPr/>
          </p:nvSpPr>
          <p:spPr>
            <a:xfrm>
              <a:off x="2761288" y="513739"/>
              <a:ext cx="398718" cy="229996"/>
            </a:xfrm>
            <a:custGeom>
              <a:rect b="b" l="l" r="r" t="t"/>
              <a:pathLst>
                <a:path extrusionOk="0" fill="none" h="4707" w="8160">
                  <a:moveTo>
                    <a:pt x="8159" y="4706"/>
                  </a:moveTo>
                  <a:lnTo>
                    <a:pt x="1" y="0"/>
                  </a:lnTo>
                </a:path>
              </a:pathLst>
            </a:custGeom>
            <a:solidFill>
              <a:schemeClr val="dk2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5" name="Google Shape;415;p9"/>
            <p:cNvSpPr/>
            <p:nvPr/>
          </p:nvSpPr>
          <p:spPr>
            <a:xfrm>
              <a:off x="2777315" y="466636"/>
              <a:ext cx="444893" cy="119713"/>
            </a:xfrm>
            <a:custGeom>
              <a:rect b="b" l="l" r="r" t="t"/>
              <a:pathLst>
                <a:path extrusionOk="0" fill="none" h="2450" w="9105">
                  <a:moveTo>
                    <a:pt x="9104" y="2449"/>
                  </a:moveTo>
                  <a:lnTo>
                    <a:pt x="1" y="0"/>
                  </a:lnTo>
                </a:path>
              </a:pathLst>
            </a:custGeom>
            <a:solidFill>
              <a:schemeClr val="dk2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6" name="Google Shape;416;p9"/>
            <p:cNvSpPr/>
            <p:nvPr/>
          </p:nvSpPr>
          <p:spPr>
            <a:xfrm>
              <a:off x="2781077" y="417626"/>
              <a:ext cx="460920" cy="49"/>
            </a:xfrm>
            <a:custGeom>
              <a:rect b="b" l="l" r="r" t="t"/>
              <a:pathLst>
                <a:path extrusionOk="0" fill="none" h="1" w="9433">
                  <a:moveTo>
                    <a:pt x="9432" y="0"/>
                  </a:moveTo>
                  <a:lnTo>
                    <a:pt x="1" y="0"/>
                  </a:lnTo>
                </a:path>
              </a:pathLst>
            </a:custGeom>
            <a:solidFill>
              <a:schemeClr val="dk2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7" name="Google Shape;417;p9"/>
            <p:cNvSpPr/>
            <p:nvPr/>
          </p:nvSpPr>
          <p:spPr>
            <a:xfrm>
              <a:off x="2771696" y="249880"/>
              <a:ext cx="444844" cy="119713"/>
            </a:xfrm>
            <a:custGeom>
              <a:rect b="b" l="l" r="r" t="t"/>
              <a:pathLst>
                <a:path extrusionOk="0" fill="none" h="2450" w="9104">
                  <a:moveTo>
                    <a:pt x="9103" y="0"/>
                  </a:moveTo>
                  <a:lnTo>
                    <a:pt x="0" y="2450"/>
                  </a:lnTo>
                </a:path>
              </a:pathLst>
            </a:custGeom>
            <a:solidFill>
              <a:schemeClr val="dk2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8" name="Google Shape;418;p9"/>
            <p:cNvSpPr/>
            <p:nvPr/>
          </p:nvSpPr>
          <p:spPr>
            <a:xfrm>
              <a:off x="2750929" y="94350"/>
              <a:ext cx="398718" cy="230973"/>
            </a:xfrm>
            <a:custGeom>
              <a:rect b="b" l="l" r="r" t="t"/>
              <a:pathLst>
                <a:path extrusionOk="0" fill="none" h="4727" w="8160">
                  <a:moveTo>
                    <a:pt x="8159" y="1"/>
                  </a:moveTo>
                  <a:lnTo>
                    <a:pt x="1" y="4726"/>
                  </a:lnTo>
                </a:path>
              </a:pathLst>
            </a:custGeom>
            <a:solidFill>
              <a:schemeClr val="dk2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9" name="Google Shape;419;p9"/>
            <p:cNvSpPr/>
            <p:nvPr/>
          </p:nvSpPr>
          <p:spPr>
            <a:xfrm>
              <a:off x="2717947" y="-38508"/>
              <a:ext cx="326108" cy="326108"/>
            </a:xfrm>
            <a:custGeom>
              <a:rect b="b" l="l" r="r" t="t"/>
              <a:pathLst>
                <a:path extrusionOk="0" fill="none" h="6674" w="6674">
                  <a:moveTo>
                    <a:pt x="6674" y="0"/>
                  </a:moveTo>
                  <a:lnTo>
                    <a:pt x="1" y="6674"/>
                  </a:lnTo>
                </a:path>
              </a:pathLst>
            </a:custGeom>
            <a:solidFill>
              <a:schemeClr val="dk2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0" name="Google Shape;420;p9"/>
            <p:cNvSpPr/>
            <p:nvPr/>
          </p:nvSpPr>
          <p:spPr>
            <a:xfrm>
              <a:off x="2677439" y="-139361"/>
              <a:ext cx="229996" cy="399646"/>
            </a:xfrm>
            <a:custGeom>
              <a:rect b="b" l="l" r="r" t="t"/>
              <a:pathLst>
                <a:path extrusionOk="0" fill="none" h="8179" w="4707">
                  <a:moveTo>
                    <a:pt x="4706" y="1"/>
                  </a:moveTo>
                  <a:lnTo>
                    <a:pt x="0" y="8178"/>
                  </a:lnTo>
                </a:path>
              </a:pathLst>
            </a:custGeom>
            <a:solidFill>
              <a:schemeClr val="dk2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1" name="Google Shape;421;p9"/>
            <p:cNvSpPr/>
            <p:nvPr/>
          </p:nvSpPr>
          <p:spPr>
            <a:xfrm>
              <a:off x="2631264" y="-201563"/>
              <a:ext cx="118785" cy="444893"/>
            </a:xfrm>
            <a:custGeom>
              <a:rect b="b" l="l" r="r" t="t"/>
              <a:pathLst>
                <a:path extrusionOk="0" fill="none" h="9105" w="2431">
                  <a:moveTo>
                    <a:pt x="2430" y="1"/>
                  </a:moveTo>
                  <a:lnTo>
                    <a:pt x="0" y="9104"/>
                  </a:lnTo>
                </a:path>
              </a:pathLst>
            </a:custGeom>
            <a:solidFill>
              <a:schemeClr val="dk2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2" name="Google Shape;422;p9"/>
            <p:cNvSpPr/>
            <p:nvPr/>
          </p:nvSpPr>
          <p:spPr>
            <a:xfrm>
              <a:off x="2607712" y="-215684"/>
              <a:ext cx="62251" cy="456180"/>
            </a:xfrm>
            <a:custGeom>
              <a:rect b="b" l="l" r="r" t="t"/>
              <a:pathLst>
                <a:path extrusionOk="0" fill="none" h="9336" w="1274">
                  <a:moveTo>
                    <a:pt x="1273" y="0"/>
                  </a:moveTo>
                  <a:lnTo>
                    <a:pt x="0" y="9335"/>
                  </a:lnTo>
                </a:path>
              </a:pathLst>
            </a:custGeom>
            <a:solidFill>
              <a:schemeClr val="dk2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3" name="Google Shape;423;p9"/>
            <p:cNvSpPr/>
            <p:nvPr/>
          </p:nvSpPr>
          <p:spPr>
            <a:xfrm>
              <a:off x="2500263" y="-213779"/>
              <a:ext cx="57511" cy="457109"/>
            </a:xfrm>
            <a:custGeom>
              <a:rect b="b" l="l" r="r" t="t"/>
              <a:pathLst>
                <a:path extrusionOk="0" fill="none" h="9355" w="1177">
                  <a:moveTo>
                    <a:pt x="1" y="0"/>
                  </a:moveTo>
                  <a:lnTo>
                    <a:pt x="1177" y="9354"/>
                  </a:lnTo>
                </a:path>
              </a:pathLst>
            </a:custGeom>
            <a:solidFill>
              <a:schemeClr val="dk2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4" name="Google Shape;424;p9"/>
            <p:cNvSpPr/>
            <p:nvPr/>
          </p:nvSpPr>
          <p:spPr>
            <a:xfrm>
              <a:off x="2337208" y="-168580"/>
              <a:ext cx="174390" cy="426961"/>
            </a:xfrm>
            <a:custGeom>
              <a:rect b="b" l="l" r="r" t="t"/>
              <a:pathLst>
                <a:path extrusionOk="0" fill="none" h="8738" w="3569">
                  <a:moveTo>
                    <a:pt x="1" y="1"/>
                  </a:moveTo>
                  <a:lnTo>
                    <a:pt x="3569" y="8738"/>
                  </a:lnTo>
                </a:path>
              </a:pathLst>
            </a:custGeom>
            <a:solidFill>
              <a:schemeClr val="dk2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5" name="Google Shape;425;p9"/>
            <p:cNvSpPr/>
            <p:nvPr/>
          </p:nvSpPr>
          <p:spPr>
            <a:xfrm>
              <a:off x="2191157" y="-81849"/>
              <a:ext cx="279005" cy="366615"/>
            </a:xfrm>
            <a:custGeom>
              <a:rect b="b" l="l" r="r" t="t"/>
              <a:pathLst>
                <a:path extrusionOk="0" fill="none" h="7503" w="5710">
                  <a:moveTo>
                    <a:pt x="0" y="0"/>
                  </a:moveTo>
                  <a:lnTo>
                    <a:pt x="5709" y="7503"/>
                  </a:lnTo>
                </a:path>
              </a:pathLst>
            </a:custGeom>
            <a:solidFill>
              <a:schemeClr val="dk2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6" name="Google Shape;426;p9"/>
            <p:cNvSpPr/>
            <p:nvPr/>
          </p:nvSpPr>
          <p:spPr>
            <a:xfrm>
              <a:off x="2072420" y="39722"/>
              <a:ext cx="364759" cy="281790"/>
            </a:xfrm>
            <a:custGeom>
              <a:rect b="b" l="l" r="r" t="t"/>
              <a:pathLst>
                <a:path extrusionOk="0" fill="none" h="5767" w="7465">
                  <a:moveTo>
                    <a:pt x="0" y="0"/>
                  </a:moveTo>
                  <a:lnTo>
                    <a:pt x="7464" y="5767"/>
                  </a:lnTo>
                </a:path>
              </a:pathLst>
            </a:custGeom>
            <a:solidFill>
              <a:schemeClr val="dk2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7" name="Google Shape;427;p9"/>
            <p:cNvSpPr/>
            <p:nvPr/>
          </p:nvSpPr>
          <p:spPr>
            <a:xfrm>
              <a:off x="1989500" y="187678"/>
              <a:ext cx="425055" cy="178153"/>
            </a:xfrm>
            <a:custGeom>
              <a:rect b="b" l="l" r="r" t="t"/>
              <a:pathLst>
                <a:path extrusionOk="0" fill="none" h="3646" w="8699">
                  <a:moveTo>
                    <a:pt x="0" y="0"/>
                  </a:moveTo>
                  <a:lnTo>
                    <a:pt x="8698" y="3645"/>
                  </a:lnTo>
                </a:path>
              </a:pathLst>
            </a:custGeom>
            <a:solidFill>
              <a:schemeClr val="dk2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8" name="Google Shape;428;p9"/>
            <p:cNvSpPr/>
            <p:nvPr/>
          </p:nvSpPr>
          <p:spPr>
            <a:xfrm>
              <a:off x="1948016" y="351662"/>
              <a:ext cx="456180" cy="62251"/>
            </a:xfrm>
            <a:custGeom>
              <a:rect b="b" l="l" r="r" t="t"/>
              <a:pathLst>
                <a:path extrusionOk="0" fill="none" h="1274" w="9336">
                  <a:moveTo>
                    <a:pt x="1" y="0"/>
                  </a:moveTo>
                  <a:lnTo>
                    <a:pt x="9335" y="1273"/>
                  </a:lnTo>
                </a:path>
              </a:pathLst>
            </a:custGeom>
            <a:solidFill>
              <a:schemeClr val="dk2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9" name="Google Shape;429;p9"/>
            <p:cNvSpPr/>
            <p:nvPr/>
          </p:nvSpPr>
          <p:spPr>
            <a:xfrm>
              <a:off x="1949921" y="462824"/>
              <a:ext cx="457109" cy="58488"/>
            </a:xfrm>
            <a:custGeom>
              <a:rect b="b" l="l" r="r" t="t"/>
              <a:pathLst>
                <a:path extrusionOk="0" fill="none" h="1197" w="9355">
                  <a:moveTo>
                    <a:pt x="0" y="1197"/>
                  </a:moveTo>
                  <a:lnTo>
                    <a:pt x="9354" y="1"/>
                  </a:lnTo>
                </a:path>
              </a:pathLst>
            </a:custGeom>
            <a:solidFill>
              <a:schemeClr val="dk2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0" name="Google Shape;430;p9"/>
            <p:cNvSpPr/>
            <p:nvPr/>
          </p:nvSpPr>
          <p:spPr>
            <a:xfrm>
              <a:off x="1996097" y="509977"/>
              <a:ext cx="425983" cy="174390"/>
            </a:xfrm>
            <a:custGeom>
              <a:rect b="b" l="l" r="r" t="t"/>
              <a:pathLst>
                <a:path extrusionOk="0" fill="none" h="3569" w="8718">
                  <a:moveTo>
                    <a:pt x="0" y="3568"/>
                  </a:moveTo>
                  <a:lnTo>
                    <a:pt x="8718" y="0"/>
                  </a:lnTo>
                </a:path>
              </a:pathLst>
            </a:custGeom>
            <a:solidFill>
              <a:schemeClr val="dk2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1" name="Google Shape;431;p9"/>
            <p:cNvSpPr/>
            <p:nvPr/>
          </p:nvSpPr>
          <p:spPr>
            <a:xfrm>
              <a:off x="2081851" y="551413"/>
              <a:ext cx="367593" cy="279005"/>
            </a:xfrm>
            <a:custGeom>
              <a:rect b="b" l="l" r="r" t="t"/>
              <a:pathLst>
                <a:path extrusionOk="0" fill="none" h="5710" w="7523">
                  <a:moveTo>
                    <a:pt x="0" y="5710"/>
                  </a:moveTo>
                  <a:lnTo>
                    <a:pt x="7522" y="1"/>
                  </a:lnTo>
                </a:path>
              </a:pathLst>
            </a:custGeom>
            <a:solidFill>
              <a:schemeClr val="dk2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2" name="Google Shape;432;p9"/>
            <p:cNvSpPr/>
            <p:nvPr/>
          </p:nvSpPr>
          <p:spPr>
            <a:xfrm>
              <a:off x="2203422" y="584395"/>
              <a:ext cx="281790" cy="363830"/>
            </a:xfrm>
            <a:custGeom>
              <a:rect b="b" l="l" r="r" t="t"/>
              <a:pathLst>
                <a:path extrusionOk="0" fill="none" h="7446" w="5767">
                  <a:moveTo>
                    <a:pt x="0" y="7446"/>
                  </a:moveTo>
                  <a:lnTo>
                    <a:pt x="5767" y="1"/>
                  </a:lnTo>
                </a:path>
              </a:pathLst>
            </a:custGeom>
            <a:solidFill>
              <a:schemeClr val="dk2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3" name="Google Shape;433;p9"/>
            <p:cNvSpPr/>
            <p:nvPr/>
          </p:nvSpPr>
          <p:spPr>
            <a:xfrm>
              <a:off x="2351378" y="607018"/>
              <a:ext cx="178153" cy="424126"/>
            </a:xfrm>
            <a:custGeom>
              <a:rect b="b" l="l" r="r" t="t"/>
              <a:pathLst>
                <a:path extrusionOk="0" fill="none" h="8680" w="3646">
                  <a:moveTo>
                    <a:pt x="0" y="8680"/>
                  </a:moveTo>
                  <a:lnTo>
                    <a:pt x="3645" y="1"/>
                  </a:lnTo>
                </a:path>
              </a:pathLst>
            </a:custGeom>
            <a:solidFill>
              <a:schemeClr val="dk2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4" name="Google Shape;434;p9"/>
            <p:cNvSpPr/>
            <p:nvPr/>
          </p:nvSpPr>
          <p:spPr>
            <a:xfrm>
              <a:off x="2515362" y="616449"/>
              <a:ext cx="62251" cy="457109"/>
            </a:xfrm>
            <a:custGeom>
              <a:rect b="b" l="l" r="r" t="t"/>
              <a:pathLst>
                <a:path extrusionOk="0" fill="none" h="9355" w="1274">
                  <a:moveTo>
                    <a:pt x="0" y="9355"/>
                  </a:moveTo>
                  <a:lnTo>
                    <a:pt x="1273" y="1"/>
                  </a:lnTo>
                </a:path>
              </a:pathLst>
            </a:custGeom>
            <a:solidFill>
              <a:schemeClr val="dk2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5" name="Google Shape;435;p9"/>
            <p:cNvSpPr/>
            <p:nvPr/>
          </p:nvSpPr>
          <p:spPr>
            <a:xfrm>
              <a:off x="2626524" y="614592"/>
              <a:ext cx="58488" cy="457109"/>
            </a:xfrm>
            <a:custGeom>
              <a:rect b="b" l="l" r="r" t="t"/>
              <a:pathLst>
                <a:path extrusionOk="0" fill="none" h="9355" w="1197">
                  <a:moveTo>
                    <a:pt x="1197" y="9354"/>
                  </a:moveTo>
                  <a:lnTo>
                    <a:pt x="1" y="0"/>
                  </a:lnTo>
                </a:path>
              </a:pathLst>
            </a:custGeom>
            <a:solidFill>
              <a:schemeClr val="dk2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6" name="Google Shape;436;p9"/>
            <p:cNvSpPr/>
            <p:nvPr/>
          </p:nvSpPr>
          <p:spPr>
            <a:xfrm>
              <a:off x="2673677" y="598565"/>
              <a:ext cx="174390" cy="426961"/>
            </a:xfrm>
            <a:custGeom>
              <a:rect b="b" l="l" r="r" t="t"/>
              <a:pathLst>
                <a:path extrusionOk="0" fill="none" h="8738" w="3569">
                  <a:moveTo>
                    <a:pt x="3568" y="8737"/>
                  </a:moveTo>
                  <a:lnTo>
                    <a:pt x="0" y="0"/>
                  </a:lnTo>
                </a:path>
              </a:pathLst>
            </a:custGeom>
            <a:solidFill>
              <a:schemeClr val="dk2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7" name="Google Shape;437;p9"/>
            <p:cNvSpPr/>
            <p:nvPr/>
          </p:nvSpPr>
          <p:spPr>
            <a:xfrm>
              <a:off x="2715113" y="572179"/>
              <a:ext cx="279005" cy="366615"/>
            </a:xfrm>
            <a:custGeom>
              <a:rect b="b" l="l" r="r" t="t"/>
              <a:pathLst>
                <a:path extrusionOk="0" fill="none" h="7503" w="5710">
                  <a:moveTo>
                    <a:pt x="5710" y="7503"/>
                  </a:moveTo>
                  <a:lnTo>
                    <a:pt x="1" y="0"/>
                  </a:lnTo>
                </a:path>
              </a:pathLst>
            </a:custGeom>
            <a:solidFill>
              <a:schemeClr val="dk2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8" name="Google Shape;438;p9"/>
            <p:cNvSpPr/>
            <p:nvPr/>
          </p:nvSpPr>
          <p:spPr>
            <a:xfrm>
              <a:off x="2748095" y="535386"/>
              <a:ext cx="364759" cy="281839"/>
            </a:xfrm>
            <a:custGeom>
              <a:rect b="b" l="l" r="r" t="t"/>
              <a:pathLst>
                <a:path extrusionOk="0" fill="none" h="5768" w="7465">
                  <a:moveTo>
                    <a:pt x="7465" y="5768"/>
                  </a:moveTo>
                  <a:lnTo>
                    <a:pt x="1" y="1"/>
                  </a:lnTo>
                </a:path>
              </a:pathLst>
            </a:custGeom>
            <a:solidFill>
              <a:schemeClr val="dk2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9" name="Google Shape;439;p9"/>
            <p:cNvSpPr/>
            <p:nvPr/>
          </p:nvSpPr>
          <p:spPr>
            <a:xfrm>
              <a:off x="2770718" y="491116"/>
              <a:ext cx="424126" cy="179081"/>
            </a:xfrm>
            <a:custGeom>
              <a:rect b="b" l="l" r="r" t="t"/>
              <a:pathLst>
                <a:path extrusionOk="0" fill="none" h="3665" w="8680">
                  <a:moveTo>
                    <a:pt x="8680" y="3665"/>
                  </a:moveTo>
                  <a:lnTo>
                    <a:pt x="1" y="1"/>
                  </a:lnTo>
                </a:path>
              </a:pathLst>
            </a:custGeom>
            <a:solidFill>
              <a:schemeClr val="dk2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0" name="Google Shape;440;p9"/>
            <p:cNvSpPr/>
            <p:nvPr/>
          </p:nvSpPr>
          <p:spPr>
            <a:xfrm>
              <a:off x="2781077" y="443035"/>
              <a:ext cx="456180" cy="62251"/>
            </a:xfrm>
            <a:custGeom>
              <a:rect b="b" l="l" r="r" t="t"/>
              <a:pathLst>
                <a:path extrusionOk="0" fill="none" h="1274" w="9336">
                  <a:moveTo>
                    <a:pt x="9336" y="1274"/>
                  </a:moveTo>
                  <a:lnTo>
                    <a:pt x="1" y="1"/>
                  </a:lnTo>
                </a:path>
              </a:pathLst>
            </a:custGeom>
            <a:solidFill>
              <a:schemeClr val="dk2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1" name="Google Shape;441;p9"/>
            <p:cNvSpPr/>
            <p:nvPr/>
          </p:nvSpPr>
          <p:spPr>
            <a:xfrm>
              <a:off x="2778292" y="335635"/>
              <a:ext cx="457109" cy="58440"/>
            </a:xfrm>
            <a:custGeom>
              <a:rect b="b" l="l" r="r" t="t"/>
              <a:pathLst>
                <a:path extrusionOk="0" fill="none" h="1196" w="9355">
                  <a:moveTo>
                    <a:pt x="9354" y="0"/>
                  </a:moveTo>
                  <a:lnTo>
                    <a:pt x="0" y="1196"/>
                  </a:lnTo>
                </a:path>
              </a:pathLst>
            </a:custGeom>
            <a:solidFill>
              <a:schemeClr val="dk2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2" name="Google Shape;442;p9"/>
            <p:cNvSpPr/>
            <p:nvPr/>
          </p:nvSpPr>
          <p:spPr>
            <a:xfrm>
              <a:off x="2763194" y="172579"/>
              <a:ext cx="426032" cy="174390"/>
            </a:xfrm>
            <a:custGeom>
              <a:rect b="b" l="l" r="r" t="t"/>
              <a:pathLst>
                <a:path extrusionOk="0" fill="none" h="3569" w="8719">
                  <a:moveTo>
                    <a:pt x="8718" y="1"/>
                  </a:moveTo>
                  <a:lnTo>
                    <a:pt x="1" y="3569"/>
                  </a:lnTo>
                </a:path>
              </a:pathLst>
            </a:custGeom>
            <a:solidFill>
              <a:schemeClr val="dk2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3" name="Google Shape;443;p9"/>
            <p:cNvSpPr/>
            <p:nvPr/>
          </p:nvSpPr>
          <p:spPr>
            <a:xfrm>
              <a:off x="2735879" y="27457"/>
              <a:ext cx="366615" cy="278076"/>
            </a:xfrm>
            <a:custGeom>
              <a:rect b="b" l="l" r="r" t="t"/>
              <a:pathLst>
                <a:path extrusionOk="0" fill="none" h="5691" w="7503">
                  <a:moveTo>
                    <a:pt x="7503" y="0"/>
                  </a:moveTo>
                  <a:lnTo>
                    <a:pt x="0" y="5690"/>
                  </a:lnTo>
                </a:path>
              </a:pathLst>
            </a:custGeom>
            <a:solidFill>
              <a:schemeClr val="dk2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4" name="Google Shape;444;p9"/>
            <p:cNvSpPr/>
            <p:nvPr/>
          </p:nvSpPr>
          <p:spPr>
            <a:xfrm>
              <a:off x="2699135" y="-91280"/>
              <a:ext cx="282767" cy="364759"/>
            </a:xfrm>
            <a:custGeom>
              <a:rect b="b" l="l" r="r" t="t"/>
              <a:pathLst>
                <a:path extrusionOk="0" fill="none" h="7465" w="5787">
                  <a:moveTo>
                    <a:pt x="5786" y="0"/>
                  </a:moveTo>
                  <a:lnTo>
                    <a:pt x="0" y="7464"/>
                  </a:lnTo>
                </a:path>
              </a:pathLst>
            </a:custGeom>
            <a:solidFill>
              <a:schemeClr val="dk2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5" name="Google Shape;445;p9"/>
            <p:cNvSpPr/>
            <p:nvPr/>
          </p:nvSpPr>
          <p:spPr>
            <a:xfrm>
              <a:off x="2655744" y="-174200"/>
              <a:ext cx="178153" cy="425055"/>
            </a:xfrm>
            <a:custGeom>
              <a:rect b="b" l="l" r="r" t="t"/>
              <a:pathLst>
                <a:path extrusionOk="0" fill="none" h="8699" w="3646">
                  <a:moveTo>
                    <a:pt x="3646" y="0"/>
                  </a:moveTo>
                  <a:lnTo>
                    <a:pt x="1" y="8698"/>
                  </a:lnTo>
                </a:path>
              </a:pathLst>
            </a:custGeom>
            <a:solidFill>
              <a:schemeClr val="dk2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46" name="Google Shape;446;p9"/>
          <p:cNvGrpSpPr/>
          <p:nvPr/>
        </p:nvGrpSpPr>
        <p:grpSpPr>
          <a:xfrm>
            <a:off x="8513377" y="4281545"/>
            <a:ext cx="1965289" cy="517060"/>
            <a:chOff x="3539975" y="3523525"/>
            <a:chExt cx="745925" cy="196250"/>
          </a:xfrm>
        </p:grpSpPr>
        <p:sp>
          <p:nvSpPr>
            <p:cNvPr id="447" name="Google Shape;447;p9"/>
            <p:cNvSpPr/>
            <p:nvPr/>
          </p:nvSpPr>
          <p:spPr>
            <a:xfrm>
              <a:off x="3539975" y="3523525"/>
              <a:ext cx="196250" cy="196250"/>
            </a:xfrm>
            <a:custGeom>
              <a:rect b="b" l="l" r="r" t="t"/>
              <a:pathLst>
                <a:path extrusionOk="0" fill="none" h="7850" w="785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8" name="Google Shape;448;p9"/>
            <p:cNvSpPr/>
            <p:nvPr/>
          </p:nvSpPr>
          <p:spPr>
            <a:xfrm>
              <a:off x="3576625" y="3523525"/>
              <a:ext cx="196250" cy="196250"/>
            </a:xfrm>
            <a:custGeom>
              <a:rect b="b" l="l" r="r" t="t"/>
              <a:pathLst>
                <a:path extrusionOk="0" fill="none" h="7850" w="785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9" name="Google Shape;449;p9"/>
            <p:cNvSpPr/>
            <p:nvPr/>
          </p:nvSpPr>
          <p:spPr>
            <a:xfrm>
              <a:off x="3613250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1" y="0"/>
                  </a:moveTo>
                  <a:lnTo>
                    <a:pt x="7851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0" name="Google Shape;450;p9"/>
            <p:cNvSpPr/>
            <p:nvPr/>
          </p:nvSpPr>
          <p:spPr>
            <a:xfrm>
              <a:off x="3649900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1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1" name="Google Shape;451;p9"/>
            <p:cNvSpPr/>
            <p:nvPr/>
          </p:nvSpPr>
          <p:spPr>
            <a:xfrm>
              <a:off x="3686550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2" name="Google Shape;452;p9"/>
            <p:cNvSpPr/>
            <p:nvPr/>
          </p:nvSpPr>
          <p:spPr>
            <a:xfrm>
              <a:off x="3723200" y="3523525"/>
              <a:ext cx="196250" cy="196250"/>
            </a:xfrm>
            <a:custGeom>
              <a:rect b="b" l="l" r="r" t="t"/>
              <a:pathLst>
                <a:path extrusionOk="0" fill="none" h="7850" w="785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3" name="Google Shape;453;p9"/>
            <p:cNvSpPr/>
            <p:nvPr/>
          </p:nvSpPr>
          <p:spPr>
            <a:xfrm>
              <a:off x="3759825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1" y="0"/>
                  </a:moveTo>
                  <a:lnTo>
                    <a:pt x="7851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4" name="Google Shape;454;p9"/>
            <p:cNvSpPr/>
            <p:nvPr/>
          </p:nvSpPr>
          <p:spPr>
            <a:xfrm>
              <a:off x="3796475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1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5" name="Google Shape;455;p9"/>
            <p:cNvSpPr/>
            <p:nvPr/>
          </p:nvSpPr>
          <p:spPr>
            <a:xfrm>
              <a:off x="3833125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1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6" name="Google Shape;456;p9"/>
            <p:cNvSpPr/>
            <p:nvPr/>
          </p:nvSpPr>
          <p:spPr>
            <a:xfrm>
              <a:off x="3869775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7" name="Google Shape;457;p9"/>
            <p:cNvSpPr/>
            <p:nvPr/>
          </p:nvSpPr>
          <p:spPr>
            <a:xfrm>
              <a:off x="3906425" y="3523525"/>
              <a:ext cx="196250" cy="196250"/>
            </a:xfrm>
            <a:custGeom>
              <a:rect b="b" l="l" r="r" t="t"/>
              <a:pathLst>
                <a:path extrusionOk="0" fill="none" h="7850" w="785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8" name="Google Shape;458;p9"/>
            <p:cNvSpPr/>
            <p:nvPr/>
          </p:nvSpPr>
          <p:spPr>
            <a:xfrm>
              <a:off x="3943050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1" y="0"/>
                  </a:moveTo>
                  <a:lnTo>
                    <a:pt x="7851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9" name="Google Shape;459;p9"/>
            <p:cNvSpPr/>
            <p:nvPr/>
          </p:nvSpPr>
          <p:spPr>
            <a:xfrm>
              <a:off x="3979700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1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0" name="Google Shape;460;p9"/>
            <p:cNvSpPr/>
            <p:nvPr/>
          </p:nvSpPr>
          <p:spPr>
            <a:xfrm>
              <a:off x="4016350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1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1" name="Google Shape;461;p9"/>
            <p:cNvSpPr/>
            <p:nvPr/>
          </p:nvSpPr>
          <p:spPr>
            <a:xfrm>
              <a:off x="4053000" y="3523525"/>
              <a:ext cx="196250" cy="196250"/>
            </a:xfrm>
            <a:custGeom>
              <a:rect b="b" l="l" r="r" t="t"/>
              <a:pathLst>
                <a:path extrusionOk="0" fill="none" h="7850" w="785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2" name="Google Shape;462;p9"/>
            <p:cNvSpPr/>
            <p:nvPr/>
          </p:nvSpPr>
          <p:spPr>
            <a:xfrm>
              <a:off x="4089650" y="3523525"/>
              <a:ext cx="196250" cy="196250"/>
            </a:xfrm>
            <a:custGeom>
              <a:rect b="b" l="l" r="r" t="t"/>
              <a:pathLst>
                <a:path extrusionOk="0" fill="none" h="7850" w="785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63" name="Google Shape;463;p9"/>
          <p:cNvSpPr/>
          <p:nvPr/>
        </p:nvSpPr>
        <p:spPr>
          <a:xfrm>
            <a:off x="1765763" y="533623"/>
            <a:ext cx="555517" cy="554294"/>
          </a:xfrm>
          <a:custGeom>
            <a:rect b="b" l="l" r="r" t="t"/>
            <a:pathLst>
              <a:path extrusionOk="0" h="11337" w="11362">
                <a:moveTo>
                  <a:pt x="11362" y="5668"/>
                </a:moveTo>
                <a:cubicBezTo>
                  <a:pt x="11362" y="8798"/>
                  <a:pt x="8823" y="11337"/>
                  <a:pt x="5669" y="11337"/>
                </a:cubicBezTo>
                <a:cubicBezTo>
                  <a:pt x="2539" y="11337"/>
                  <a:pt x="1" y="8798"/>
                  <a:pt x="1" y="5668"/>
                </a:cubicBezTo>
                <a:cubicBezTo>
                  <a:pt x="1" y="2539"/>
                  <a:pt x="2539" y="0"/>
                  <a:pt x="5669" y="0"/>
                </a:cubicBezTo>
                <a:cubicBezTo>
                  <a:pt x="8823" y="0"/>
                  <a:pt x="11362" y="2539"/>
                  <a:pt x="11362" y="5668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64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Google Shape;465;p10"/>
          <p:cNvSpPr txBox="1"/>
          <p:nvPr>
            <p:ph idx="1" type="body"/>
          </p:nvPr>
        </p:nvSpPr>
        <p:spPr>
          <a:xfrm>
            <a:off x="1096550" y="1135950"/>
            <a:ext cx="4466700" cy="1516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900">
                <a:solidFill>
                  <a:schemeClr val="lt1"/>
                </a:solidFill>
                <a:latin typeface="Aldrich"/>
                <a:ea typeface="Aldrich"/>
                <a:cs typeface="Aldrich"/>
                <a:sym typeface="Aldrich"/>
              </a:defRPr>
            </a:lvl1pPr>
          </a:lstStyle>
          <a:p/>
        </p:txBody>
      </p:sp>
      <p:grpSp>
        <p:nvGrpSpPr>
          <p:cNvPr id="466" name="Google Shape;466;p10"/>
          <p:cNvGrpSpPr/>
          <p:nvPr/>
        </p:nvGrpSpPr>
        <p:grpSpPr>
          <a:xfrm>
            <a:off x="391864" y="4307270"/>
            <a:ext cx="289170" cy="284718"/>
            <a:chOff x="426000" y="3302025"/>
            <a:chExt cx="220875" cy="217475"/>
          </a:xfrm>
        </p:grpSpPr>
        <p:sp>
          <p:nvSpPr>
            <p:cNvPr id="467" name="Google Shape;467;p10"/>
            <p:cNvSpPr/>
            <p:nvPr/>
          </p:nvSpPr>
          <p:spPr>
            <a:xfrm>
              <a:off x="426000" y="3425950"/>
              <a:ext cx="214125" cy="93550"/>
            </a:xfrm>
            <a:custGeom>
              <a:rect b="b" l="l" r="r" t="t"/>
              <a:pathLst>
                <a:path extrusionOk="0" h="3742" w="8565">
                  <a:moveTo>
                    <a:pt x="1" y="0"/>
                  </a:moveTo>
                  <a:cubicBezTo>
                    <a:pt x="290" y="2141"/>
                    <a:pt x="2122" y="3742"/>
                    <a:pt x="4283" y="3742"/>
                  </a:cubicBezTo>
                  <a:cubicBezTo>
                    <a:pt x="6443" y="3742"/>
                    <a:pt x="8275" y="2141"/>
                    <a:pt x="856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8" name="Google Shape;468;p10"/>
            <p:cNvSpPr/>
            <p:nvPr/>
          </p:nvSpPr>
          <p:spPr>
            <a:xfrm>
              <a:off x="432750" y="3302025"/>
              <a:ext cx="214125" cy="94050"/>
            </a:xfrm>
            <a:custGeom>
              <a:rect b="b" l="l" r="r" t="t"/>
              <a:pathLst>
                <a:path extrusionOk="0" h="3762" w="8565">
                  <a:moveTo>
                    <a:pt x="1" y="0"/>
                  </a:moveTo>
                  <a:cubicBezTo>
                    <a:pt x="271" y="2141"/>
                    <a:pt x="2103" y="3761"/>
                    <a:pt x="4283" y="3761"/>
                  </a:cubicBezTo>
                  <a:cubicBezTo>
                    <a:pt x="6443" y="3761"/>
                    <a:pt x="8275" y="2141"/>
                    <a:pt x="856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69" name="Google Shape;469;p10"/>
          <p:cNvGrpSpPr/>
          <p:nvPr/>
        </p:nvGrpSpPr>
        <p:grpSpPr>
          <a:xfrm>
            <a:off x="357713" y="1416050"/>
            <a:ext cx="357454" cy="956304"/>
            <a:chOff x="357713" y="600975"/>
            <a:chExt cx="357454" cy="956304"/>
          </a:xfrm>
        </p:grpSpPr>
        <p:sp>
          <p:nvSpPr>
            <p:cNvPr id="470" name="Google Shape;470;p10"/>
            <p:cNvSpPr/>
            <p:nvPr/>
          </p:nvSpPr>
          <p:spPr>
            <a:xfrm>
              <a:off x="357713" y="600975"/>
              <a:ext cx="357454" cy="357454"/>
            </a:xfrm>
            <a:custGeom>
              <a:rect b="b" l="l" r="r" t="t"/>
              <a:pathLst>
                <a:path extrusionOk="0" fill="none" h="6539" w="6539">
                  <a:moveTo>
                    <a:pt x="3954" y="367"/>
                  </a:moveTo>
                  <a:cubicBezTo>
                    <a:pt x="5535" y="752"/>
                    <a:pt x="6538" y="2353"/>
                    <a:pt x="6152" y="3954"/>
                  </a:cubicBezTo>
                  <a:cubicBezTo>
                    <a:pt x="5767" y="5535"/>
                    <a:pt x="4166" y="6538"/>
                    <a:pt x="2584" y="6153"/>
                  </a:cubicBezTo>
                  <a:cubicBezTo>
                    <a:pt x="984" y="5767"/>
                    <a:pt x="0" y="4166"/>
                    <a:pt x="366" y="2585"/>
                  </a:cubicBezTo>
                  <a:cubicBezTo>
                    <a:pt x="752" y="984"/>
                    <a:pt x="2353" y="0"/>
                    <a:pt x="3954" y="367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1" name="Google Shape;471;p10"/>
            <p:cNvSpPr/>
            <p:nvPr/>
          </p:nvSpPr>
          <p:spPr>
            <a:xfrm>
              <a:off x="374549" y="819196"/>
              <a:ext cx="324765" cy="324765"/>
            </a:xfrm>
            <a:custGeom>
              <a:rect b="b" l="l" r="r" t="t"/>
              <a:pathLst>
                <a:path extrusionOk="0" fill="none" h="5941" w="5941">
                  <a:moveTo>
                    <a:pt x="5941" y="2971"/>
                  </a:moveTo>
                  <a:cubicBezTo>
                    <a:pt x="5941" y="4610"/>
                    <a:pt x="4610" y="5941"/>
                    <a:pt x="2971" y="5941"/>
                  </a:cubicBezTo>
                  <a:cubicBezTo>
                    <a:pt x="1331" y="5941"/>
                    <a:pt x="1" y="4610"/>
                    <a:pt x="1" y="2971"/>
                  </a:cubicBezTo>
                  <a:cubicBezTo>
                    <a:pt x="1" y="1331"/>
                    <a:pt x="1331" y="1"/>
                    <a:pt x="2971" y="1"/>
                  </a:cubicBezTo>
                  <a:cubicBezTo>
                    <a:pt x="4610" y="1"/>
                    <a:pt x="5941" y="1331"/>
                    <a:pt x="5941" y="2971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2" name="Google Shape;472;p10"/>
            <p:cNvSpPr/>
            <p:nvPr/>
          </p:nvSpPr>
          <p:spPr>
            <a:xfrm>
              <a:off x="357713" y="997347"/>
              <a:ext cx="357454" cy="357509"/>
            </a:xfrm>
            <a:custGeom>
              <a:rect b="b" l="l" r="r" t="t"/>
              <a:pathLst>
                <a:path extrusionOk="0" fill="none" h="6540" w="6539">
                  <a:moveTo>
                    <a:pt x="3954" y="387"/>
                  </a:moveTo>
                  <a:cubicBezTo>
                    <a:pt x="5555" y="753"/>
                    <a:pt x="6538" y="2354"/>
                    <a:pt x="6152" y="3955"/>
                  </a:cubicBezTo>
                  <a:cubicBezTo>
                    <a:pt x="5767" y="5556"/>
                    <a:pt x="4166" y="6539"/>
                    <a:pt x="2584" y="6153"/>
                  </a:cubicBezTo>
                  <a:cubicBezTo>
                    <a:pt x="984" y="5787"/>
                    <a:pt x="0" y="4186"/>
                    <a:pt x="366" y="2585"/>
                  </a:cubicBezTo>
                  <a:cubicBezTo>
                    <a:pt x="752" y="985"/>
                    <a:pt x="2353" y="1"/>
                    <a:pt x="3954" y="387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3" name="Google Shape;473;p10"/>
            <p:cNvSpPr/>
            <p:nvPr/>
          </p:nvSpPr>
          <p:spPr>
            <a:xfrm>
              <a:off x="358751" y="1200863"/>
              <a:ext cx="356416" cy="356416"/>
            </a:xfrm>
            <a:custGeom>
              <a:rect b="b" l="l" r="r" t="t"/>
              <a:pathLst>
                <a:path extrusionOk="0" fill="none" h="6520" w="6520">
                  <a:moveTo>
                    <a:pt x="5362" y="1158"/>
                  </a:moveTo>
                  <a:cubicBezTo>
                    <a:pt x="6519" y="2315"/>
                    <a:pt x="6519" y="4186"/>
                    <a:pt x="5362" y="5343"/>
                  </a:cubicBezTo>
                  <a:cubicBezTo>
                    <a:pt x="4186" y="6519"/>
                    <a:pt x="2315" y="6519"/>
                    <a:pt x="1157" y="5343"/>
                  </a:cubicBezTo>
                  <a:cubicBezTo>
                    <a:pt x="0" y="4186"/>
                    <a:pt x="0" y="2315"/>
                    <a:pt x="1157" y="1158"/>
                  </a:cubicBezTo>
                  <a:cubicBezTo>
                    <a:pt x="2315" y="0"/>
                    <a:pt x="4186" y="0"/>
                    <a:pt x="5362" y="1158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74" name="Google Shape;474;p10"/>
          <p:cNvGrpSpPr/>
          <p:nvPr/>
        </p:nvGrpSpPr>
        <p:grpSpPr>
          <a:xfrm>
            <a:off x="1409864" y="-1010428"/>
            <a:ext cx="2019176" cy="2019176"/>
            <a:chOff x="1943325" y="-220375"/>
            <a:chExt cx="1298672" cy="1298672"/>
          </a:xfrm>
        </p:grpSpPr>
        <p:sp>
          <p:nvSpPr>
            <p:cNvPr id="475" name="Google Shape;475;p10"/>
            <p:cNvSpPr/>
            <p:nvPr/>
          </p:nvSpPr>
          <p:spPr>
            <a:xfrm>
              <a:off x="2582255" y="-220375"/>
              <a:ext cx="49" cy="460871"/>
            </a:xfrm>
            <a:custGeom>
              <a:rect b="b" l="l" r="r" t="t"/>
              <a:pathLst>
                <a:path extrusionOk="0" fill="none" h="9432" w="1">
                  <a:moveTo>
                    <a:pt x="0" y="0"/>
                  </a:moveTo>
                  <a:lnTo>
                    <a:pt x="0" y="9431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6" name="Google Shape;476;p10"/>
            <p:cNvSpPr/>
            <p:nvPr/>
          </p:nvSpPr>
          <p:spPr>
            <a:xfrm>
              <a:off x="2414509" y="-195895"/>
              <a:ext cx="118785" cy="444844"/>
            </a:xfrm>
            <a:custGeom>
              <a:rect b="b" l="l" r="r" t="t"/>
              <a:pathLst>
                <a:path extrusionOk="0" fill="none" h="9104" w="2431">
                  <a:moveTo>
                    <a:pt x="0" y="1"/>
                  </a:moveTo>
                  <a:lnTo>
                    <a:pt x="2431" y="9104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7" name="Google Shape;477;p10"/>
            <p:cNvSpPr/>
            <p:nvPr/>
          </p:nvSpPr>
          <p:spPr>
            <a:xfrm>
              <a:off x="2259027" y="-128024"/>
              <a:ext cx="229996" cy="398669"/>
            </a:xfrm>
            <a:custGeom>
              <a:rect b="b" l="l" r="r" t="t"/>
              <a:pathLst>
                <a:path extrusionOk="0" fill="none" h="8159" w="4707">
                  <a:moveTo>
                    <a:pt x="0" y="0"/>
                  </a:moveTo>
                  <a:lnTo>
                    <a:pt x="4706" y="8158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8" name="Google Shape;478;p10"/>
            <p:cNvSpPr/>
            <p:nvPr/>
          </p:nvSpPr>
          <p:spPr>
            <a:xfrm>
              <a:off x="2126121" y="-22481"/>
              <a:ext cx="325180" cy="325180"/>
            </a:xfrm>
            <a:custGeom>
              <a:rect b="b" l="l" r="r" t="t"/>
              <a:pathLst>
                <a:path extrusionOk="0" fill="none" h="6655" w="6655">
                  <a:moveTo>
                    <a:pt x="1" y="0"/>
                  </a:moveTo>
                  <a:lnTo>
                    <a:pt x="6655" y="6654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9" name="Google Shape;479;p10"/>
            <p:cNvSpPr/>
            <p:nvPr/>
          </p:nvSpPr>
          <p:spPr>
            <a:xfrm>
              <a:off x="2025317" y="113211"/>
              <a:ext cx="398669" cy="230924"/>
            </a:xfrm>
            <a:custGeom>
              <a:rect b="b" l="l" r="r" t="t"/>
              <a:pathLst>
                <a:path extrusionOk="0" fill="none" h="4726" w="8159">
                  <a:moveTo>
                    <a:pt x="0" y="1"/>
                  </a:moveTo>
                  <a:lnTo>
                    <a:pt x="8158" y="4726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0" name="Google Shape;480;p10"/>
            <p:cNvSpPr/>
            <p:nvPr/>
          </p:nvSpPr>
          <p:spPr>
            <a:xfrm>
              <a:off x="1963114" y="270598"/>
              <a:ext cx="444844" cy="119713"/>
            </a:xfrm>
            <a:custGeom>
              <a:rect b="b" l="l" r="r" t="t"/>
              <a:pathLst>
                <a:path extrusionOk="0" fill="none" h="2450" w="9104">
                  <a:moveTo>
                    <a:pt x="0" y="0"/>
                  </a:moveTo>
                  <a:lnTo>
                    <a:pt x="9103" y="24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1" name="Google Shape;481;p10"/>
            <p:cNvSpPr/>
            <p:nvPr/>
          </p:nvSpPr>
          <p:spPr>
            <a:xfrm>
              <a:off x="1943325" y="439273"/>
              <a:ext cx="460871" cy="49"/>
            </a:xfrm>
            <a:custGeom>
              <a:rect b="b" l="l" r="r" t="t"/>
              <a:pathLst>
                <a:path extrusionOk="0" fill="none" h="1" w="9432">
                  <a:moveTo>
                    <a:pt x="0" y="1"/>
                  </a:moveTo>
                  <a:lnTo>
                    <a:pt x="9431" y="1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2" name="Google Shape;482;p10"/>
            <p:cNvSpPr/>
            <p:nvPr/>
          </p:nvSpPr>
          <p:spPr>
            <a:xfrm>
              <a:off x="1967805" y="487354"/>
              <a:ext cx="445821" cy="119713"/>
            </a:xfrm>
            <a:custGeom>
              <a:rect b="b" l="l" r="r" t="t"/>
              <a:pathLst>
                <a:path extrusionOk="0" fill="none" h="2450" w="9124">
                  <a:moveTo>
                    <a:pt x="1" y="2450"/>
                  </a:moveTo>
                  <a:lnTo>
                    <a:pt x="9123" y="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3" name="Google Shape;483;p10"/>
            <p:cNvSpPr/>
            <p:nvPr/>
          </p:nvSpPr>
          <p:spPr>
            <a:xfrm>
              <a:off x="2035676" y="532600"/>
              <a:ext cx="398669" cy="229996"/>
            </a:xfrm>
            <a:custGeom>
              <a:rect b="b" l="l" r="r" t="t"/>
              <a:pathLst>
                <a:path extrusionOk="0" fill="none" h="4707" w="8159">
                  <a:moveTo>
                    <a:pt x="0" y="4706"/>
                  </a:moveTo>
                  <a:lnTo>
                    <a:pt x="8158" y="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4" name="Google Shape;484;p10"/>
            <p:cNvSpPr/>
            <p:nvPr/>
          </p:nvSpPr>
          <p:spPr>
            <a:xfrm>
              <a:off x="2141219" y="569345"/>
              <a:ext cx="326108" cy="326108"/>
            </a:xfrm>
            <a:custGeom>
              <a:rect b="b" l="l" r="r" t="t"/>
              <a:pathLst>
                <a:path extrusionOk="0" fill="none" h="6674" w="6674">
                  <a:moveTo>
                    <a:pt x="0" y="6674"/>
                  </a:moveTo>
                  <a:lnTo>
                    <a:pt x="6673" y="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5" name="Google Shape;485;p10"/>
            <p:cNvSpPr/>
            <p:nvPr/>
          </p:nvSpPr>
          <p:spPr>
            <a:xfrm>
              <a:off x="2277840" y="597588"/>
              <a:ext cx="229996" cy="398718"/>
            </a:xfrm>
            <a:custGeom>
              <a:rect b="b" l="l" r="r" t="t"/>
              <a:pathLst>
                <a:path extrusionOk="0" fill="none" h="8160" w="4707">
                  <a:moveTo>
                    <a:pt x="1" y="8159"/>
                  </a:moveTo>
                  <a:lnTo>
                    <a:pt x="4707" y="1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6" name="Google Shape;486;p10"/>
            <p:cNvSpPr/>
            <p:nvPr/>
          </p:nvSpPr>
          <p:spPr>
            <a:xfrm>
              <a:off x="2435227" y="613615"/>
              <a:ext cx="118785" cy="444893"/>
            </a:xfrm>
            <a:custGeom>
              <a:rect b="b" l="l" r="r" t="t"/>
              <a:pathLst>
                <a:path extrusionOk="0" fill="none" h="9105" w="2431">
                  <a:moveTo>
                    <a:pt x="1" y="9104"/>
                  </a:moveTo>
                  <a:lnTo>
                    <a:pt x="2431" y="1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7" name="Google Shape;487;p10"/>
            <p:cNvSpPr/>
            <p:nvPr/>
          </p:nvSpPr>
          <p:spPr>
            <a:xfrm>
              <a:off x="2602973" y="617377"/>
              <a:ext cx="49" cy="460920"/>
            </a:xfrm>
            <a:custGeom>
              <a:rect b="b" l="l" r="r" t="t"/>
              <a:pathLst>
                <a:path extrusionOk="0" fill="none" h="9433" w="1">
                  <a:moveTo>
                    <a:pt x="1" y="9432"/>
                  </a:moveTo>
                  <a:lnTo>
                    <a:pt x="1" y="1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8" name="Google Shape;488;p10"/>
            <p:cNvSpPr/>
            <p:nvPr/>
          </p:nvSpPr>
          <p:spPr>
            <a:xfrm>
              <a:off x="2651982" y="607996"/>
              <a:ext cx="118785" cy="444844"/>
            </a:xfrm>
            <a:custGeom>
              <a:rect b="b" l="l" r="r" t="t"/>
              <a:pathLst>
                <a:path extrusionOk="0" fill="none" h="9104" w="2431">
                  <a:moveTo>
                    <a:pt x="2431" y="9103"/>
                  </a:moveTo>
                  <a:lnTo>
                    <a:pt x="1" y="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9" name="Google Shape;489;p10"/>
            <p:cNvSpPr/>
            <p:nvPr/>
          </p:nvSpPr>
          <p:spPr>
            <a:xfrm>
              <a:off x="2696300" y="586301"/>
              <a:ext cx="229996" cy="398669"/>
            </a:xfrm>
            <a:custGeom>
              <a:rect b="b" l="l" r="r" t="t"/>
              <a:pathLst>
                <a:path extrusionOk="0" fill="none" h="8159" w="4707">
                  <a:moveTo>
                    <a:pt x="4706" y="8159"/>
                  </a:moveTo>
                  <a:lnTo>
                    <a:pt x="0" y="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0" name="Google Shape;490;p10"/>
            <p:cNvSpPr/>
            <p:nvPr/>
          </p:nvSpPr>
          <p:spPr>
            <a:xfrm>
              <a:off x="2733974" y="554247"/>
              <a:ext cx="325180" cy="326108"/>
            </a:xfrm>
            <a:custGeom>
              <a:rect b="b" l="l" r="r" t="t"/>
              <a:pathLst>
                <a:path extrusionOk="0" fill="none" h="6674" w="6655">
                  <a:moveTo>
                    <a:pt x="6655" y="6674"/>
                  </a:moveTo>
                  <a:lnTo>
                    <a:pt x="1" y="1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1" name="Google Shape;491;p10"/>
            <p:cNvSpPr/>
            <p:nvPr/>
          </p:nvSpPr>
          <p:spPr>
            <a:xfrm>
              <a:off x="2761288" y="513739"/>
              <a:ext cx="398718" cy="229996"/>
            </a:xfrm>
            <a:custGeom>
              <a:rect b="b" l="l" r="r" t="t"/>
              <a:pathLst>
                <a:path extrusionOk="0" fill="none" h="4707" w="8160">
                  <a:moveTo>
                    <a:pt x="8159" y="4706"/>
                  </a:moveTo>
                  <a:lnTo>
                    <a:pt x="1" y="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2" name="Google Shape;492;p10"/>
            <p:cNvSpPr/>
            <p:nvPr/>
          </p:nvSpPr>
          <p:spPr>
            <a:xfrm>
              <a:off x="2777315" y="466636"/>
              <a:ext cx="444893" cy="119713"/>
            </a:xfrm>
            <a:custGeom>
              <a:rect b="b" l="l" r="r" t="t"/>
              <a:pathLst>
                <a:path extrusionOk="0" fill="none" h="2450" w="9105">
                  <a:moveTo>
                    <a:pt x="9104" y="2449"/>
                  </a:moveTo>
                  <a:lnTo>
                    <a:pt x="1" y="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3" name="Google Shape;493;p10"/>
            <p:cNvSpPr/>
            <p:nvPr/>
          </p:nvSpPr>
          <p:spPr>
            <a:xfrm>
              <a:off x="2781077" y="417626"/>
              <a:ext cx="460920" cy="49"/>
            </a:xfrm>
            <a:custGeom>
              <a:rect b="b" l="l" r="r" t="t"/>
              <a:pathLst>
                <a:path extrusionOk="0" fill="none" h="1" w="9433">
                  <a:moveTo>
                    <a:pt x="9432" y="0"/>
                  </a:moveTo>
                  <a:lnTo>
                    <a:pt x="1" y="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4" name="Google Shape;494;p10"/>
            <p:cNvSpPr/>
            <p:nvPr/>
          </p:nvSpPr>
          <p:spPr>
            <a:xfrm>
              <a:off x="2771696" y="249880"/>
              <a:ext cx="444844" cy="119713"/>
            </a:xfrm>
            <a:custGeom>
              <a:rect b="b" l="l" r="r" t="t"/>
              <a:pathLst>
                <a:path extrusionOk="0" fill="none" h="2450" w="9104">
                  <a:moveTo>
                    <a:pt x="9103" y="0"/>
                  </a:moveTo>
                  <a:lnTo>
                    <a:pt x="0" y="24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5" name="Google Shape;495;p10"/>
            <p:cNvSpPr/>
            <p:nvPr/>
          </p:nvSpPr>
          <p:spPr>
            <a:xfrm>
              <a:off x="2750929" y="94350"/>
              <a:ext cx="398718" cy="230973"/>
            </a:xfrm>
            <a:custGeom>
              <a:rect b="b" l="l" r="r" t="t"/>
              <a:pathLst>
                <a:path extrusionOk="0" fill="none" h="4727" w="8160">
                  <a:moveTo>
                    <a:pt x="8159" y="1"/>
                  </a:moveTo>
                  <a:lnTo>
                    <a:pt x="1" y="4726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6" name="Google Shape;496;p10"/>
            <p:cNvSpPr/>
            <p:nvPr/>
          </p:nvSpPr>
          <p:spPr>
            <a:xfrm>
              <a:off x="2717947" y="-38508"/>
              <a:ext cx="326108" cy="326108"/>
            </a:xfrm>
            <a:custGeom>
              <a:rect b="b" l="l" r="r" t="t"/>
              <a:pathLst>
                <a:path extrusionOk="0" fill="none" h="6674" w="6674">
                  <a:moveTo>
                    <a:pt x="6674" y="0"/>
                  </a:moveTo>
                  <a:lnTo>
                    <a:pt x="1" y="6674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7" name="Google Shape;497;p10"/>
            <p:cNvSpPr/>
            <p:nvPr/>
          </p:nvSpPr>
          <p:spPr>
            <a:xfrm>
              <a:off x="2677439" y="-139361"/>
              <a:ext cx="229996" cy="399646"/>
            </a:xfrm>
            <a:custGeom>
              <a:rect b="b" l="l" r="r" t="t"/>
              <a:pathLst>
                <a:path extrusionOk="0" fill="none" h="8179" w="4707">
                  <a:moveTo>
                    <a:pt x="4706" y="1"/>
                  </a:moveTo>
                  <a:lnTo>
                    <a:pt x="0" y="8178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8" name="Google Shape;498;p10"/>
            <p:cNvSpPr/>
            <p:nvPr/>
          </p:nvSpPr>
          <p:spPr>
            <a:xfrm>
              <a:off x="2631264" y="-201563"/>
              <a:ext cx="118785" cy="444893"/>
            </a:xfrm>
            <a:custGeom>
              <a:rect b="b" l="l" r="r" t="t"/>
              <a:pathLst>
                <a:path extrusionOk="0" fill="none" h="9105" w="2431">
                  <a:moveTo>
                    <a:pt x="2430" y="1"/>
                  </a:moveTo>
                  <a:lnTo>
                    <a:pt x="0" y="9104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9" name="Google Shape;499;p10"/>
            <p:cNvSpPr/>
            <p:nvPr/>
          </p:nvSpPr>
          <p:spPr>
            <a:xfrm>
              <a:off x="2607712" y="-215684"/>
              <a:ext cx="62251" cy="456180"/>
            </a:xfrm>
            <a:custGeom>
              <a:rect b="b" l="l" r="r" t="t"/>
              <a:pathLst>
                <a:path extrusionOk="0" fill="none" h="9336" w="1274">
                  <a:moveTo>
                    <a:pt x="1273" y="0"/>
                  </a:moveTo>
                  <a:lnTo>
                    <a:pt x="0" y="9335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0" name="Google Shape;500;p10"/>
            <p:cNvSpPr/>
            <p:nvPr/>
          </p:nvSpPr>
          <p:spPr>
            <a:xfrm>
              <a:off x="2500263" y="-213779"/>
              <a:ext cx="57511" cy="457109"/>
            </a:xfrm>
            <a:custGeom>
              <a:rect b="b" l="l" r="r" t="t"/>
              <a:pathLst>
                <a:path extrusionOk="0" fill="none" h="9355" w="1177">
                  <a:moveTo>
                    <a:pt x="1" y="0"/>
                  </a:moveTo>
                  <a:lnTo>
                    <a:pt x="1177" y="9354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1" name="Google Shape;501;p10"/>
            <p:cNvSpPr/>
            <p:nvPr/>
          </p:nvSpPr>
          <p:spPr>
            <a:xfrm>
              <a:off x="2337208" y="-168580"/>
              <a:ext cx="174390" cy="426961"/>
            </a:xfrm>
            <a:custGeom>
              <a:rect b="b" l="l" r="r" t="t"/>
              <a:pathLst>
                <a:path extrusionOk="0" fill="none" h="8738" w="3569">
                  <a:moveTo>
                    <a:pt x="1" y="1"/>
                  </a:moveTo>
                  <a:lnTo>
                    <a:pt x="3569" y="8738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2" name="Google Shape;502;p10"/>
            <p:cNvSpPr/>
            <p:nvPr/>
          </p:nvSpPr>
          <p:spPr>
            <a:xfrm>
              <a:off x="2191157" y="-81849"/>
              <a:ext cx="279005" cy="366615"/>
            </a:xfrm>
            <a:custGeom>
              <a:rect b="b" l="l" r="r" t="t"/>
              <a:pathLst>
                <a:path extrusionOk="0" fill="none" h="7503" w="5710">
                  <a:moveTo>
                    <a:pt x="0" y="0"/>
                  </a:moveTo>
                  <a:lnTo>
                    <a:pt x="5709" y="7503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3" name="Google Shape;503;p10"/>
            <p:cNvSpPr/>
            <p:nvPr/>
          </p:nvSpPr>
          <p:spPr>
            <a:xfrm>
              <a:off x="2072420" y="39722"/>
              <a:ext cx="364759" cy="281790"/>
            </a:xfrm>
            <a:custGeom>
              <a:rect b="b" l="l" r="r" t="t"/>
              <a:pathLst>
                <a:path extrusionOk="0" fill="none" h="5767" w="7465">
                  <a:moveTo>
                    <a:pt x="0" y="0"/>
                  </a:moveTo>
                  <a:lnTo>
                    <a:pt x="7464" y="5767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4" name="Google Shape;504;p10"/>
            <p:cNvSpPr/>
            <p:nvPr/>
          </p:nvSpPr>
          <p:spPr>
            <a:xfrm>
              <a:off x="1989500" y="187678"/>
              <a:ext cx="425055" cy="178153"/>
            </a:xfrm>
            <a:custGeom>
              <a:rect b="b" l="l" r="r" t="t"/>
              <a:pathLst>
                <a:path extrusionOk="0" fill="none" h="3646" w="8699">
                  <a:moveTo>
                    <a:pt x="0" y="0"/>
                  </a:moveTo>
                  <a:lnTo>
                    <a:pt x="8698" y="3645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5" name="Google Shape;505;p10"/>
            <p:cNvSpPr/>
            <p:nvPr/>
          </p:nvSpPr>
          <p:spPr>
            <a:xfrm>
              <a:off x="1948016" y="351662"/>
              <a:ext cx="456180" cy="62251"/>
            </a:xfrm>
            <a:custGeom>
              <a:rect b="b" l="l" r="r" t="t"/>
              <a:pathLst>
                <a:path extrusionOk="0" fill="none" h="1274" w="9336">
                  <a:moveTo>
                    <a:pt x="1" y="0"/>
                  </a:moveTo>
                  <a:lnTo>
                    <a:pt x="9335" y="1273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6" name="Google Shape;506;p10"/>
            <p:cNvSpPr/>
            <p:nvPr/>
          </p:nvSpPr>
          <p:spPr>
            <a:xfrm>
              <a:off x="1949921" y="462824"/>
              <a:ext cx="457109" cy="58488"/>
            </a:xfrm>
            <a:custGeom>
              <a:rect b="b" l="l" r="r" t="t"/>
              <a:pathLst>
                <a:path extrusionOk="0" fill="none" h="1197" w="9355">
                  <a:moveTo>
                    <a:pt x="0" y="1197"/>
                  </a:moveTo>
                  <a:lnTo>
                    <a:pt x="9354" y="1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7" name="Google Shape;507;p10"/>
            <p:cNvSpPr/>
            <p:nvPr/>
          </p:nvSpPr>
          <p:spPr>
            <a:xfrm>
              <a:off x="1996097" y="509977"/>
              <a:ext cx="425983" cy="174390"/>
            </a:xfrm>
            <a:custGeom>
              <a:rect b="b" l="l" r="r" t="t"/>
              <a:pathLst>
                <a:path extrusionOk="0" fill="none" h="3569" w="8718">
                  <a:moveTo>
                    <a:pt x="0" y="3568"/>
                  </a:moveTo>
                  <a:lnTo>
                    <a:pt x="8718" y="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8" name="Google Shape;508;p10"/>
            <p:cNvSpPr/>
            <p:nvPr/>
          </p:nvSpPr>
          <p:spPr>
            <a:xfrm>
              <a:off x="2081851" y="551413"/>
              <a:ext cx="367593" cy="279005"/>
            </a:xfrm>
            <a:custGeom>
              <a:rect b="b" l="l" r="r" t="t"/>
              <a:pathLst>
                <a:path extrusionOk="0" fill="none" h="5710" w="7523">
                  <a:moveTo>
                    <a:pt x="0" y="5710"/>
                  </a:moveTo>
                  <a:lnTo>
                    <a:pt x="7522" y="1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9" name="Google Shape;509;p10"/>
            <p:cNvSpPr/>
            <p:nvPr/>
          </p:nvSpPr>
          <p:spPr>
            <a:xfrm>
              <a:off x="2203422" y="584395"/>
              <a:ext cx="281790" cy="363830"/>
            </a:xfrm>
            <a:custGeom>
              <a:rect b="b" l="l" r="r" t="t"/>
              <a:pathLst>
                <a:path extrusionOk="0" fill="none" h="7446" w="5767">
                  <a:moveTo>
                    <a:pt x="0" y="7446"/>
                  </a:moveTo>
                  <a:lnTo>
                    <a:pt x="5767" y="1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0" name="Google Shape;510;p10"/>
            <p:cNvSpPr/>
            <p:nvPr/>
          </p:nvSpPr>
          <p:spPr>
            <a:xfrm>
              <a:off x="2351378" y="607018"/>
              <a:ext cx="178153" cy="424126"/>
            </a:xfrm>
            <a:custGeom>
              <a:rect b="b" l="l" r="r" t="t"/>
              <a:pathLst>
                <a:path extrusionOk="0" fill="none" h="8680" w="3646">
                  <a:moveTo>
                    <a:pt x="0" y="8680"/>
                  </a:moveTo>
                  <a:lnTo>
                    <a:pt x="3645" y="1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1" name="Google Shape;511;p10"/>
            <p:cNvSpPr/>
            <p:nvPr/>
          </p:nvSpPr>
          <p:spPr>
            <a:xfrm>
              <a:off x="2515362" y="616449"/>
              <a:ext cx="62251" cy="457109"/>
            </a:xfrm>
            <a:custGeom>
              <a:rect b="b" l="l" r="r" t="t"/>
              <a:pathLst>
                <a:path extrusionOk="0" fill="none" h="9355" w="1274">
                  <a:moveTo>
                    <a:pt x="0" y="9355"/>
                  </a:moveTo>
                  <a:lnTo>
                    <a:pt x="1273" y="1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2" name="Google Shape;512;p10"/>
            <p:cNvSpPr/>
            <p:nvPr/>
          </p:nvSpPr>
          <p:spPr>
            <a:xfrm>
              <a:off x="2626524" y="614592"/>
              <a:ext cx="58488" cy="457109"/>
            </a:xfrm>
            <a:custGeom>
              <a:rect b="b" l="l" r="r" t="t"/>
              <a:pathLst>
                <a:path extrusionOk="0" fill="none" h="9355" w="1197">
                  <a:moveTo>
                    <a:pt x="1197" y="9354"/>
                  </a:moveTo>
                  <a:lnTo>
                    <a:pt x="1" y="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3" name="Google Shape;513;p10"/>
            <p:cNvSpPr/>
            <p:nvPr/>
          </p:nvSpPr>
          <p:spPr>
            <a:xfrm>
              <a:off x="2673677" y="598565"/>
              <a:ext cx="174390" cy="426961"/>
            </a:xfrm>
            <a:custGeom>
              <a:rect b="b" l="l" r="r" t="t"/>
              <a:pathLst>
                <a:path extrusionOk="0" fill="none" h="8738" w="3569">
                  <a:moveTo>
                    <a:pt x="3568" y="8737"/>
                  </a:moveTo>
                  <a:lnTo>
                    <a:pt x="0" y="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4" name="Google Shape;514;p10"/>
            <p:cNvSpPr/>
            <p:nvPr/>
          </p:nvSpPr>
          <p:spPr>
            <a:xfrm>
              <a:off x="2715113" y="572179"/>
              <a:ext cx="279005" cy="366615"/>
            </a:xfrm>
            <a:custGeom>
              <a:rect b="b" l="l" r="r" t="t"/>
              <a:pathLst>
                <a:path extrusionOk="0" fill="none" h="7503" w="5710">
                  <a:moveTo>
                    <a:pt x="5710" y="7503"/>
                  </a:moveTo>
                  <a:lnTo>
                    <a:pt x="1" y="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5" name="Google Shape;515;p10"/>
            <p:cNvSpPr/>
            <p:nvPr/>
          </p:nvSpPr>
          <p:spPr>
            <a:xfrm>
              <a:off x="2748095" y="535386"/>
              <a:ext cx="364759" cy="281839"/>
            </a:xfrm>
            <a:custGeom>
              <a:rect b="b" l="l" r="r" t="t"/>
              <a:pathLst>
                <a:path extrusionOk="0" fill="none" h="5768" w="7465">
                  <a:moveTo>
                    <a:pt x="7465" y="5768"/>
                  </a:moveTo>
                  <a:lnTo>
                    <a:pt x="1" y="1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6" name="Google Shape;516;p10"/>
            <p:cNvSpPr/>
            <p:nvPr/>
          </p:nvSpPr>
          <p:spPr>
            <a:xfrm>
              <a:off x="2770718" y="491116"/>
              <a:ext cx="424126" cy="179081"/>
            </a:xfrm>
            <a:custGeom>
              <a:rect b="b" l="l" r="r" t="t"/>
              <a:pathLst>
                <a:path extrusionOk="0" fill="none" h="3665" w="8680">
                  <a:moveTo>
                    <a:pt x="8680" y="3665"/>
                  </a:moveTo>
                  <a:lnTo>
                    <a:pt x="1" y="1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7" name="Google Shape;517;p10"/>
            <p:cNvSpPr/>
            <p:nvPr/>
          </p:nvSpPr>
          <p:spPr>
            <a:xfrm>
              <a:off x="2781077" y="443035"/>
              <a:ext cx="456180" cy="62251"/>
            </a:xfrm>
            <a:custGeom>
              <a:rect b="b" l="l" r="r" t="t"/>
              <a:pathLst>
                <a:path extrusionOk="0" fill="none" h="1274" w="9336">
                  <a:moveTo>
                    <a:pt x="9336" y="1274"/>
                  </a:moveTo>
                  <a:lnTo>
                    <a:pt x="1" y="1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8" name="Google Shape;518;p10"/>
            <p:cNvSpPr/>
            <p:nvPr/>
          </p:nvSpPr>
          <p:spPr>
            <a:xfrm>
              <a:off x="2778292" y="335635"/>
              <a:ext cx="457109" cy="58440"/>
            </a:xfrm>
            <a:custGeom>
              <a:rect b="b" l="l" r="r" t="t"/>
              <a:pathLst>
                <a:path extrusionOk="0" fill="none" h="1196" w="9355">
                  <a:moveTo>
                    <a:pt x="9354" y="0"/>
                  </a:moveTo>
                  <a:lnTo>
                    <a:pt x="0" y="1196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9" name="Google Shape;519;p10"/>
            <p:cNvSpPr/>
            <p:nvPr/>
          </p:nvSpPr>
          <p:spPr>
            <a:xfrm>
              <a:off x="2763194" y="172579"/>
              <a:ext cx="426032" cy="174390"/>
            </a:xfrm>
            <a:custGeom>
              <a:rect b="b" l="l" r="r" t="t"/>
              <a:pathLst>
                <a:path extrusionOk="0" fill="none" h="3569" w="8719">
                  <a:moveTo>
                    <a:pt x="8718" y="1"/>
                  </a:moveTo>
                  <a:lnTo>
                    <a:pt x="1" y="3569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0" name="Google Shape;520;p10"/>
            <p:cNvSpPr/>
            <p:nvPr/>
          </p:nvSpPr>
          <p:spPr>
            <a:xfrm>
              <a:off x="2735879" y="27457"/>
              <a:ext cx="366615" cy="278076"/>
            </a:xfrm>
            <a:custGeom>
              <a:rect b="b" l="l" r="r" t="t"/>
              <a:pathLst>
                <a:path extrusionOk="0" fill="none" h="5691" w="7503">
                  <a:moveTo>
                    <a:pt x="7503" y="0"/>
                  </a:moveTo>
                  <a:lnTo>
                    <a:pt x="0" y="569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1" name="Google Shape;521;p10"/>
            <p:cNvSpPr/>
            <p:nvPr/>
          </p:nvSpPr>
          <p:spPr>
            <a:xfrm>
              <a:off x="2699135" y="-91280"/>
              <a:ext cx="282767" cy="364759"/>
            </a:xfrm>
            <a:custGeom>
              <a:rect b="b" l="l" r="r" t="t"/>
              <a:pathLst>
                <a:path extrusionOk="0" fill="none" h="7465" w="5787">
                  <a:moveTo>
                    <a:pt x="5786" y="0"/>
                  </a:moveTo>
                  <a:lnTo>
                    <a:pt x="0" y="7464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2" name="Google Shape;522;p10"/>
            <p:cNvSpPr/>
            <p:nvPr/>
          </p:nvSpPr>
          <p:spPr>
            <a:xfrm>
              <a:off x="2655744" y="-174200"/>
              <a:ext cx="178153" cy="425055"/>
            </a:xfrm>
            <a:custGeom>
              <a:rect b="b" l="l" r="r" t="t"/>
              <a:pathLst>
                <a:path extrusionOk="0" fill="none" h="8699" w="3646">
                  <a:moveTo>
                    <a:pt x="3646" y="0"/>
                  </a:moveTo>
                  <a:lnTo>
                    <a:pt x="1" y="8698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pic>
        <p:nvPicPr>
          <p:cNvPr id="523" name="Google Shape;523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2700000">
            <a:off x="7664015" y="1409800"/>
            <a:ext cx="2527511" cy="2681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524" name="Shape 5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5" name="Google Shape;525;p11"/>
          <p:cNvPicPr preferRelativeResize="0"/>
          <p:nvPr/>
        </p:nvPicPr>
        <p:blipFill rotWithShape="1">
          <a:blip r:embed="rId2">
            <a:alphaModFix amt="60000"/>
          </a:blip>
          <a:srcRect b="0" l="40" r="30" t="0"/>
          <a:stretch/>
        </p:blipFill>
        <p:spPr>
          <a:xfrm>
            <a:off x="0" y="1"/>
            <a:ext cx="9144002" cy="5143499"/>
          </a:xfrm>
          <a:prstGeom prst="rect">
            <a:avLst/>
          </a:prstGeom>
          <a:noFill/>
          <a:ln>
            <a:noFill/>
          </a:ln>
        </p:spPr>
      </p:pic>
      <p:sp>
        <p:nvSpPr>
          <p:cNvPr id="526" name="Google Shape;526;p11"/>
          <p:cNvSpPr txBox="1"/>
          <p:nvPr>
            <p:ph hasCustomPrompt="1" type="title"/>
          </p:nvPr>
        </p:nvSpPr>
        <p:spPr>
          <a:xfrm>
            <a:off x="1189500" y="1573088"/>
            <a:ext cx="6765000" cy="11916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78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527" name="Google Shape;527;p11"/>
          <p:cNvSpPr txBox="1"/>
          <p:nvPr>
            <p:ph idx="1" type="subTitle"/>
          </p:nvPr>
        </p:nvSpPr>
        <p:spPr>
          <a:xfrm>
            <a:off x="1189500" y="3008635"/>
            <a:ext cx="6765000" cy="34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28" name="Google Shape;528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>
            <a:off x="-1398709" y="3775675"/>
            <a:ext cx="9353213" cy="268125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29" name="Google Shape;529;p11"/>
          <p:cNvGrpSpPr/>
          <p:nvPr/>
        </p:nvGrpSpPr>
        <p:grpSpPr>
          <a:xfrm flipH="1">
            <a:off x="8442483" y="3580345"/>
            <a:ext cx="284143" cy="284718"/>
            <a:chOff x="432750" y="3302025"/>
            <a:chExt cx="217035" cy="217475"/>
          </a:xfrm>
        </p:grpSpPr>
        <p:sp>
          <p:nvSpPr>
            <p:cNvPr id="530" name="Google Shape;530;p11"/>
            <p:cNvSpPr/>
            <p:nvPr/>
          </p:nvSpPr>
          <p:spPr>
            <a:xfrm>
              <a:off x="435660" y="3425950"/>
              <a:ext cx="214125" cy="93550"/>
            </a:xfrm>
            <a:custGeom>
              <a:rect b="b" l="l" r="r" t="t"/>
              <a:pathLst>
                <a:path extrusionOk="0" h="3742" w="8565">
                  <a:moveTo>
                    <a:pt x="1" y="0"/>
                  </a:moveTo>
                  <a:cubicBezTo>
                    <a:pt x="290" y="2141"/>
                    <a:pt x="2122" y="3742"/>
                    <a:pt x="4283" y="3742"/>
                  </a:cubicBezTo>
                  <a:cubicBezTo>
                    <a:pt x="6443" y="3742"/>
                    <a:pt x="8275" y="2141"/>
                    <a:pt x="856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1" name="Google Shape;531;p11"/>
            <p:cNvSpPr/>
            <p:nvPr/>
          </p:nvSpPr>
          <p:spPr>
            <a:xfrm>
              <a:off x="432750" y="3302025"/>
              <a:ext cx="214125" cy="94050"/>
            </a:xfrm>
            <a:custGeom>
              <a:rect b="b" l="l" r="r" t="t"/>
              <a:pathLst>
                <a:path extrusionOk="0" h="3762" w="8565">
                  <a:moveTo>
                    <a:pt x="1" y="0"/>
                  </a:moveTo>
                  <a:cubicBezTo>
                    <a:pt x="271" y="2141"/>
                    <a:pt x="2103" y="3761"/>
                    <a:pt x="4283" y="3761"/>
                  </a:cubicBezTo>
                  <a:cubicBezTo>
                    <a:pt x="6443" y="3761"/>
                    <a:pt x="8275" y="2141"/>
                    <a:pt x="856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32" name="Google Shape;532;p11"/>
          <p:cNvGrpSpPr/>
          <p:nvPr/>
        </p:nvGrpSpPr>
        <p:grpSpPr>
          <a:xfrm flipH="1">
            <a:off x="8412161" y="940850"/>
            <a:ext cx="357454" cy="956304"/>
            <a:chOff x="357713" y="600975"/>
            <a:chExt cx="357454" cy="956304"/>
          </a:xfrm>
        </p:grpSpPr>
        <p:sp>
          <p:nvSpPr>
            <p:cNvPr id="533" name="Google Shape;533;p11"/>
            <p:cNvSpPr/>
            <p:nvPr/>
          </p:nvSpPr>
          <p:spPr>
            <a:xfrm>
              <a:off x="357713" y="600975"/>
              <a:ext cx="357454" cy="357454"/>
            </a:xfrm>
            <a:custGeom>
              <a:rect b="b" l="l" r="r" t="t"/>
              <a:pathLst>
                <a:path extrusionOk="0" fill="none" h="6539" w="6539">
                  <a:moveTo>
                    <a:pt x="3954" y="367"/>
                  </a:moveTo>
                  <a:cubicBezTo>
                    <a:pt x="5535" y="752"/>
                    <a:pt x="6538" y="2353"/>
                    <a:pt x="6152" y="3954"/>
                  </a:cubicBezTo>
                  <a:cubicBezTo>
                    <a:pt x="5767" y="5535"/>
                    <a:pt x="4166" y="6538"/>
                    <a:pt x="2584" y="6153"/>
                  </a:cubicBezTo>
                  <a:cubicBezTo>
                    <a:pt x="984" y="5767"/>
                    <a:pt x="0" y="4166"/>
                    <a:pt x="366" y="2585"/>
                  </a:cubicBezTo>
                  <a:cubicBezTo>
                    <a:pt x="752" y="984"/>
                    <a:pt x="2353" y="0"/>
                    <a:pt x="3954" y="367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4" name="Google Shape;534;p11"/>
            <p:cNvSpPr/>
            <p:nvPr/>
          </p:nvSpPr>
          <p:spPr>
            <a:xfrm>
              <a:off x="374549" y="819196"/>
              <a:ext cx="324765" cy="324765"/>
            </a:xfrm>
            <a:custGeom>
              <a:rect b="b" l="l" r="r" t="t"/>
              <a:pathLst>
                <a:path extrusionOk="0" fill="none" h="5941" w="5941">
                  <a:moveTo>
                    <a:pt x="5941" y="2971"/>
                  </a:moveTo>
                  <a:cubicBezTo>
                    <a:pt x="5941" y="4610"/>
                    <a:pt x="4610" y="5941"/>
                    <a:pt x="2971" y="5941"/>
                  </a:cubicBezTo>
                  <a:cubicBezTo>
                    <a:pt x="1331" y="5941"/>
                    <a:pt x="1" y="4610"/>
                    <a:pt x="1" y="2971"/>
                  </a:cubicBezTo>
                  <a:cubicBezTo>
                    <a:pt x="1" y="1331"/>
                    <a:pt x="1331" y="1"/>
                    <a:pt x="2971" y="1"/>
                  </a:cubicBezTo>
                  <a:cubicBezTo>
                    <a:pt x="4610" y="1"/>
                    <a:pt x="5941" y="1331"/>
                    <a:pt x="5941" y="2971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5" name="Google Shape;535;p11"/>
            <p:cNvSpPr/>
            <p:nvPr/>
          </p:nvSpPr>
          <p:spPr>
            <a:xfrm>
              <a:off x="357713" y="997347"/>
              <a:ext cx="357454" cy="357509"/>
            </a:xfrm>
            <a:custGeom>
              <a:rect b="b" l="l" r="r" t="t"/>
              <a:pathLst>
                <a:path extrusionOk="0" fill="none" h="6540" w="6539">
                  <a:moveTo>
                    <a:pt x="3954" y="387"/>
                  </a:moveTo>
                  <a:cubicBezTo>
                    <a:pt x="5555" y="753"/>
                    <a:pt x="6538" y="2354"/>
                    <a:pt x="6152" y="3955"/>
                  </a:cubicBezTo>
                  <a:cubicBezTo>
                    <a:pt x="5767" y="5556"/>
                    <a:pt x="4166" y="6539"/>
                    <a:pt x="2584" y="6153"/>
                  </a:cubicBezTo>
                  <a:cubicBezTo>
                    <a:pt x="984" y="5787"/>
                    <a:pt x="0" y="4186"/>
                    <a:pt x="366" y="2585"/>
                  </a:cubicBezTo>
                  <a:cubicBezTo>
                    <a:pt x="752" y="985"/>
                    <a:pt x="2353" y="1"/>
                    <a:pt x="3954" y="387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6" name="Google Shape;536;p11"/>
            <p:cNvSpPr/>
            <p:nvPr/>
          </p:nvSpPr>
          <p:spPr>
            <a:xfrm>
              <a:off x="358751" y="1200863"/>
              <a:ext cx="356416" cy="356416"/>
            </a:xfrm>
            <a:custGeom>
              <a:rect b="b" l="l" r="r" t="t"/>
              <a:pathLst>
                <a:path extrusionOk="0" fill="none" h="6520" w="6520">
                  <a:moveTo>
                    <a:pt x="5362" y="1158"/>
                  </a:moveTo>
                  <a:cubicBezTo>
                    <a:pt x="6519" y="2315"/>
                    <a:pt x="6519" y="4186"/>
                    <a:pt x="5362" y="5343"/>
                  </a:cubicBezTo>
                  <a:cubicBezTo>
                    <a:pt x="4186" y="6519"/>
                    <a:pt x="2315" y="6519"/>
                    <a:pt x="1157" y="5343"/>
                  </a:cubicBezTo>
                  <a:cubicBezTo>
                    <a:pt x="0" y="4186"/>
                    <a:pt x="0" y="2315"/>
                    <a:pt x="1157" y="1158"/>
                  </a:cubicBezTo>
                  <a:cubicBezTo>
                    <a:pt x="2315" y="0"/>
                    <a:pt x="4186" y="0"/>
                    <a:pt x="5362" y="1158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37" name="Google Shape;537;p11"/>
          <p:cNvGrpSpPr/>
          <p:nvPr/>
        </p:nvGrpSpPr>
        <p:grpSpPr>
          <a:xfrm flipH="1">
            <a:off x="-1204526" y="3464295"/>
            <a:ext cx="1965289" cy="517060"/>
            <a:chOff x="3539975" y="3523525"/>
            <a:chExt cx="745925" cy="196250"/>
          </a:xfrm>
        </p:grpSpPr>
        <p:sp>
          <p:nvSpPr>
            <p:cNvPr id="538" name="Google Shape;538;p11"/>
            <p:cNvSpPr/>
            <p:nvPr/>
          </p:nvSpPr>
          <p:spPr>
            <a:xfrm>
              <a:off x="3539975" y="3523525"/>
              <a:ext cx="196250" cy="196250"/>
            </a:xfrm>
            <a:custGeom>
              <a:rect b="b" l="l" r="r" t="t"/>
              <a:pathLst>
                <a:path extrusionOk="0" fill="none" h="7850" w="785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9" name="Google Shape;539;p11"/>
            <p:cNvSpPr/>
            <p:nvPr/>
          </p:nvSpPr>
          <p:spPr>
            <a:xfrm>
              <a:off x="3576625" y="3523525"/>
              <a:ext cx="196250" cy="196250"/>
            </a:xfrm>
            <a:custGeom>
              <a:rect b="b" l="l" r="r" t="t"/>
              <a:pathLst>
                <a:path extrusionOk="0" fill="none" h="7850" w="785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0" name="Google Shape;540;p11"/>
            <p:cNvSpPr/>
            <p:nvPr/>
          </p:nvSpPr>
          <p:spPr>
            <a:xfrm>
              <a:off x="3613250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1" y="0"/>
                  </a:moveTo>
                  <a:lnTo>
                    <a:pt x="7851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1" name="Google Shape;541;p11"/>
            <p:cNvSpPr/>
            <p:nvPr/>
          </p:nvSpPr>
          <p:spPr>
            <a:xfrm>
              <a:off x="3649900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1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2" name="Google Shape;542;p11"/>
            <p:cNvSpPr/>
            <p:nvPr/>
          </p:nvSpPr>
          <p:spPr>
            <a:xfrm>
              <a:off x="3686550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3" name="Google Shape;543;p11"/>
            <p:cNvSpPr/>
            <p:nvPr/>
          </p:nvSpPr>
          <p:spPr>
            <a:xfrm>
              <a:off x="3723200" y="3523525"/>
              <a:ext cx="196250" cy="196250"/>
            </a:xfrm>
            <a:custGeom>
              <a:rect b="b" l="l" r="r" t="t"/>
              <a:pathLst>
                <a:path extrusionOk="0" fill="none" h="7850" w="785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4" name="Google Shape;544;p11"/>
            <p:cNvSpPr/>
            <p:nvPr/>
          </p:nvSpPr>
          <p:spPr>
            <a:xfrm>
              <a:off x="3759825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1" y="0"/>
                  </a:moveTo>
                  <a:lnTo>
                    <a:pt x="7851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5" name="Google Shape;545;p11"/>
            <p:cNvSpPr/>
            <p:nvPr/>
          </p:nvSpPr>
          <p:spPr>
            <a:xfrm>
              <a:off x="3796475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1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6" name="Google Shape;546;p11"/>
            <p:cNvSpPr/>
            <p:nvPr/>
          </p:nvSpPr>
          <p:spPr>
            <a:xfrm>
              <a:off x="3833125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1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7" name="Google Shape;547;p11"/>
            <p:cNvSpPr/>
            <p:nvPr/>
          </p:nvSpPr>
          <p:spPr>
            <a:xfrm>
              <a:off x="3869775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8" name="Google Shape;548;p11"/>
            <p:cNvSpPr/>
            <p:nvPr/>
          </p:nvSpPr>
          <p:spPr>
            <a:xfrm>
              <a:off x="3906425" y="3523525"/>
              <a:ext cx="196250" cy="196250"/>
            </a:xfrm>
            <a:custGeom>
              <a:rect b="b" l="l" r="r" t="t"/>
              <a:pathLst>
                <a:path extrusionOk="0" fill="none" h="7850" w="785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9" name="Google Shape;549;p11"/>
            <p:cNvSpPr/>
            <p:nvPr/>
          </p:nvSpPr>
          <p:spPr>
            <a:xfrm>
              <a:off x="3943050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1" y="0"/>
                  </a:moveTo>
                  <a:lnTo>
                    <a:pt x="7851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0" name="Google Shape;550;p11"/>
            <p:cNvSpPr/>
            <p:nvPr/>
          </p:nvSpPr>
          <p:spPr>
            <a:xfrm>
              <a:off x="3979700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1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1" name="Google Shape;551;p11"/>
            <p:cNvSpPr/>
            <p:nvPr/>
          </p:nvSpPr>
          <p:spPr>
            <a:xfrm>
              <a:off x="4016350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1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2" name="Google Shape;552;p11"/>
            <p:cNvSpPr/>
            <p:nvPr/>
          </p:nvSpPr>
          <p:spPr>
            <a:xfrm>
              <a:off x="4053000" y="3523525"/>
              <a:ext cx="196250" cy="196250"/>
            </a:xfrm>
            <a:custGeom>
              <a:rect b="b" l="l" r="r" t="t"/>
              <a:pathLst>
                <a:path extrusionOk="0" fill="none" h="7850" w="785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3" name="Google Shape;553;p11"/>
            <p:cNvSpPr/>
            <p:nvPr/>
          </p:nvSpPr>
          <p:spPr>
            <a:xfrm>
              <a:off x="4089650" y="3523525"/>
              <a:ext cx="196250" cy="196250"/>
            </a:xfrm>
            <a:custGeom>
              <a:rect b="b" l="l" r="r" t="t"/>
              <a:pathLst>
                <a:path extrusionOk="0" fill="none" h="7850" w="785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noFill/>
      </p:bgPr>
    </p:bg>
    <p:spTree>
      <p:nvGrpSpPr>
        <p:cNvPr id="554" name="Shape 55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CUSTOM">
    <p:spTree>
      <p:nvGrpSpPr>
        <p:cNvPr id="555" name="Shape 5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6" name="Google Shape;556;p13"/>
          <p:cNvPicPr preferRelativeResize="0"/>
          <p:nvPr/>
        </p:nvPicPr>
        <p:blipFill rotWithShape="1">
          <a:blip r:embed="rId2">
            <a:alphaModFix amt="60000"/>
          </a:blip>
          <a:srcRect b="0" l="40" r="30" t="0"/>
          <a:stretch/>
        </p:blipFill>
        <p:spPr>
          <a:xfrm flipH="1" rot="10800000">
            <a:off x="0" y="1"/>
            <a:ext cx="9144002" cy="5143499"/>
          </a:xfrm>
          <a:prstGeom prst="rect">
            <a:avLst/>
          </a:prstGeom>
          <a:noFill/>
          <a:ln>
            <a:noFill/>
          </a:ln>
        </p:spPr>
      </p:pic>
      <p:sp>
        <p:nvSpPr>
          <p:cNvPr id="557" name="Google Shape;557;p13"/>
          <p:cNvSpPr txBox="1"/>
          <p:nvPr>
            <p:ph hasCustomPrompt="1" type="title"/>
          </p:nvPr>
        </p:nvSpPr>
        <p:spPr>
          <a:xfrm>
            <a:off x="817925" y="1535078"/>
            <a:ext cx="821700" cy="5544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700"/>
              <a:buNone/>
              <a:defRPr sz="23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9pPr>
          </a:lstStyle>
          <a:p>
            <a:r>
              <a:t>xx%</a:t>
            </a:r>
          </a:p>
        </p:txBody>
      </p:sp>
      <p:sp>
        <p:nvSpPr>
          <p:cNvPr id="558" name="Google Shape;558;p13"/>
          <p:cNvSpPr txBox="1"/>
          <p:nvPr>
            <p:ph idx="1" type="subTitle"/>
          </p:nvPr>
        </p:nvSpPr>
        <p:spPr>
          <a:xfrm>
            <a:off x="1639675" y="1483450"/>
            <a:ext cx="2887200" cy="3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2100">
                <a:latin typeface="Aldrich"/>
                <a:ea typeface="Aldrich"/>
                <a:cs typeface="Aldrich"/>
                <a:sym typeface="Aldrich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9" name="Google Shape;559;p13"/>
          <p:cNvSpPr txBox="1"/>
          <p:nvPr>
            <p:ph idx="2" type="subTitle"/>
          </p:nvPr>
        </p:nvSpPr>
        <p:spPr>
          <a:xfrm>
            <a:off x="1639675" y="1838040"/>
            <a:ext cx="2349300" cy="54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0" name="Google Shape;560;p13"/>
          <p:cNvSpPr txBox="1"/>
          <p:nvPr>
            <p:ph hasCustomPrompt="1" idx="3" type="title"/>
          </p:nvPr>
        </p:nvSpPr>
        <p:spPr>
          <a:xfrm>
            <a:off x="817925" y="2547299"/>
            <a:ext cx="821700" cy="5544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700"/>
              <a:buNone/>
              <a:defRPr sz="23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9pPr>
          </a:lstStyle>
          <a:p>
            <a:r>
              <a:t>xx%</a:t>
            </a:r>
          </a:p>
        </p:txBody>
      </p:sp>
      <p:sp>
        <p:nvSpPr>
          <p:cNvPr id="561" name="Google Shape;561;p13"/>
          <p:cNvSpPr txBox="1"/>
          <p:nvPr>
            <p:ph idx="4" type="subTitle"/>
          </p:nvPr>
        </p:nvSpPr>
        <p:spPr>
          <a:xfrm>
            <a:off x="1639675" y="2497425"/>
            <a:ext cx="2887200" cy="3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2100">
                <a:latin typeface="Aldrich"/>
                <a:ea typeface="Aldrich"/>
                <a:cs typeface="Aldrich"/>
                <a:sym typeface="Aldrich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2" name="Google Shape;562;p13"/>
          <p:cNvSpPr txBox="1"/>
          <p:nvPr>
            <p:ph idx="5" type="subTitle"/>
          </p:nvPr>
        </p:nvSpPr>
        <p:spPr>
          <a:xfrm>
            <a:off x="1639675" y="2852015"/>
            <a:ext cx="2349300" cy="54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3" name="Google Shape;563;p13"/>
          <p:cNvSpPr txBox="1"/>
          <p:nvPr>
            <p:ph hasCustomPrompt="1" idx="6" type="title"/>
          </p:nvPr>
        </p:nvSpPr>
        <p:spPr>
          <a:xfrm>
            <a:off x="817925" y="3559519"/>
            <a:ext cx="821700" cy="5544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700"/>
              <a:buNone/>
              <a:defRPr sz="23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9pPr>
          </a:lstStyle>
          <a:p>
            <a:r>
              <a:t>xx%</a:t>
            </a:r>
          </a:p>
        </p:txBody>
      </p:sp>
      <p:sp>
        <p:nvSpPr>
          <p:cNvPr id="564" name="Google Shape;564;p13"/>
          <p:cNvSpPr txBox="1"/>
          <p:nvPr>
            <p:ph idx="7" type="subTitle"/>
          </p:nvPr>
        </p:nvSpPr>
        <p:spPr>
          <a:xfrm>
            <a:off x="1639675" y="3511400"/>
            <a:ext cx="2887200" cy="3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2100">
                <a:latin typeface="Aldrich"/>
                <a:ea typeface="Aldrich"/>
                <a:cs typeface="Aldrich"/>
                <a:sym typeface="Aldrich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5" name="Google Shape;565;p13"/>
          <p:cNvSpPr txBox="1"/>
          <p:nvPr>
            <p:ph idx="8" type="subTitle"/>
          </p:nvPr>
        </p:nvSpPr>
        <p:spPr>
          <a:xfrm>
            <a:off x="1639675" y="3865990"/>
            <a:ext cx="2349300" cy="54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6" name="Google Shape;566;p13"/>
          <p:cNvSpPr txBox="1"/>
          <p:nvPr>
            <p:ph hasCustomPrompt="1" idx="9" type="title"/>
          </p:nvPr>
        </p:nvSpPr>
        <p:spPr>
          <a:xfrm>
            <a:off x="4707713" y="1535078"/>
            <a:ext cx="821700" cy="5544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700"/>
              <a:buNone/>
              <a:defRPr sz="23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9pPr>
          </a:lstStyle>
          <a:p>
            <a:r>
              <a:t>xx%</a:t>
            </a:r>
          </a:p>
        </p:txBody>
      </p:sp>
      <p:sp>
        <p:nvSpPr>
          <p:cNvPr id="567" name="Google Shape;567;p13"/>
          <p:cNvSpPr txBox="1"/>
          <p:nvPr>
            <p:ph idx="13" type="subTitle"/>
          </p:nvPr>
        </p:nvSpPr>
        <p:spPr>
          <a:xfrm>
            <a:off x="5529413" y="1483450"/>
            <a:ext cx="2887200" cy="3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2100">
                <a:latin typeface="Aldrich"/>
                <a:ea typeface="Aldrich"/>
                <a:cs typeface="Aldrich"/>
                <a:sym typeface="Aldrich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8" name="Google Shape;568;p13"/>
          <p:cNvSpPr txBox="1"/>
          <p:nvPr>
            <p:ph idx="14" type="subTitle"/>
          </p:nvPr>
        </p:nvSpPr>
        <p:spPr>
          <a:xfrm>
            <a:off x="5529413" y="1838040"/>
            <a:ext cx="2349300" cy="54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9" name="Google Shape;569;p13"/>
          <p:cNvSpPr txBox="1"/>
          <p:nvPr>
            <p:ph hasCustomPrompt="1" idx="15" type="title"/>
          </p:nvPr>
        </p:nvSpPr>
        <p:spPr>
          <a:xfrm>
            <a:off x="4707713" y="2547299"/>
            <a:ext cx="821700" cy="5544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700"/>
              <a:buNone/>
              <a:defRPr sz="23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9pPr>
          </a:lstStyle>
          <a:p>
            <a:r>
              <a:t>xx%</a:t>
            </a:r>
          </a:p>
        </p:txBody>
      </p:sp>
      <p:sp>
        <p:nvSpPr>
          <p:cNvPr id="570" name="Google Shape;570;p13"/>
          <p:cNvSpPr txBox="1"/>
          <p:nvPr>
            <p:ph idx="16" type="subTitle"/>
          </p:nvPr>
        </p:nvSpPr>
        <p:spPr>
          <a:xfrm>
            <a:off x="5529413" y="2497425"/>
            <a:ext cx="2887200" cy="3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2100">
                <a:latin typeface="Aldrich"/>
                <a:ea typeface="Aldrich"/>
                <a:cs typeface="Aldrich"/>
                <a:sym typeface="Aldrich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1" name="Google Shape;571;p13"/>
          <p:cNvSpPr txBox="1"/>
          <p:nvPr>
            <p:ph idx="17" type="subTitle"/>
          </p:nvPr>
        </p:nvSpPr>
        <p:spPr>
          <a:xfrm>
            <a:off x="5529413" y="2852015"/>
            <a:ext cx="2349300" cy="54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2" name="Google Shape;572;p13"/>
          <p:cNvSpPr txBox="1"/>
          <p:nvPr>
            <p:ph hasCustomPrompt="1" idx="18" type="title"/>
          </p:nvPr>
        </p:nvSpPr>
        <p:spPr>
          <a:xfrm>
            <a:off x="4707713" y="3559519"/>
            <a:ext cx="821700" cy="5544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700"/>
              <a:buNone/>
              <a:defRPr sz="23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9pPr>
          </a:lstStyle>
          <a:p>
            <a:r>
              <a:t>xx%</a:t>
            </a:r>
          </a:p>
        </p:txBody>
      </p:sp>
      <p:sp>
        <p:nvSpPr>
          <p:cNvPr id="573" name="Google Shape;573;p13"/>
          <p:cNvSpPr txBox="1"/>
          <p:nvPr>
            <p:ph idx="19" type="subTitle"/>
          </p:nvPr>
        </p:nvSpPr>
        <p:spPr>
          <a:xfrm>
            <a:off x="5529413" y="3511400"/>
            <a:ext cx="2887200" cy="3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2100">
                <a:latin typeface="Aldrich"/>
                <a:ea typeface="Aldrich"/>
                <a:cs typeface="Aldrich"/>
                <a:sym typeface="Aldrich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4" name="Google Shape;574;p13"/>
          <p:cNvSpPr txBox="1"/>
          <p:nvPr>
            <p:ph idx="20" type="subTitle"/>
          </p:nvPr>
        </p:nvSpPr>
        <p:spPr>
          <a:xfrm>
            <a:off x="5529413" y="3865990"/>
            <a:ext cx="2349300" cy="54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5" name="Google Shape;575;p13"/>
          <p:cNvSpPr txBox="1"/>
          <p:nvPr>
            <p:ph idx="21" type="title"/>
          </p:nvPr>
        </p:nvSpPr>
        <p:spPr>
          <a:xfrm>
            <a:off x="715500" y="538250"/>
            <a:ext cx="7713000" cy="4206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900"/>
              <a:buNone/>
              <a:defRPr sz="2900">
                <a:latin typeface="Aldrich"/>
                <a:ea typeface="Aldrich"/>
                <a:cs typeface="Aldrich"/>
                <a:sym typeface="Aldrich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9pPr>
          </a:lstStyle>
          <a:p/>
        </p:txBody>
      </p:sp>
      <p:grpSp>
        <p:nvGrpSpPr>
          <p:cNvPr id="576" name="Google Shape;576;p13"/>
          <p:cNvGrpSpPr/>
          <p:nvPr/>
        </p:nvGrpSpPr>
        <p:grpSpPr>
          <a:xfrm>
            <a:off x="8246982" y="3524700"/>
            <a:ext cx="1039906" cy="679800"/>
            <a:chOff x="4082325" y="3790650"/>
            <a:chExt cx="1039906" cy="679800"/>
          </a:xfrm>
        </p:grpSpPr>
        <p:sp>
          <p:nvSpPr>
            <p:cNvPr id="577" name="Google Shape;577;p13"/>
            <p:cNvSpPr/>
            <p:nvPr/>
          </p:nvSpPr>
          <p:spPr>
            <a:xfrm>
              <a:off x="4082325" y="3790650"/>
              <a:ext cx="1039906" cy="94858"/>
            </a:xfrm>
            <a:custGeom>
              <a:rect b="b" l="l" r="r" t="t"/>
              <a:pathLst>
                <a:path extrusionOk="0" fill="none" h="1448" w="15874">
                  <a:moveTo>
                    <a:pt x="1" y="1"/>
                  </a:moveTo>
                  <a:cubicBezTo>
                    <a:pt x="1138" y="1"/>
                    <a:pt x="1138" y="1447"/>
                    <a:pt x="2276" y="1447"/>
                  </a:cubicBezTo>
                  <a:cubicBezTo>
                    <a:pt x="3395" y="1447"/>
                    <a:pt x="3395" y="1"/>
                    <a:pt x="4533" y="1"/>
                  </a:cubicBezTo>
                  <a:cubicBezTo>
                    <a:pt x="5671" y="1"/>
                    <a:pt x="5671" y="1447"/>
                    <a:pt x="6809" y="1447"/>
                  </a:cubicBezTo>
                  <a:cubicBezTo>
                    <a:pt x="7947" y="1447"/>
                    <a:pt x="7947" y="1"/>
                    <a:pt x="9065" y="1"/>
                  </a:cubicBezTo>
                  <a:cubicBezTo>
                    <a:pt x="10203" y="1"/>
                    <a:pt x="10203" y="1447"/>
                    <a:pt x="11341" y="1447"/>
                  </a:cubicBezTo>
                  <a:cubicBezTo>
                    <a:pt x="12479" y="1447"/>
                    <a:pt x="12479" y="1"/>
                    <a:pt x="13617" y="1"/>
                  </a:cubicBezTo>
                  <a:cubicBezTo>
                    <a:pt x="14736" y="1"/>
                    <a:pt x="14736" y="1447"/>
                    <a:pt x="15873" y="1447"/>
                  </a:cubicBezTo>
                </a:path>
              </a:pathLst>
            </a:custGeom>
            <a:solidFill>
              <a:schemeClr val="lt1"/>
            </a:solidFill>
            <a:ln cap="flat" cmpd="sng" w="12050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8" name="Google Shape;578;p13"/>
            <p:cNvSpPr/>
            <p:nvPr/>
          </p:nvSpPr>
          <p:spPr>
            <a:xfrm>
              <a:off x="4082325" y="4083808"/>
              <a:ext cx="1039906" cy="94793"/>
            </a:xfrm>
            <a:custGeom>
              <a:rect b="b" l="l" r="r" t="t"/>
              <a:pathLst>
                <a:path extrusionOk="0" fill="none" h="1447" w="15874">
                  <a:moveTo>
                    <a:pt x="1" y="0"/>
                  </a:moveTo>
                  <a:cubicBezTo>
                    <a:pt x="1138" y="0"/>
                    <a:pt x="1138" y="1447"/>
                    <a:pt x="2276" y="1447"/>
                  </a:cubicBezTo>
                  <a:cubicBezTo>
                    <a:pt x="3395" y="1447"/>
                    <a:pt x="3395" y="0"/>
                    <a:pt x="4533" y="0"/>
                  </a:cubicBezTo>
                  <a:cubicBezTo>
                    <a:pt x="5671" y="0"/>
                    <a:pt x="5671" y="1447"/>
                    <a:pt x="6809" y="1447"/>
                  </a:cubicBezTo>
                  <a:cubicBezTo>
                    <a:pt x="7947" y="1447"/>
                    <a:pt x="7947" y="0"/>
                    <a:pt x="9065" y="0"/>
                  </a:cubicBezTo>
                  <a:cubicBezTo>
                    <a:pt x="10203" y="0"/>
                    <a:pt x="10203" y="1447"/>
                    <a:pt x="11341" y="1447"/>
                  </a:cubicBezTo>
                  <a:cubicBezTo>
                    <a:pt x="12479" y="1447"/>
                    <a:pt x="12479" y="0"/>
                    <a:pt x="13617" y="0"/>
                  </a:cubicBezTo>
                  <a:cubicBezTo>
                    <a:pt x="14736" y="0"/>
                    <a:pt x="14736" y="1447"/>
                    <a:pt x="15873" y="1447"/>
                  </a:cubicBezTo>
                </a:path>
              </a:pathLst>
            </a:custGeom>
            <a:solidFill>
              <a:schemeClr val="lt1"/>
            </a:solidFill>
            <a:ln cap="flat" cmpd="sng" w="12050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9" name="Google Shape;579;p13"/>
            <p:cNvSpPr/>
            <p:nvPr/>
          </p:nvSpPr>
          <p:spPr>
            <a:xfrm>
              <a:off x="4082325" y="4375657"/>
              <a:ext cx="1039906" cy="94793"/>
            </a:xfrm>
            <a:custGeom>
              <a:rect b="b" l="l" r="r" t="t"/>
              <a:pathLst>
                <a:path extrusionOk="0" fill="none" h="1447" w="15874">
                  <a:moveTo>
                    <a:pt x="1" y="0"/>
                  </a:moveTo>
                  <a:cubicBezTo>
                    <a:pt x="1138" y="0"/>
                    <a:pt x="1138" y="1447"/>
                    <a:pt x="2276" y="1447"/>
                  </a:cubicBezTo>
                  <a:cubicBezTo>
                    <a:pt x="3395" y="1447"/>
                    <a:pt x="3395" y="0"/>
                    <a:pt x="4533" y="0"/>
                  </a:cubicBezTo>
                  <a:cubicBezTo>
                    <a:pt x="5671" y="0"/>
                    <a:pt x="5671" y="1447"/>
                    <a:pt x="6809" y="1447"/>
                  </a:cubicBezTo>
                  <a:cubicBezTo>
                    <a:pt x="7947" y="1447"/>
                    <a:pt x="7947" y="0"/>
                    <a:pt x="9065" y="0"/>
                  </a:cubicBezTo>
                  <a:cubicBezTo>
                    <a:pt x="10203" y="0"/>
                    <a:pt x="10203" y="1447"/>
                    <a:pt x="11341" y="1447"/>
                  </a:cubicBezTo>
                  <a:cubicBezTo>
                    <a:pt x="12479" y="1447"/>
                    <a:pt x="12479" y="0"/>
                    <a:pt x="13617" y="0"/>
                  </a:cubicBezTo>
                  <a:cubicBezTo>
                    <a:pt x="14736" y="0"/>
                    <a:pt x="14736" y="1447"/>
                    <a:pt x="15873" y="1447"/>
                  </a:cubicBezTo>
                </a:path>
              </a:pathLst>
            </a:custGeom>
            <a:solidFill>
              <a:schemeClr val="lt1"/>
            </a:solidFill>
            <a:ln cap="flat" cmpd="sng" w="12050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80" name="Google Shape;580;p13"/>
          <p:cNvGrpSpPr/>
          <p:nvPr/>
        </p:nvGrpSpPr>
        <p:grpSpPr>
          <a:xfrm>
            <a:off x="-846423" y="4392645"/>
            <a:ext cx="1965289" cy="517060"/>
            <a:chOff x="3539975" y="3523525"/>
            <a:chExt cx="745925" cy="196250"/>
          </a:xfrm>
        </p:grpSpPr>
        <p:sp>
          <p:nvSpPr>
            <p:cNvPr id="581" name="Google Shape;581;p13"/>
            <p:cNvSpPr/>
            <p:nvPr/>
          </p:nvSpPr>
          <p:spPr>
            <a:xfrm>
              <a:off x="3539975" y="3523525"/>
              <a:ext cx="196250" cy="196250"/>
            </a:xfrm>
            <a:custGeom>
              <a:rect b="b" l="l" r="r" t="t"/>
              <a:pathLst>
                <a:path extrusionOk="0" fill="none" h="7850" w="785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2" name="Google Shape;582;p13"/>
            <p:cNvSpPr/>
            <p:nvPr/>
          </p:nvSpPr>
          <p:spPr>
            <a:xfrm>
              <a:off x="3576625" y="3523525"/>
              <a:ext cx="196250" cy="196250"/>
            </a:xfrm>
            <a:custGeom>
              <a:rect b="b" l="l" r="r" t="t"/>
              <a:pathLst>
                <a:path extrusionOk="0" fill="none" h="7850" w="785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3" name="Google Shape;583;p13"/>
            <p:cNvSpPr/>
            <p:nvPr/>
          </p:nvSpPr>
          <p:spPr>
            <a:xfrm>
              <a:off x="3613250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1" y="0"/>
                  </a:moveTo>
                  <a:lnTo>
                    <a:pt x="7851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4" name="Google Shape;584;p13"/>
            <p:cNvSpPr/>
            <p:nvPr/>
          </p:nvSpPr>
          <p:spPr>
            <a:xfrm>
              <a:off x="3649900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1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5" name="Google Shape;585;p13"/>
            <p:cNvSpPr/>
            <p:nvPr/>
          </p:nvSpPr>
          <p:spPr>
            <a:xfrm>
              <a:off x="3686550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6" name="Google Shape;586;p13"/>
            <p:cNvSpPr/>
            <p:nvPr/>
          </p:nvSpPr>
          <p:spPr>
            <a:xfrm>
              <a:off x="3723200" y="3523525"/>
              <a:ext cx="196250" cy="196250"/>
            </a:xfrm>
            <a:custGeom>
              <a:rect b="b" l="l" r="r" t="t"/>
              <a:pathLst>
                <a:path extrusionOk="0" fill="none" h="7850" w="785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7" name="Google Shape;587;p13"/>
            <p:cNvSpPr/>
            <p:nvPr/>
          </p:nvSpPr>
          <p:spPr>
            <a:xfrm>
              <a:off x="3759825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1" y="0"/>
                  </a:moveTo>
                  <a:lnTo>
                    <a:pt x="7851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8" name="Google Shape;588;p13"/>
            <p:cNvSpPr/>
            <p:nvPr/>
          </p:nvSpPr>
          <p:spPr>
            <a:xfrm>
              <a:off x="3796475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1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9" name="Google Shape;589;p13"/>
            <p:cNvSpPr/>
            <p:nvPr/>
          </p:nvSpPr>
          <p:spPr>
            <a:xfrm>
              <a:off x="3833125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1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0" name="Google Shape;590;p13"/>
            <p:cNvSpPr/>
            <p:nvPr/>
          </p:nvSpPr>
          <p:spPr>
            <a:xfrm>
              <a:off x="3869775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1" name="Google Shape;591;p13"/>
            <p:cNvSpPr/>
            <p:nvPr/>
          </p:nvSpPr>
          <p:spPr>
            <a:xfrm>
              <a:off x="3906425" y="3523525"/>
              <a:ext cx="196250" cy="196250"/>
            </a:xfrm>
            <a:custGeom>
              <a:rect b="b" l="l" r="r" t="t"/>
              <a:pathLst>
                <a:path extrusionOk="0" fill="none" h="7850" w="785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2" name="Google Shape;592;p13"/>
            <p:cNvSpPr/>
            <p:nvPr/>
          </p:nvSpPr>
          <p:spPr>
            <a:xfrm>
              <a:off x="3943050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1" y="0"/>
                  </a:moveTo>
                  <a:lnTo>
                    <a:pt x="7851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3" name="Google Shape;593;p13"/>
            <p:cNvSpPr/>
            <p:nvPr/>
          </p:nvSpPr>
          <p:spPr>
            <a:xfrm>
              <a:off x="3979700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1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4" name="Google Shape;594;p13"/>
            <p:cNvSpPr/>
            <p:nvPr/>
          </p:nvSpPr>
          <p:spPr>
            <a:xfrm>
              <a:off x="4016350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1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5" name="Google Shape;595;p13"/>
            <p:cNvSpPr/>
            <p:nvPr/>
          </p:nvSpPr>
          <p:spPr>
            <a:xfrm>
              <a:off x="4053000" y="3523525"/>
              <a:ext cx="196250" cy="196250"/>
            </a:xfrm>
            <a:custGeom>
              <a:rect b="b" l="l" r="r" t="t"/>
              <a:pathLst>
                <a:path extrusionOk="0" fill="none" h="7850" w="785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6" name="Google Shape;596;p13"/>
            <p:cNvSpPr/>
            <p:nvPr/>
          </p:nvSpPr>
          <p:spPr>
            <a:xfrm>
              <a:off x="4089650" y="3523525"/>
              <a:ext cx="196250" cy="196250"/>
            </a:xfrm>
            <a:custGeom>
              <a:rect b="b" l="l" r="r" t="t"/>
              <a:pathLst>
                <a:path extrusionOk="0" fill="none" h="7850" w="785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97" name="Google Shape;597;p13"/>
          <p:cNvGrpSpPr/>
          <p:nvPr/>
        </p:nvGrpSpPr>
        <p:grpSpPr>
          <a:xfrm flipH="1">
            <a:off x="-3594575" y="-199329"/>
            <a:ext cx="4000413" cy="3175881"/>
            <a:chOff x="5207925" y="-1994879"/>
            <a:chExt cx="4000413" cy="3175881"/>
          </a:xfrm>
        </p:grpSpPr>
        <p:sp>
          <p:nvSpPr>
            <p:cNvPr id="598" name="Google Shape;598;p13"/>
            <p:cNvSpPr/>
            <p:nvPr/>
          </p:nvSpPr>
          <p:spPr>
            <a:xfrm>
              <a:off x="5256209" y="-1994879"/>
              <a:ext cx="3952129" cy="3103920"/>
            </a:xfrm>
            <a:custGeom>
              <a:rect b="b" l="l" r="r" t="t"/>
              <a:pathLst>
                <a:path extrusionOk="0" fill="none" h="70648" w="89954">
                  <a:moveTo>
                    <a:pt x="89954" y="70647"/>
                  </a:moveTo>
                  <a:lnTo>
                    <a:pt x="1" y="70647"/>
                  </a:lnTo>
                  <a:lnTo>
                    <a:pt x="1" y="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9" name="Google Shape;599;p13"/>
            <p:cNvSpPr/>
            <p:nvPr/>
          </p:nvSpPr>
          <p:spPr>
            <a:xfrm>
              <a:off x="5579917" y="1036061"/>
              <a:ext cx="144942" cy="144942"/>
            </a:xfrm>
            <a:custGeom>
              <a:rect b="b" l="l" r="r" t="t"/>
              <a:pathLst>
                <a:path extrusionOk="0" h="3299" w="3299">
                  <a:moveTo>
                    <a:pt x="0" y="1"/>
                  </a:moveTo>
                  <a:lnTo>
                    <a:pt x="0" y="3299"/>
                  </a:lnTo>
                  <a:lnTo>
                    <a:pt x="3298" y="3299"/>
                  </a:lnTo>
                  <a:lnTo>
                    <a:pt x="329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0" name="Google Shape;600;p13"/>
            <p:cNvSpPr/>
            <p:nvPr/>
          </p:nvSpPr>
          <p:spPr>
            <a:xfrm>
              <a:off x="5207925" y="352772"/>
              <a:ext cx="96613" cy="394888"/>
            </a:xfrm>
            <a:custGeom>
              <a:rect b="b" l="l" r="r" t="t"/>
              <a:pathLst>
                <a:path extrusionOk="0" h="8988" w="2199">
                  <a:moveTo>
                    <a:pt x="0" y="0"/>
                  </a:moveTo>
                  <a:lnTo>
                    <a:pt x="0" y="8988"/>
                  </a:lnTo>
                  <a:lnTo>
                    <a:pt x="2199" y="8988"/>
                  </a:lnTo>
                  <a:lnTo>
                    <a:pt x="219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 1">
  <p:cSld name="CUSTOM_9">
    <p:spTree>
      <p:nvGrpSpPr>
        <p:cNvPr id="601" name="Shape 6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2" name="Google Shape;602;p14"/>
          <p:cNvPicPr preferRelativeResize="0"/>
          <p:nvPr/>
        </p:nvPicPr>
        <p:blipFill rotWithShape="1">
          <a:blip r:embed="rId2">
            <a:alphaModFix amt="60000"/>
          </a:blip>
          <a:srcRect b="10" l="0" r="0" t="10"/>
          <a:stretch/>
        </p:blipFill>
        <p:spPr>
          <a:xfrm flipH="1" rot="10800000">
            <a:off x="0" y="1"/>
            <a:ext cx="9144002" cy="5143499"/>
          </a:xfrm>
          <a:prstGeom prst="rect">
            <a:avLst/>
          </a:prstGeom>
          <a:noFill/>
          <a:ln>
            <a:noFill/>
          </a:ln>
        </p:spPr>
      </p:pic>
      <p:sp>
        <p:nvSpPr>
          <p:cNvPr id="603" name="Google Shape;603;p14"/>
          <p:cNvSpPr txBox="1"/>
          <p:nvPr>
            <p:ph hasCustomPrompt="1" type="title"/>
          </p:nvPr>
        </p:nvSpPr>
        <p:spPr>
          <a:xfrm>
            <a:off x="2167181" y="1194994"/>
            <a:ext cx="821700" cy="5544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700"/>
              <a:buNone/>
              <a:defRPr sz="23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9pPr>
          </a:lstStyle>
          <a:p>
            <a:r>
              <a:t>xx%</a:t>
            </a:r>
          </a:p>
        </p:txBody>
      </p:sp>
      <p:sp>
        <p:nvSpPr>
          <p:cNvPr id="604" name="Google Shape;604;p14"/>
          <p:cNvSpPr txBox="1"/>
          <p:nvPr>
            <p:ph idx="1" type="subTitle"/>
          </p:nvPr>
        </p:nvSpPr>
        <p:spPr>
          <a:xfrm>
            <a:off x="2988905" y="1244525"/>
            <a:ext cx="3987900" cy="3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2100">
                <a:latin typeface="Aldrich"/>
                <a:ea typeface="Aldrich"/>
                <a:cs typeface="Aldrich"/>
                <a:sym typeface="Aldrich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5" name="Google Shape;605;p14"/>
          <p:cNvSpPr txBox="1"/>
          <p:nvPr>
            <p:ph idx="2" type="subTitle"/>
          </p:nvPr>
        </p:nvSpPr>
        <p:spPr>
          <a:xfrm>
            <a:off x="2988888" y="1599134"/>
            <a:ext cx="3987900" cy="25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6" name="Google Shape;606;p14"/>
          <p:cNvSpPr txBox="1"/>
          <p:nvPr>
            <p:ph hasCustomPrompt="1" idx="3" type="title"/>
          </p:nvPr>
        </p:nvSpPr>
        <p:spPr>
          <a:xfrm>
            <a:off x="2167181" y="2089809"/>
            <a:ext cx="821700" cy="5544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700"/>
              <a:buNone/>
              <a:defRPr sz="23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9pPr>
          </a:lstStyle>
          <a:p>
            <a:r>
              <a:t>xx%</a:t>
            </a:r>
          </a:p>
        </p:txBody>
      </p:sp>
      <p:sp>
        <p:nvSpPr>
          <p:cNvPr id="607" name="Google Shape;607;p14"/>
          <p:cNvSpPr txBox="1"/>
          <p:nvPr>
            <p:ph idx="4" type="subTitle"/>
          </p:nvPr>
        </p:nvSpPr>
        <p:spPr>
          <a:xfrm>
            <a:off x="2988905" y="2139342"/>
            <a:ext cx="3987900" cy="3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2100">
                <a:latin typeface="Aldrich"/>
                <a:ea typeface="Aldrich"/>
                <a:cs typeface="Aldrich"/>
                <a:sym typeface="Aldrich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8" name="Google Shape;608;p14"/>
          <p:cNvSpPr txBox="1"/>
          <p:nvPr>
            <p:ph idx="5" type="subTitle"/>
          </p:nvPr>
        </p:nvSpPr>
        <p:spPr>
          <a:xfrm>
            <a:off x="2988888" y="2493949"/>
            <a:ext cx="3987900" cy="25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9" name="Google Shape;609;p14"/>
          <p:cNvSpPr txBox="1"/>
          <p:nvPr>
            <p:ph hasCustomPrompt="1" idx="6" type="title"/>
          </p:nvPr>
        </p:nvSpPr>
        <p:spPr>
          <a:xfrm>
            <a:off x="2167181" y="2984623"/>
            <a:ext cx="821700" cy="5544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700"/>
              <a:buNone/>
              <a:defRPr sz="23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9pPr>
          </a:lstStyle>
          <a:p>
            <a:r>
              <a:t>xx%</a:t>
            </a:r>
          </a:p>
        </p:txBody>
      </p:sp>
      <p:sp>
        <p:nvSpPr>
          <p:cNvPr id="610" name="Google Shape;610;p14"/>
          <p:cNvSpPr txBox="1"/>
          <p:nvPr>
            <p:ph idx="7" type="subTitle"/>
          </p:nvPr>
        </p:nvSpPr>
        <p:spPr>
          <a:xfrm>
            <a:off x="2988905" y="3034159"/>
            <a:ext cx="3987900" cy="3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2100">
                <a:latin typeface="Aldrich"/>
                <a:ea typeface="Aldrich"/>
                <a:cs typeface="Aldrich"/>
                <a:sym typeface="Aldrich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1" name="Google Shape;611;p14"/>
          <p:cNvSpPr txBox="1"/>
          <p:nvPr>
            <p:ph idx="8" type="subTitle"/>
          </p:nvPr>
        </p:nvSpPr>
        <p:spPr>
          <a:xfrm>
            <a:off x="2988888" y="3388763"/>
            <a:ext cx="3987900" cy="25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2" name="Google Shape;612;p14"/>
          <p:cNvSpPr txBox="1"/>
          <p:nvPr>
            <p:ph hasCustomPrompt="1" idx="9" type="title"/>
          </p:nvPr>
        </p:nvSpPr>
        <p:spPr>
          <a:xfrm>
            <a:off x="2167181" y="3879438"/>
            <a:ext cx="821700" cy="5544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700"/>
              <a:buNone/>
              <a:defRPr sz="23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9pPr>
          </a:lstStyle>
          <a:p>
            <a:r>
              <a:t>xx%</a:t>
            </a:r>
          </a:p>
        </p:txBody>
      </p:sp>
      <p:sp>
        <p:nvSpPr>
          <p:cNvPr id="613" name="Google Shape;613;p14"/>
          <p:cNvSpPr txBox="1"/>
          <p:nvPr>
            <p:ph idx="13" type="subTitle"/>
          </p:nvPr>
        </p:nvSpPr>
        <p:spPr>
          <a:xfrm>
            <a:off x="2988905" y="3928977"/>
            <a:ext cx="3987900" cy="3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2100">
                <a:latin typeface="Aldrich"/>
                <a:ea typeface="Aldrich"/>
                <a:cs typeface="Aldrich"/>
                <a:sym typeface="Aldrich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4" name="Google Shape;614;p14"/>
          <p:cNvSpPr txBox="1"/>
          <p:nvPr>
            <p:ph idx="14" type="subTitle"/>
          </p:nvPr>
        </p:nvSpPr>
        <p:spPr>
          <a:xfrm>
            <a:off x="2988888" y="4283578"/>
            <a:ext cx="3987900" cy="25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5" name="Google Shape;615;p14"/>
          <p:cNvSpPr txBox="1"/>
          <p:nvPr>
            <p:ph hasCustomPrompt="1" idx="15" type="title"/>
          </p:nvPr>
        </p:nvSpPr>
        <p:spPr>
          <a:xfrm>
            <a:off x="4707713" y="2547299"/>
            <a:ext cx="821700" cy="5544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700"/>
              <a:buNone/>
              <a:defRPr sz="2300">
                <a:solidFill>
                  <a:schemeClr val="dk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9pPr>
          </a:lstStyle>
          <a:p>
            <a:r>
              <a:t>xx%</a:t>
            </a:r>
          </a:p>
        </p:txBody>
      </p:sp>
      <p:sp>
        <p:nvSpPr>
          <p:cNvPr id="616" name="Google Shape;616;p14"/>
          <p:cNvSpPr txBox="1"/>
          <p:nvPr>
            <p:ph hasCustomPrompt="1" idx="16" type="title"/>
          </p:nvPr>
        </p:nvSpPr>
        <p:spPr>
          <a:xfrm>
            <a:off x="4707713" y="3559519"/>
            <a:ext cx="821700" cy="5544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700"/>
              <a:buNone/>
              <a:defRPr sz="2300">
                <a:solidFill>
                  <a:schemeClr val="dk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9pPr>
          </a:lstStyle>
          <a:p>
            <a:r>
              <a:t>xx%</a:t>
            </a:r>
          </a:p>
        </p:txBody>
      </p:sp>
      <p:sp>
        <p:nvSpPr>
          <p:cNvPr id="617" name="Google Shape;617;p14"/>
          <p:cNvSpPr txBox="1"/>
          <p:nvPr>
            <p:ph idx="17" type="title"/>
          </p:nvPr>
        </p:nvSpPr>
        <p:spPr>
          <a:xfrm>
            <a:off x="715500" y="538250"/>
            <a:ext cx="7713000" cy="4206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900"/>
              <a:buNone/>
              <a:defRPr sz="2900">
                <a:latin typeface="Aldrich"/>
                <a:ea typeface="Aldrich"/>
                <a:cs typeface="Aldrich"/>
                <a:sym typeface="Aldrich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9pPr>
          </a:lstStyle>
          <a:p/>
        </p:txBody>
      </p:sp>
      <p:grpSp>
        <p:nvGrpSpPr>
          <p:cNvPr id="618" name="Google Shape;618;p14"/>
          <p:cNvGrpSpPr/>
          <p:nvPr/>
        </p:nvGrpSpPr>
        <p:grpSpPr>
          <a:xfrm>
            <a:off x="391864" y="3545270"/>
            <a:ext cx="289170" cy="284718"/>
            <a:chOff x="426000" y="3302025"/>
            <a:chExt cx="220875" cy="217475"/>
          </a:xfrm>
        </p:grpSpPr>
        <p:sp>
          <p:nvSpPr>
            <p:cNvPr id="619" name="Google Shape;619;p14"/>
            <p:cNvSpPr/>
            <p:nvPr/>
          </p:nvSpPr>
          <p:spPr>
            <a:xfrm>
              <a:off x="426000" y="3425950"/>
              <a:ext cx="214125" cy="93550"/>
            </a:xfrm>
            <a:custGeom>
              <a:rect b="b" l="l" r="r" t="t"/>
              <a:pathLst>
                <a:path extrusionOk="0" h="3742" w="8565">
                  <a:moveTo>
                    <a:pt x="1" y="0"/>
                  </a:moveTo>
                  <a:cubicBezTo>
                    <a:pt x="290" y="2141"/>
                    <a:pt x="2122" y="3742"/>
                    <a:pt x="4283" y="3742"/>
                  </a:cubicBezTo>
                  <a:cubicBezTo>
                    <a:pt x="6443" y="3742"/>
                    <a:pt x="8275" y="2141"/>
                    <a:pt x="856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0" name="Google Shape;620;p14"/>
            <p:cNvSpPr/>
            <p:nvPr/>
          </p:nvSpPr>
          <p:spPr>
            <a:xfrm>
              <a:off x="432750" y="3302025"/>
              <a:ext cx="214125" cy="94050"/>
            </a:xfrm>
            <a:custGeom>
              <a:rect b="b" l="l" r="r" t="t"/>
              <a:pathLst>
                <a:path extrusionOk="0" h="3762" w="8565">
                  <a:moveTo>
                    <a:pt x="1" y="0"/>
                  </a:moveTo>
                  <a:cubicBezTo>
                    <a:pt x="271" y="2141"/>
                    <a:pt x="2103" y="3761"/>
                    <a:pt x="4283" y="3761"/>
                  </a:cubicBezTo>
                  <a:cubicBezTo>
                    <a:pt x="6443" y="3761"/>
                    <a:pt x="8275" y="2141"/>
                    <a:pt x="856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621" name="Google Shape;621;p14"/>
          <p:cNvGrpSpPr/>
          <p:nvPr/>
        </p:nvGrpSpPr>
        <p:grpSpPr>
          <a:xfrm>
            <a:off x="357713" y="1210575"/>
            <a:ext cx="357454" cy="956304"/>
            <a:chOff x="357713" y="600975"/>
            <a:chExt cx="357454" cy="956304"/>
          </a:xfrm>
        </p:grpSpPr>
        <p:sp>
          <p:nvSpPr>
            <p:cNvPr id="622" name="Google Shape;622;p14"/>
            <p:cNvSpPr/>
            <p:nvPr/>
          </p:nvSpPr>
          <p:spPr>
            <a:xfrm>
              <a:off x="357713" y="600975"/>
              <a:ext cx="357454" cy="357454"/>
            </a:xfrm>
            <a:custGeom>
              <a:rect b="b" l="l" r="r" t="t"/>
              <a:pathLst>
                <a:path extrusionOk="0" fill="none" h="6539" w="6539">
                  <a:moveTo>
                    <a:pt x="3954" y="367"/>
                  </a:moveTo>
                  <a:cubicBezTo>
                    <a:pt x="5535" y="752"/>
                    <a:pt x="6538" y="2353"/>
                    <a:pt x="6152" y="3954"/>
                  </a:cubicBezTo>
                  <a:cubicBezTo>
                    <a:pt x="5767" y="5535"/>
                    <a:pt x="4166" y="6538"/>
                    <a:pt x="2584" y="6153"/>
                  </a:cubicBezTo>
                  <a:cubicBezTo>
                    <a:pt x="984" y="5767"/>
                    <a:pt x="0" y="4166"/>
                    <a:pt x="366" y="2585"/>
                  </a:cubicBezTo>
                  <a:cubicBezTo>
                    <a:pt x="752" y="984"/>
                    <a:pt x="2353" y="0"/>
                    <a:pt x="3954" y="367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3" name="Google Shape;623;p14"/>
            <p:cNvSpPr/>
            <p:nvPr/>
          </p:nvSpPr>
          <p:spPr>
            <a:xfrm>
              <a:off x="374549" y="819196"/>
              <a:ext cx="324765" cy="324765"/>
            </a:xfrm>
            <a:custGeom>
              <a:rect b="b" l="l" r="r" t="t"/>
              <a:pathLst>
                <a:path extrusionOk="0" fill="none" h="5941" w="5941">
                  <a:moveTo>
                    <a:pt x="5941" y="2971"/>
                  </a:moveTo>
                  <a:cubicBezTo>
                    <a:pt x="5941" y="4610"/>
                    <a:pt x="4610" y="5941"/>
                    <a:pt x="2971" y="5941"/>
                  </a:cubicBezTo>
                  <a:cubicBezTo>
                    <a:pt x="1331" y="5941"/>
                    <a:pt x="1" y="4610"/>
                    <a:pt x="1" y="2971"/>
                  </a:cubicBezTo>
                  <a:cubicBezTo>
                    <a:pt x="1" y="1331"/>
                    <a:pt x="1331" y="1"/>
                    <a:pt x="2971" y="1"/>
                  </a:cubicBezTo>
                  <a:cubicBezTo>
                    <a:pt x="4610" y="1"/>
                    <a:pt x="5941" y="1331"/>
                    <a:pt x="5941" y="2971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4" name="Google Shape;624;p14"/>
            <p:cNvSpPr/>
            <p:nvPr/>
          </p:nvSpPr>
          <p:spPr>
            <a:xfrm>
              <a:off x="357713" y="997347"/>
              <a:ext cx="357454" cy="357509"/>
            </a:xfrm>
            <a:custGeom>
              <a:rect b="b" l="l" r="r" t="t"/>
              <a:pathLst>
                <a:path extrusionOk="0" fill="none" h="6540" w="6539">
                  <a:moveTo>
                    <a:pt x="3954" y="387"/>
                  </a:moveTo>
                  <a:cubicBezTo>
                    <a:pt x="5555" y="753"/>
                    <a:pt x="6538" y="2354"/>
                    <a:pt x="6152" y="3955"/>
                  </a:cubicBezTo>
                  <a:cubicBezTo>
                    <a:pt x="5767" y="5556"/>
                    <a:pt x="4166" y="6539"/>
                    <a:pt x="2584" y="6153"/>
                  </a:cubicBezTo>
                  <a:cubicBezTo>
                    <a:pt x="984" y="5787"/>
                    <a:pt x="0" y="4186"/>
                    <a:pt x="366" y="2585"/>
                  </a:cubicBezTo>
                  <a:cubicBezTo>
                    <a:pt x="752" y="985"/>
                    <a:pt x="2353" y="1"/>
                    <a:pt x="3954" y="387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5" name="Google Shape;625;p14"/>
            <p:cNvSpPr/>
            <p:nvPr/>
          </p:nvSpPr>
          <p:spPr>
            <a:xfrm>
              <a:off x="358751" y="1200863"/>
              <a:ext cx="356416" cy="356416"/>
            </a:xfrm>
            <a:custGeom>
              <a:rect b="b" l="l" r="r" t="t"/>
              <a:pathLst>
                <a:path extrusionOk="0" fill="none" h="6520" w="6520">
                  <a:moveTo>
                    <a:pt x="5362" y="1158"/>
                  </a:moveTo>
                  <a:cubicBezTo>
                    <a:pt x="6519" y="2315"/>
                    <a:pt x="6519" y="4186"/>
                    <a:pt x="5362" y="5343"/>
                  </a:cubicBezTo>
                  <a:cubicBezTo>
                    <a:pt x="4186" y="6519"/>
                    <a:pt x="2315" y="6519"/>
                    <a:pt x="1157" y="5343"/>
                  </a:cubicBezTo>
                  <a:cubicBezTo>
                    <a:pt x="0" y="4186"/>
                    <a:pt x="0" y="2315"/>
                    <a:pt x="1157" y="1158"/>
                  </a:cubicBezTo>
                  <a:cubicBezTo>
                    <a:pt x="2315" y="0"/>
                    <a:pt x="4186" y="0"/>
                    <a:pt x="5362" y="1158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626" name="Google Shape;626;p14"/>
          <p:cNvGrpSpPr/>
          <p:nvPr/>
        </p:nvGrpSpPr>
        <p:grpSpPr>
          <a:xfrm>
            <a:off x="163264" y="4378897"/>
            <a:ext cx="2019176" cy="2019176"/>
            <a:chOff x="1943325" y="-220375"/>
            <a:chExt cx="1298672" cy="1298672"/>
          </a:xfrm>
        </p:grpSpPr>
        <p:sp>
          <p:nvSpPr>
            <p:cNvPr id="627" name="Google Shape;627;p14"/>
            <p:cNvSpPr/>
            <p:nvPr/>
          </p:nvSpPr>
          <p:spPr>
            <a:xfrm>
              <a:off x="2582255" y="-220375"/>
              <a:ext cx="49" cy="460871"/>
            </a:xfrm>
            <a:custGeom>
              <a:rect b="b" l="l" r="r" t="t"/>
              <a:pathLst>
                <a:path extrusionOk="0" fill="none" h="9432" w="1">
                  <a:moveTo>
                    <a:pt x="0" y="0"/>
                  </a:moveTo>
                  <a:lnTo>
                    <a:pt x="0" y="9431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8" name="Google Shape;628;p14"/>
            <p:cNvSpPr/>
            <p:nvPr/>
          </p:nvSpPr>
          <p:spPr>
            <a:xfrm>
              <a:off x="2414509" y="-195895"/>
              <a:ext cx="118785" cy="444844"/>
            </a:xfrm>
            <a:custGeom>
              <a:rect b="b" l="l" r="r" t="t"/>
              <a:pathLst>
                <a:path extrusionOk="0" fill="none" h="9104" w="2431">
                  <a:moveTo>
                    <a:pt x="0" y="1"/>
                  </a:moveTo>
                  <a:lnTo>
                    <a:pt x="2431" y="9104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9" name="Google Shape;629;p14"/>
            <p:cNvSpPr/>
            <p:nvPr/>
          </p:nvSpPr>
          <p:spPr>
            <a:xfrm>
              <a:off x="2259027" y="-128024"/>
              <a:ext cx="229996" cy="398669"/>
            </a:xfrm>
            <a:custGeom>
              <a:rect b="b" l="l" r="r" t="t"/>
              <a:pathLst>
                <a:path extrusionOk="0" fill="none" h="8159" w="4707">
                  <a:moveTo>
                    <a:pt x="0" y="0"/>
                  </a:moveTo>
                  <a:lnTo>
                    <a:pt x="4706" y="8158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0" name="Google Shape;630;p14"/>
            <p:cNvSpPr/>
            <p:nvPr/>
          </p:nvSpPr>
          <p:spPr>
            <a:xfrm>
              <a:off x="2126121" y="-22481"/>
              <a:ext cx="325180" cy="325180"/>
            </a:xfrm>
            <a:custGeom>
              <a:rect b="b" l="l" r="r" t="t"/>
              <a:pathLst>
                <a:path extrusionOk="0" fill="none" h="6655" w="6655">
                  <a:moveTo>
                    <a:pt x="1" y="0"/>
                  </a:moveTo>
                  <a:lnTo>
                    <a:pt x="6655" y="6654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1" name="Google Shape;631;p14"/>
            <p:cNvSpPr/>
            <p:nvPr/>
          </p:nvSpPr>
          <p:spPr>
            <a:xfrm>
              <a:off x="2025317" y="113211"/>
              <a:ext cx="398669" cy="230924"/>
            </a:xfrm>
            <a:custGeom>
              <a:rect b="b" l="l" r="r" t="t"/>
              <a:pathLst>
                <a:path extrusionOk="0" fill="none" h="4726" w="8159">
                  <a:moveTo>
                    <a:pt x="0" y="1"/>
                  </a:moveTo>
                  <a:lnTo>
                    <a:pt x="8158" y="4726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2" name="Google Shape;632;p14"/>
            <p:cNvSpPr/>
            <p:nvPr/>
          </p:nvSpPr>
          <p:spPr>
            <a:xfrm>
              <a:off x="1963114" y="270598"/>
              <a:ext cx="444844" cy="119713"/>
            </a:xfrm>
            <a:custGeom>
              <a:rect b="b" l="l" r="r" t="t"/>
              <a:pathLst>
                <a:path extrusionOk="0" fill="none" h="2450" w="9104">
                  <a:moveTo>
                    <a:pt x="0" y="0"/>
                  </a:moveTo>
                  <a:lnTo>
                    <a:pt x="9103" y="24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3" name="Google Shape;633;p14"/>
            <p:cNvSpPr/>
            <p:nvPr/>
          </p:nvSpPr>
          <p:spPr>
            <a:xfrm>
              <a:off x="1943325" y="439273"/>
              <a:ext cx="460871" cy="49"/>
            </a:xfrm>
            <a:custGeom>
              <a:rect b="b" l="l" r="r" t="t"/>
              <a:pathLst>
                <a:path extrusionOk="0" fill="none" h="1" w="9432">
                  <a:moveTo>
                    <a:pt x="0" y="1"/>
                  </a:moveTo>
                  <a:lnTo>
                    <a:pt x="9431" y="1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4" name="Google Shape;634;p14"/>
            <p:cNvSpPr/>
            <p:nvPr/>
          </p:nvSpPr>
          <p:spPr>
            <a:xfrm>
              <a:off x="1967805" y="487354"/>
              <a:ext cx="445821" cy="119713"/>
            </a:xfrm>
            <a:custGeom>
              <a:rect b="b" l="l" r="r" t="t"/>
              <a:pathLst>
                <a:path extrusionOk="0" fill="none" h="2450" w="9124">
                  <a:moveTo>
                    <a:pt x="1" y="2450"/>
                  </a:moveTo>
                  <a:lnTo>
                    <a:pt x="9123" y="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5" name="Google Shape;635;p14"/>
            <p:cNvSpPr/>
            <p:nvPr/>
          </p:nvSpPr>
          <p:spPr>
            <a:xfrm>
              <a:off x="2035676" y="532600"/>
              <a:ext cx="398669" cy="229996"/>
            </a:xfrm>
            <a:custGeom>
              <a:rect b="b" l="l" r="r" t="t"/>
              <a:pathLst>
                <a:path extrusionOk="0" fill="none" h="4707" w="8159">
                  <a:moveTo>
                    <a:pt x="0" y="4706"/>
                  </a:moveTo>
                  <a:lnTo>
                    <a:pt x="8158" y="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6" name="Google Shape;636;p14"/>
            <p:cNvSpPr/>
            <p:nvPr/>
          </p:nvSpPr>
          <p:spPr>
            <a:xfrm>
              <a:off x="2141219" y="569345"/>
              <a:ext cx="326108" cy="326108"/>
            </a:xfrm>
            <a:custGeom>
              <a:rect b="b" l="l" r="r" t="t"/>
              <a:pathLst>
                <a:path extrusionOk="0" fill="none" h="6674" w="6674">
                  <a:moveTo>
                    <a:pt x="0" y="6674"/>
                  </a:moveTo>
                  <a:lnTo>
                    <a:pt x="6673" y="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7" name="Google Shape;637;p14"/>
            <p:cNvSpPr/>
            <p:nvPr/>
          </p:nvSpPr>
          <p:spPr>
            <a:xfrm>
              <a:off x="2277840" y="597588"/>
              <a:ext cx="229996" cy="398718"/>
            </a:xfrm>
            <a:custGeom>
              <a:rect b="b" l="l" r="r" t="t"/>
              <a:pathLst>
                <a:path extrusionOk="0" fill="none" h="8160" w="4707">
                  <a:moveTo>
                    <a:pt x="1" y="8159"/>
                  </a:moveTo>
                  <a:lnTo>
                    <a:pt x="4707" y="1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8" name="Google Shape;638;p14"/>
            <p:cNvSpPr/>
            <p:nvPr/>
          </p:nvSpPr>
          <p:spPr>
            <a:xfrm>
              <a:off x="2435227" y="613615"/>
              <a:ext cx="118785" cy="444893"/>
            </a:xfrm>
            <a:custGeom>
              <a:rect b="b" l="l" r="r" t="t"/>
              <a:pathLst>
                <a:path extrusionOk="0" fill="none" h="9105" w="2431">
                  <a:moveTo>
                    <a:pt x="1" y="9104"/>
                  </a:moveTo>
                  <a:lnTo>
                    <a:pt x="2431" y="1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9" name="Google Shape;639;p14"/>
            <p:cNvSpPr/>
            <p:nvPr/>
          </p:nvSpPr>
          <p:spPr>
            <a:xfrm>
              <a:off x="2602973" y="617377"/>
              <a:ext cx="49" cy="460920"/>
            </a:xfrm>
            <a:custGeom>
              <a:rect b="b" l="l" r="r" t="t"/>
              <a:pathLst>
                <a:path extrusionOk="0" fill="none" h="9433" w="1">
                  <a:moveTo>
                    <a:pt x="1" y="9432"/>
                  </a:moveTo>
                  <a:lnTo>
                    <a:pt x="1" y="1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0" name="Google Shape;640;p14"/>
            <p:cNvSpPr/>
            <p:nvPr/>
          </p:nvSpPr>
          <p:spPr>
            <a:xfrm>
              <a:off x="2651982" y="607996"/>
              <a:ext cx="118785" cy="444844"/>
            </a:xfrm>
            <a:custGeom>
              <a:rect b="b" l="l" r="r" t="t"/>
              <a:pathLst>
                <a:path extrusionOk="0" fill="none" h="9104" w="2431">
                  <a:moveTo>
                    <a:pt x="2431" y="9103"/>
                  </a:moveTo>
                  <a:lnTo>
                    <a:pt x="1" y="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1" name="Google Shape;641;p14"/>
            <p:cNvSpPr/>
            <p:nvPr/>
          </p:nvSpPr>
          <p:spPr>
            <a:xfrm>
              <a:off x="2696300" y="586301"/>
              <a:ext cx="229996" cy="398669"/>
            </a:xfrm>
            <a:custGeom>
              <a:rect b="b" l="l" r="r" t="t"/>
              <a:pathLst>
                <a:path extrusionOk="0" fill="none" h="8159" w="4707">
                  <a:moveTo>
                    <a:pt x="4706" y="8159"/>
                  </a:moveTo>
                  <a:lnTo>
                    <a:pt x="0" y="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2" name="Google Shape;642;p14"/>
            <p:cNvSpPr/>
            <p:nvPr/>
          </p:nvSpPr>
          <p:spPr>
            <a:xfrm>
              <a:off x="2733974" y="554247"/>
              <a:ext cx="325180" cy="326108"/>
            </a:xfrm>
            <a:custGeom>
              <a:rect b="b" l="l" r="r" t="t"/>
              <a:pathLst>
                <a:path extrusionOk="0" fill="none" h="6674" w="6655">
                  <a:moveTo>
                    <a:pt x="6655" y="6674"/>
                  </a:moveTo>
                  <a:lnTo>
                    <a:pt x="1" y="1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3" name="Google Shape;643;p14"/>
            <p:cNvSpPr/>
            <p:nvPr/>
          </p:nvSpPr>
          <p:spPr>
            <a:xfrm>
              <a:off x="2761288" y="513739"/>
              <a:ext cx="398718" cy="229996"/>
            </a:xfrm>
            <a:custGeom>
              <a:rect b="b" l="l" r="r" t="t"/>
              <a:pathLst>
                <a:path extrusionOk="0" fill="none" h="4707" w="8160">
                  <a:moveTo>
                    <a:pt x="8159" y="4706"/>
                  </a:moveTo>
                  <a:lnTo>
                    <a:pt x="1" y="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4" name="Google Shape;644;p14"/>
            <p:cNvSpPr/>
            <p:nvPr/>
          </p:nvSpPr>
          <p:spPr>
            <a:xfrm>
              <a:off x="2777315" y="466636"/>
              <a:ext cx="444893" cy="119713"/>
            </a:xfrm>
            <a:custGeom>
              <a:rect b="b" l="l" r="r" t="t"/>
              <a:pathLst>
                <a:path extrusionOk="0" fill="none" h="2450" w="9105">
                  <a:moveTo>
                    <a:pt x="9104" y="2449"/>
                  </a:moveTo>
                  <a:lnTo>
                    <a:pt x="1" y="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5" name="Google Shape;645;p14"/>
            <p:cNvSpPr/>
            <p:nvPr/>
          </p:nvSpPr>
          <p:spPr>
            <a:xfrm>
              <a:off x="2781077" y="417626"/>
              <a:ext cx="460920" cy="49"/>
            </a:xfrm>
            <a:custGeom>
              <a:rect b="b" l="l" r="r" t="t"/>
              <a:pathLst>
                <a:path extrusionOk="0" fill="none" h="1" w="9433">
                  <a:moveTo>
                    <a:pt x="9432" y="0"/>
                  </a:moveTo>
                  <a:lnTo>
                    <a:pt x="1" y="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6" name="Google Shape;646;p14"/>
            <p:cNvSpPr/>
            <p:nvPr/>
          </p:nvSpPr>
          <p:spPr>
            <a:xfrm>
              <a:off x="2771696" y="249880"/>
              <a:ext cx="444844" cy="119713"/>
            </a:xfrm>
            <a:custGeom>
              <a:rect b="b" l="l" r="r" t="t"/>
              <a:pathLst>
                <a:path extrusionOk="0" fill="none" h="2450" w="9104">
                  <a:moveTo>
                    <a:pt x="9103" y="0"/>
                  </a:moveTo>
                  <a:lnTo>
                    <a:pt x="0" y="24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7" name="Google Shape;647;p14"/>
            <p:cNvSpPr/>
            <p:nvPr/>
          </p:nvSpPr>
          <p:spPr>
            <a:xfrm>
              <a:off x="2750929" y="94350"/>
              <a:ext cx="398718" cy="230973"/>
            </a:xfrm>
            <a:custGeom>
              <a:rect b="b" l="l" r="r" t="t"/>
              <a:pathLst>
                <a:path extrusionOk="0" fill="none" h="4727" w="8160">
                  <a:moveTo>
                    <a:pt x="8159" y="1"/>
                  </a:moveTo>
                  <a:lnTo>
                    <a:pt x="1" y="4726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8" name="Google Shape;648;p14"/>
            <p:cNvSpPr/>
            <p:nvPr/>
          </p:nvSpPr>
          <p:spPr>
            <a:xfrm>
              <a:off x="2717947" y="-38508"/>
              <a:ext cx="326108" cy="326108"/>
            </a:xfrm>
            <a:custGeom>
              <a:rect b="b" l="l" r="r" t="t"/>
              <a:pathLst>
                <a:path extrusionOk="0" fill="none" h="6674" w="6674">
                  <a:moveTo>
                    <a:pt x="6674" y="0"/>
                  </a:moveTo>
                  <a:lnTo>
                    <a:pt x="1" y="6674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9" name="Google Shape;649;p14"/>
            <p:cNvSpPr/>
            <p:nvPr/>
          </p:nvSpPr>
          <p:spPr>
            <a:xfrm>
              <a:off x="2677439" y="-139361"/>
              <a:ext cx="229996" cy="399646"/>
            </a:xfrm>
            <a:custGeom>
              <a:rect b="b" l="l" r="r" t="t"/>
              <a:pathLst>
                <a:path extrusionOk="0" fill="none" h="8179" w="4707">
                  <a:moveTo>
                    <a:pt x="4706" y="1"/>
                  </a:moveTo>
                  <a:lnTo>
                    <a:pt x="0" y="8178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0" name="Google Shape;650;p14"/>
            <p:cNvSpPr/>
            <p:nvPr/>
          </p:nvSpPr>
          <p:spPr>
            <a:xfrm>
              <a:off x="2631264" y="-201563"/>
              <a:ext cx="118785" cy="444893"/>
            </a:xfrm>
            <a:custGeom>
              <a:rect b="b" l="l" r="r" t="t"/>
              <a:pathLst>
                <a:path extrusionOk="0" fill="none" h="9105" w="2431">
                  <a:moveTo>
                    <a:pt x="2430" y="1"/>
                  </a:moveTo>
                  <a:lnTo>
                    <a:pt x="0" y="9104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1" name="Google Shape;651;p14"/>
            <p:cNvSpPr/>
            <p:nvPr/>
          </p:nvSpPr>
          <p:spPr>
            <a:xfrm>
              <a:off x="2607712" y="-215684"/>
              <a:ext cx="62251" cy="456180"/>
            </a:xfrm>
            <a:custGeom>
              <a:rect b="b" l="l" r="r" t="t"/>
              <a:pathLst>
                <a:path extrusionOk="0" fill="none" h="9336" w="1274">
                  <a:moveTo>
                    <a:pt x="1273" y="0"/>
                  </a:moveTo>
                  <a:lnTo>
                    <a:pt x="0" y="9335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2" name="Google Shape;652;p14"/>
            <p:cNvSpPr/>
            <p:nvPr/>
          </p:nvSpPr>
          <p:spPr>
            <a:xfrm>
              <a:off x="2500263" y="-213779"/>
              <a:ext cx="57511" cy="457109"/>
            </a:xfrm>
            <a:custGeom>
              <a:rect b="b" l="l" r="r" t="t"/>
              <a:pathLst>
                <a:path extrusionOk="0" fill="none" h="9355" w="1177">
                  <a:moveTo>
                    <a:pt x="1" y="0"/>
                  </a:moveTo>
                  <a:lnTo>
                    <a:pt x="1177" y="9354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3" name="Google Shape;653;p14"/>
            <p:cNvSpPr/>
            <p:nvPr/>
          </p:nvSpPr>
          <p:spPr>
            <a:xfrm>
              <a:off x="2337208" y="-168580"/>
              <a:ext cx="174390" cy="426961"/>
            </a:xfrm>
            <a:custGeom>
              <a:rect b="b" l="l" r="r" t="t"/>
              <a:pathLst>
                <a:path extrusionOk="0" fill="none" h="8738" w="3569">
                  <a:moveTo>
                    <a:pt x="1" y="1"/>
                  </a:moveTo>
                  <a:lnTo>
                    <a:pt x="3569" y="8738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4" name="Google Shape;654;p14"/>
            <p:cNvSpPr/>
            <p:nvPr/>
          </p:nvSpPr>
          <p:spPr>
            <a:xfrm>
              <a:off x="2191157" y="-81849"/>
              <a:ext cx="279005" cy="366615"/>
            </a:xfrm>
            <a:custGeom>
              <a:rect b="b" l="l" r="r" t="t"/>
              <a:pathLst>
                <a:path extrusionOk="0" fill="none" h="7503" w="5710">
                  <a:moveTo>
                    <a:pt x="0" y="0"/>
                  </a:moveTo>
                  <a:lnTo>
                    <a:pt x="5709" y="7503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5" name="Google Shape;655;p14"/>
            <p:cNvSpPr/>
            <p:nvPr/>
          </p:nvSpPr>
          <p:spPr>
            <a:xfrm>
              <a:off x="2072420" y="39722"/>
              <a:ext cx="364759" cy="281790"/>
            </a:xfrm>
            <a:custGeom>
              <a:rect b="b" l="l" r="r" t="t"/>
              <a:pathLst>
                <a:path extrusionOk="0" fill="none" h="5767" w="7465">
                  <a:moveTo>
                    <a:pt x="0" y="0"/>
                  </a:moveTo>
                  <a:lnTo>
                    <a:pt x="7464" y="5767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6" name="Google Shape;656;p14"/>
            <p:cNvSpPr/>
            <p:nvPr/>
          </p:nvSpPr>
          <p:spPr>
            <a:xfrm>
              <a:off x="1989500" y="187678"/>
              <a:ext cx="425055" cy="178153"/>
            </a:xfrm>
            <a:custGeom>
              <a:rect b="b" l="l" r="r" t="t"/>
              <a:pathLst>
                <a:path extrusionOk="0" fill="none" h="3646" w="8699">
                  <a:moveTo>
                    <a:pt x="0" y="0"/>
                  </a:moveTo>
                  <a:lnTo>
                    <a:pt x="8698" y="3645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7" name="Google Shape;657;p14"/>
            <p:cNvSpPr/>
            <p:nvPr/>
          </p:nvSpPr>
          <p:spPr>
            <a:xfrm>
              <a:off x="1948016" y="351662"/>
              <a:ext cx="456180" cy="62251"/>
            </a:xfrm>
            <a:custGeom>
              <a:rect b="b" l="l" r="r" t="t"/>
              <a:pathLst>
                <a:path extrusionOk="0" fill="none" h="1274" w="9336">
                  <a:moveTo>
                    <a:pt x="1" y="0"/>
                  </a:moveTo>
                  <a:lnTo>
                    <a:pt x="9335" y="1273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8" name="Google Shape;658;p14"/>
            <p:cNvSpPr/>
            <p:nvPr/>
          </p:nvSpPr>
          <p:spPr>
            <a:xfrm>
              <a:off x="1949921" y="462824"/>
              <a:ext cx="457109" cy="58488"/>
            </a:xfrm>
            <a:custGeom>
              <a:rect b="b" l="l" r="r" t="t"/>
              <a:pathLst>
                <a:path extrusionOk="0" fill="none" h="1197" w="9355">
                  <a:moveTo>
                    <a:pt x="0" y="1197"/>
                  </a:moveTo>
                  <a:lnTo>
                    <a:pt x="9354" y="1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9" name="Google Shape;659;p14"/>
            <p:cNvSpPr/>
            <p:nvPr/>
          </p:nvSpPr>
          <p:spPr>
            <a:xfrm>
              <a:off x="1996097" y="509977"/>
              <a:ext cx="425983" cy="174390"/>
            </a:xfrm>
            <a:custGeom>
              <a:rect b="b" l="l" r="r" t="t"/>
              <a:pathLst>
                <a:path extrusionOk="0" fill="none" h="3569" w="8718">
                  <a:moveTo>
                    <a:pt x="0" y="3568"/>
                  </a:moveTo>
                  <a:lnTo>
                    <a:pt x="8718" y="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0" name="Google Shape;660;p14"/>
            <p:cNvSpPr/>
            <p:nvPr/>
          </p:nvSpPr>
          <p:spPr>
            <a:xfrm>
              <a:off x="2081851" y="551413"/>
              <a:ext cx="367593" cy="279005"/>
            </a:xfrm>
            <a:custGeom>
              <a:rect b="b" l="l" r="r" t="t"/>
              <a:pathLst>
                <a:path extrusionOk="0" fill="none" h="5710" w="7523">
                  <a:moveTo>
                    <a:pt x="0" y="5710"/>
                  </a:moveTo>
                  <a:lnTo>
                    <a:pt x="7522" y="1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1" name="Google Shape;661;p14"/>
            <p:cNvSpPr/>
            <p:nvPr/>
          </p:nvSpPr>
          <p:spPr>
            <a:xfrm>
              <a:off x="2203422" y="584395"/>
              <a:ext cx="281790" cy="363830"/>
            </a:xfrm>
            <a:custGeom>
              <a:rect b="b" l="l" r="r" t="t"/>
              <a:pathLst>
                <a:path extrusionOk="0" fill="none" h="7446" w="5767">
                  <a:moveTo>
                    <a:pt x="0" y="7446"/>
                  </a:moveTo>
                  <a:lnTo>
                    <a:pt x="5767" y="1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2" name="Google Shape;662;p14"/>
            <p:cNvSpPr/>
            <p:nvPr/>
          </p:nvSpPr>
          <p:spPr>
            <a:xfrm>
              <a:off x="2351378" y="607018"/>
              <a:ext cx="178153" cy="424126"/>
            </a:xfrm>
            <a:custGeom>
              <a:rect b="b" l="l" r="r" t="t"/>
              <a:pathLst>
                <a:path extrusionOk="0" fill="none" h="8680" w="3646">
                  <a:moveTo>
                    <a:pt x="0" y="8680"/>
                  </a:moveTo>
                  <a:lnTo>
                    <a:pt x="3645" y="1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3" name="Google Shape;663;p14"/>
            <p:cNvSpPr/>
            <p:nvPr/>
          </p:nvSpPr>
          <p:spPr>
            <a:xfrm>
              <a:off x="2515362" y="616449"/>
              <a:ext cx="62251" cy="457109"/>
            </a:xfrm>
            <a:custGeom>
              <a:rect b="b" l="l" r="r" t="t"/>
              <a:pathLst>
                <a:path extrusionOk="0" fill="none" h="9355" w="1274">
                  <a:moveTo>
                    <a:pt x="0" y="9355"/>
                  </a:moveTo>
                  <a:lnTo>
                    <a:pt x="1273" y="1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4" name="Google Shape;664;p14"/>
            <p:cNvSpPr/>
            <p:nvPr/>
          </p:nvSpPr>
          <p:spPr>
            <a:xfrm>
              <a:off x="2626524" y="614592"/>
              <a:ext cx="58488" cy="457109"/>
            </a:xfrm>
            <a:custGeom>
              <a:rect b="b" l="l" r="r" t="t"/>
              <a:pathLst>
                <a:path extrusionOk="0" fill="none" h="9355" w="1197">
                  <a:moveTo>
                    <a:pt x="1197" y="9354"/>
                  </a:moveTo>
                  <a:lnTo>
                    <a:pt x="1" y="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5" name="Google Shape;665;p14"/>
            <p:cNvSpPr/>
            <p:nvPr/>
          </p:nvSpPr>
          <p:spPr>
            <a:xfrm>
              <a:off x="2673677" y="598565"/>
              <a:ext cx="174390" cy="426961"/>
            </a:xfrm>
            <a:custGeom>
              <a:rect b="b" l="l" r="r" t="t"/>
              <a:pathLst>
                <a:path extrusionOk="0" fill="none" h="8738" w="3569">
                  <a:moveTo>
                    <a:pt x="3568" y="8737"/>
                  </a:moveTo>
                  <a:lnTo>
                    <a:pt x="0" y="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6" name="Google Shape;666;p14"/>
            <p:cNvSpPr/>
            <p:nvPr/>
          </p:nvSpPr>
          <p:spPr>
            <a:xfrm>
              <a:off x="2715113" y="572179"/>
              <a:ext cx="279005" cy="366615"/>
            </a:xfrm>
            <a:custGeom>
              <a:rect b="b" l="l" r="r" t="t"/>
              <a:pathLst>
                <a:path extrusionOk="0" fill="none" h="7503" w="5710">
                  <a:moveTo>
                    <a:pt x="5710" y="7503"/>
                  </a:moveTo>
                  <a:lnTo>
                    <a:pt x="1" y="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7" name="Google Shape;667;p14"/>
            <p:cNvSpPr/>
            <p:nvPr/>
          </p:nvSpPr>
          <p:spPr>
            <a:xfrm>
              <a:off x="2748095" y="535386"/>
              <a:ext cx="364759" cy="281839"/>
            </a:xfrm>
            <a:custGeom>
              <a:rect b="b" l="l" r="r" t="t"/>
              <a:pathLst>
                <a:path extrusionOk="0" fill="none" h="5768" w="7465">
                  <a:moveTo>
                    <a:pt x="7465" y="5768"/>
                  </a:moveTo>
                  <a:lnTo>
                    <a:pt x="1" y="1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8" name="Google Shape;668;p14"/>
            <p:cNvSpPr/>
            <p:nvPr/>
          </p:nvSpPr>
          <p:spPr>
            <a:xfrm>
              <a:off x="2770718" y="491116"/>
              <a:ext cx="424126" cy="179081"/>
            </a:xfrm>
            <a:custGeom>
              <a:rect b="b" l="l" r="r" t="t"/>
              <a:pathLst>
                <a:path extrusionOk="0" fill="none" h="3665" w="8680">
                  <a:moveTo>
                    <a:pt x="8680" y="3665"/>
                  </a:moveTo>
                  <a:lnTo>
                    <a:pt x="1" y="1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9" name="Google Shape;669;p14"/>
            <p:cNvSpPr/>
            <p:nvPr/>
          </p:nvSpPr>
          <p:spPr>
            <a:xfrm>
              <a:off x="2781077" y="443035"/>
              <a:ext cx="456180" cy="62251"/>
            </a:xfrm>
            <a:custGeom>
              <a:rect b="b" l="l" r="r" t="t"/>
              <a:pathLst>
                <a:path extrusionOk="0" fill="none" h="1274" w="9336">
                  <a:moveTo>
                    <a:pt x="9336" y="1274"/>
                  </a:moveTo>
                  <a:lnTo>
                    <a:pt x="1" y="1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0" name="Google Shape;670;p14"/>
            <p:cNvSpPr/>
            <p:nvPr/>
          </p:nvSpPr>
          <p:spPr>
            <a:xfrm>
              <a:off x="2778292" y="335635"/>
              <a:ext cx="457109" cy="58440"/>
            </a:xfrm>
            <a:custGeom>
              <a:rect b="b" l="l" r="r" t="t"/>
              <a:pathLst>
                <a:path extrusionOk="0" fill="none" h="1196" w="9355">
                  <a:moveTo>
                    <a:pt x="9354" y="0"/>
                  </a:moveTo>
                  <a:lnTo>
                    <a:pt x="0" y="1196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1" name="Google Shape;671;p14"/>
            <p:cNvSpPr/>
            <p:nvPr/>
          </p:nvSpPr>
          <p:spPr>
            <a:xfrm>
              <a:off x="2763194" y="172579"/>
              <a:ext cx="426032" cy="174390"/>
            </a:xfrm>
            <a:custGeom>
              <a:rect b="b" l="l" r="r" t="t"/>
              <a:pathLst>
                <a:path extrusionOk="0" fill="none" h="3569" w="8719">
                  <a:moveTo>
                    <a:pt x="8718" y="1"/>
                  </a:moveTo>
                  <a:lnTo>
                    <a:pt x="1" y="3569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2" name="Google Shape;672;p14"/>
            <p:cNvSpPr/>
            <p:nvPr/>
          </p:nvSpPr>
          <p:spPr>
            <a:xfrm>
              <a:off x="2735879" y="27457"/>
              <a:ext cx="366615" cy="278076"/>
            </a:xfrm>
            <a:custGeom>
              <a:rect b="b" l="l" r="r" t="t"/>
              <a:pathLst>
                <a:path extrusionOk="0" fill="none" h="5691" w="7503">
                  <a:moveTo>
                    <a:pt x="7503" y="0"/>
                  </a:moveTo>
                  <a:lnTo>
                    <a:pt x="0" y="569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3" name="Google Shape;673;p14"/>
            <p:cNvSpPr/>
            <p:nvPr/>
          </p:nvSpPr>
          <p:spPr>
            <a:xfrm>
              <a:off x="2699135" y="-91280"/>
              <a:ext cx="282767" cy="364759"/>
            </a:xfrm>
            <a:custGeom>
              <a:rect b="b" l="l" r="r" t="t"/>
              <a:pathLst>
                <a:path extrusionOk="0" fill="none" h="7465" w="5787">
                  <a:moveTo>
                    <a:pt x="5786" y="0"/>
                  </a:moveTo>
                  <a:lnTo>
                    <a:pt x="0" y="7464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4" name="Google Shape;674;p14"/>
            <p:cNvSpPr/>
            <p:nvPr/>
          </p:nvSpPr>
          <p:spPr>
            <a:xfrm>
              <a:off x="2655744" y="-174200"/>
              <a:ext cx="178153" cy="425055"/>
            </a:xfrm>
            <a:custGeom>
              <a:rect b="b" l="l" r="r" t="t"/>
              <a:pathLst>
                <a:path extrusionOk="0" fill="none" h="8699" w="3646">
                  <a:moveTo>
                    <a:pt x="3646" y="0"/>
                  </a:moveTo>
                  <a:lnTo>
                    <a:pt x="1" y="8698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675" name="Google Shape;675;p14"/>
          <p:cNvGrpSpPr/>
          <p:nvPr/>
        </p:nvGrpSpPr>
        <p:grpSpPr>
          <a:xfrm>
            <a:off x="8354090" y="2590370"/>
            <a:ext cx="1965289" cy="517060"/>
            <a:chOff x="3539975" y="3523525"/>
            <a:chExt cx="745925" cy="196250"/>
          </a:xfrm>
        </p:grpSpPr>
        <p:sp>
          <p:nvSpPr>
            <p:cNvPr id="676" name="Google Shape;676;p14"/>
            <p:cNvSpPr/>
            <p:nvPr/>
          </p:nvSpPr>
          <p:spPr>
            <a:xfrm>
              <a:off x="3539975" y="3523525"/>
              <a:ext cx="196250" cy="196250"/>
            </a:xfrm>
            <a:custGeom>
              <a:rect b="b" l="l" r="r" t="t"/>
              <a:pathLst>
                <a:path extrusionOk="0" fill="none" h="7850" w="785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7" name="Google Shape;677;p14"/>
            <p:cNvSpPr/>
            <p:nvPr/>
          </p:nvSpPr>
          <p:spPr>
            <a:xfrm>
              <a:off x="3576625" y="3523525"/>
              <a:ext cx="196250" cy="196250"/>
            </a:xfrm>
            <a:custGeom>
              <a:rect b="b" l="l" r="r" t="t"/>
              <a:pathLst>
                <a:path extrusionOk="0" fill="none" h="7850" w="785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8" name="Google Shape;678;p14"/>
            <p:cNvSpPr/>
            <p:nvPr/>
          </p:nvSpPr>
          <p:spPr>
            <a:xfrm>
              <a:off x="3613250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1" y="0"/>
                  </a:moveTo>
                  <a:lnTo>
                    <a:pt x="7851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9" name="Google Shape;679;p14"/>
            <p:cNvSpPr/>
            <p:nvPr/>
          </p:nvSpPr>
          <p:spPr>
            <a:xfrm>
              <a:off x="3649900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1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0" name="Google Shape;680;p14"/>
            <p:cNvSpPr/>
            <p:nvPr/>
          </p:nvSpPr>
          <p:spPr>
            <a:xfrm>
              <a:off x="3686550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1" name="Google Shape;681;p14"/>
            <p:cNvSpPr/>
            <p:nvPr/>
          </p:nvSpPr>
          <p:spPr>
            <a:xfrm>
              <a:off x="3723200" y="3523525"/>
              <a:ext cx="196250" cy="196250"/>
            </a:xfrm>
            <a:custGeom>
              <a:rect b="b" l="l" r="r" t="t"/>
              <a:pathLst>
                <a:path extrusionOk="0" fill="none" h="7850" w="785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2" name="Google Shape;682;p14"/>
            <p:cNvSpPr/>
            <p:nvPr/>
          </p:nvSpPr>
          <p:spPr>
            <a:xfrm>
              <a:off x="3759825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1" y="0"/>
                  </a:moveTo>
                  <a:lnTo>
                    <a:pt x="7851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3" name="Google Shape;683;p14"/>
            <p:cNvSpPr/>
            <p:nvPr/>
          </p:nvSpPr>
          <p:spPr>
            <a:xfrm>
              <a:off x="3796475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1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4" name="Google Shape;684;p14"/>
            <p:cNvSpPr/>
            <p:nvPr/>
          </p:nvSpPr>
          <p:spPr>
            <a:xfrm>
              <a:off x="3833125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1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5" name="Google Shape;685;p14"/>
            <p:cNvSpPr/>
            <p:nvPr/>
          </p:nvSpPr>
          <p:spPr>
            <a:xfrm>
              <a:off x="3869775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6" name="Google Shape;686;p14"/>
            <p:cNvSpPr/>
            <p:nvPr/>
          </p:nvSpPr>
          <p:spPr>
            <a:xfrm>
              <a:off x="3906425" y="3523525"/>
              <a:ext cx="196250" cy="196250"/>
            </a:xfrm>
            <a:custGeom>
              <a:rect b="b" l="l" r="r" t="t"/>
              <a:pathLst>
                <a:path extrusionOk="0" fill="none" h="7850" w="785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7" name="Google Shape;687;p14"/>
            <p:cNvSpPr/>
            <p:nvPr/>
          </p:nvSpPr>
          <p:spPr>
            <a:xfrm>
              <a:off x="3943050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1" y="0"/>
                  </a:moveTo>
                  <a:lnTo>
                    <a:pt x="7851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8" name="Google Shape;688;p14"/>
            <p:cNvSpPr/>
            <p:nvPr/>
          </p:nvSpPr>
          <p:spPr>
            <a:xfrm>
              <a:off x="3979700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1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9" name="Google Shape;689;p14"/>
            <p:cNvSpPr/>
            <p:nvPr/>
          </p:nvSpPr>
          <p:spPr>
            <a:xfrm>
              <a:off x="4016350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1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0" name="Google Shape;690;p14"/>
            <p:cNvSpPr/>
            <p:nvPr/>
          </p:nvSpPr>
          <p:spPr>
            <a:xfrm>
              <a:off x="4053000" y="3523525"/>
              <a:ext cx="196250" cy="196250"/>
            </a:xfrm>
            <a:custGeom>
              <a:rect b="b" l="l" r="r" t="t"/>
              <a:pathLst>
                <a:path extrusionOk="0" fill="none" h="7850" w="785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1" name="Google Shape;691;p14"/>
            <p:cNvSpPr/>
            <p:nvPr/>
          </p:nvSpPr>
          <p:spPr>
            <a:xfrm>
              <a:off x="4089650" y="3523525"/>
              <a:ext cx="196250" cy="196250"/>
            </a:xfrm>
            <a:custGeom>
              <a:rect b="b" l="l" r="r" t="t"/>
              <a:pathLst>
                <a:path extrusionOk="0" fill="none" h="7850" w="785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 1">
  <p:cSld name="CUSTOM_12">
    <p:spTree>
      <p:nvGrpSpPr>
        <p:cNvPr id="692" name="Shape 6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93" name="Google Shape;693;p15"/>
          <p:cNvGrpSpPr/>
          <p:nvPr/>
        </p:nvGrpSpPr>
        <p:grpSpPr>
          <a:xfrm>
            <a:off x="357713" y="2863850"/>
            <a:ext cx="357454" cy="956304"/>
            <a:chOff x="357713" y="600975"/>
            <a:chExt cx="357454" cy="956304"/>
          </a:xfrm>
        </p:grpSpPr>
        <p:sp>
          <p:nvSpPr>
            <p:cNvPr id="694" name="Google Shape;694;p15"/>
            <p:cNvSpPr/>
            <p:nvPr/>
          </p:nvSpPr>
          <p:spPr>
            <a:xfrm>
              <a:off x="357713" y="600975"/>
              <a:ext cx="357454" cy="357454"/>
            </a:xfrm>
            <a:custGeom>
              <a:rect b="b" l="l" r="r" t="t"/>
              <a:pathLst>
                <a:path extrusionOk="0" fill="none" h="6539" w="6539">
                  <a:moveTo>
                    <a:pt x="3954" y="367"/>
                  </a:moveTo>
                  <a:cubicBezTo>
                    <a:pt x="5535" y="752"/>
                    <a:pt x="6538" y="2353"/>
                    <a:pt x="6152" y="3954"/>
                  </a:cubicBezTo>
                  <a:cubicBezTo>
                    <a:pt x="5767" y="5535"/>
                    <a:pt x="4166" y="6538"/>
                    <a:pt x="2584" y="6153"/>
                  </a:cubicBezTo>
                  <a:cubicBezTo>
                    <a:pt x="984" y="5767"/>
                    <a:pt x="0" y="4166"/>
                    <a:pt x="366" y="2585"/>
                  </a:cubicBezTo>
                  <a:cubicBezTo>
                    <a:pt x="752" y="984"/>
                    <a:pt x="2353" y="0"/>
                    <a:pt x="3954" y="367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5" name="Google Shape;695;p15"/>
            <p:cNvSpPr/>
            <p:nvPr/>
          </p:nvSpPr>
          <p:spPr>
            <a:xfrm>
              <a:off x="374549" y="819196"/>
              <a:ext cx="324765" cy="324765"/>
            </a:xfrm>
            <a:custGeom>
              <a:rect b="b" l="l" r="r" t="t"/>
              <a:pathLst>
                <a:path extrusionOk="0" fill="none" h="5941" w="5941">
                  <a:moveTo>
                    <a:pt x="5941" y="2971"/>
                  </a:moveTo>
                  <a:cubicBezTo>
                    <a:pt x="5941" y="4610"/>
                    <a:pt x="4610" y="5941"/>
                    <a:pt x="2971" y="5941"/>
                  </a:cubicBezTo>
                  <a:cubicBezTo>
                    <a:pt x="1331" y="5941"/>
                    <a:pt x="1" y="4610"/>
                    <a:pt x="1" y="2971"/>
                  </a:cubicBezTo>
                  <a:cubicBezTo>
                    <a:pt x="1" y="1331"/>
                    <a:pt x="1331" y="1"/>
                    <a:pt x="2971" y="1"/>
                  </a:cubicBezTo>
                  <a:cubicBezTo>
                    <a:pt x="4610" y="1"/>
                    <a:pt x="5941" y="1331"/>
                    <a:pt x="5941" y="2971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6" name="Google Shape;696;p15"/>
            <p:cNvSpPr/>
            <p:nvPr/>
          </p:nvSpPr>
          <p:spPr>
            <a:xfrm>
              <a:off x="357713" y="997347"/>
              <a:ext cx="357454" cy="357509"/>
            </a:xfrm>
            <a:custGeom>
              <a:rect b="b" l="l" r="r" t="t"/>
              <a:pathLst>
                <a:path extrusionOk="0" fill="none" h="6540" w="6539">
                  <a:moveTo>
                    <a:pt x="3954" y="387"/>
                  </a:moveTo>
                  <a:cubicBezTo>
                    <a:pt x="5555" y="753"/>
                    <a:pt x="6538" y="2354"/>
                    <a:pt x="6152" y="3955"/>
                  </a:cubicBezTo>
                  <a:cubicBezTo>
                    <a:pt x="5767" y="5556"/>
                    <a:pt x="4166" y="6539"/>
                    <a:pt x="2584" y="6153"/>
                  </a:cubicBezTo>
                  <a:cubicBezTo>
                    <a:pt x="984" y="5787"/>
                    <a:pt x="0" y="4186"/>
                    <a:pt x="366" y="2585"/>
                  </a:cubicBezTo>
                  <a:cubicBezTo>
                    <a:pt x="752" y="985"/>
                    <a:pt x="2353" y="1"/>
                    <a:pt x="3954" y="387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7" name="Google Shape;697;p15"/>
            <p:cNvSpPr/>
            <p:nvPr/>
          </p:nvSpPr>
          <p:spPr>
            <a:xfrm>
              <a:off x="358751" y="1200863"/>
              <a:ext cx="356416" cy="356416"/>
            </a:xfrm>
            <a:custGeom>
              <a:rect b="b" l="l" r="r" t="t"/>
              <a:pathLst>
                <a:path extrusionOk="0" fill="none" h="6520" w="6520">
                  <a:moveTo>
                    <a:pt x="5362" y="1158"/>
                  </a:moveTo>
                  <a:cubicBezTo>
                    <a:pt x="6519" y="2315"/>
                    <a:pt x="6519" y="4186"/>
                    <a:pt x="5362" y="5343"/>
                  </a:cubicBezTo>
                  <a:cubicBezTo>
                    <a:pt x="4186" y="6519"/>
                    <a:pt x="2315" y="6519"/>
                    <a:pt x="1157" y="5343"/>
                  </a:cubicBezTo>
                  <a:cubicBezTo>
                    <a:pt x="0" y="4186"/>
                    <a:pt x="0" y="2315"/>
                    <a:pt x="1157" y="1158"/>
                  </a:cubicBezTo>
                  <a:cubicBezTo>
                    <a:pt x="2315" y="0"/>
                    <a:pt x="4186" y="0"/>
                    <a:pt x="5362" y="1158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pic>
        <p:nvPicPr>
          <p:cNvPr id="698" name="Google Shape;698;p1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flipH="1">
            <a:off x="-6295609" y="-883375"/>
            <a:ext cx="9353213" cy="2681250"/>
          </a:xfrm>
          <a:prstGeom prst="rect">
            <a:avLst/>
          </a:prstGeom>
          <a:noFill/>
          <a:ln>
            <a:noFill/>
          </a:ln>
        </p:spPr>
      </p:pic>
      <p:sp>
        <p:nvSpPr>
          <p:cNvPr id="699" name="Google Shape;699;p15"/>
          <p:cNvSpPr txBox="1"/>
          <p:nvPr>
            <p:ph type="title"/>
          </p:nvPr>
        </p:nvSpPr>
        <p:spPr>
          <a:xfrm>
            <a:off x="5903275" y="1027175"/>
            <a:ext cx="2525400" cy="18663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2900"/>
              <a:buNone/>
              <a:defRPr sz="2900">
                <a:latin typeface="Aldrich"/>
                <a:ea typeface="Aldrich"/>
                <a:cs typeface="Aldrich"/>
                <a:sym typeface="Aldrich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1">
  <p:cSld name="CUSTOM_8">
    <p:spTree>
      <p:nvGrpSpPr>
        <p:cNvPr id="700" name="Shape 7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1" name="Google Shape;701;p16"/>
          <p:cNvPicPr preferRelativeResize="0"/>
          <p:nvPr/>
        </p:nvPicPr>
        <p:blipFill rotWithShape="1">
          <a:blip r:embed="rId2">
            <a:alphaModFix amt="60000"/>
          </a:blip>
          <a:srcRect b="10" l="0" r="0" t="10"/>
          <a:stretch/>
        </p:blipFill>
        <p:spPr>
          <a:xfrm>
            <a:off x="0" y="1"/>
            <a:ext cx="9144002" cy="5143499"/>
          </a:xfrm>
          <a:prstGeom prst="rect">
            <a:avLst/>
          </a:prstGeom>
          <a:noFill/>
          <a:ln>
            <a:noFill/>
          </a:ln>
        </p:spPr>
      </p:pic>
      <p:sp>
        <p:nvSpPr>
          <p:cNvPr id="702" name="Google Shape;702;p16"/>
          <p:cNvSpPr txBox="1"/>
          <p:nvPr>
            <p:ph type="title"/>
          </p:nvPr>
        </p:nvSpPr>
        <p:spPr>
          <a:xfrm>
            <a:off x="1116375" y="1556340"/>
            <a:ext cx="4509600" cy="12879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3600"/>
              <a:buNone/>
              <a:defRPr sz="4500">
                <a:solidFill>
                  <a:schemeClr val="dk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703" name="Google Shape;703;p16"/>
          <p:cNvSpPr txBox="1"/>
          <p:nvPr>
            <p:ph hasCustomPrompt="1" idx="2" type="title"/>
          </p:nvPr>
        </p:nvSpPr>
        <p:spPr>
          <a:xfrm>
            <a:off x="5638521" y="1356584"/>
            <a:ext cx="2575200" cy="15999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>
                <a:solidFill>
                  <a:schemeClr val="lt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704" name="Google Shape;704;p16"/>
          <p:cNvSpPr txBox="1"/>
          <p:nvPr>
            <p:ph idx="1" type="subTitle"/>
          </p:nvPr>
        </p:nvSpPr>
        <p:spPr>
          <a:xfrm>
            <a:off x="1116121" y="3333247"/>
            <a:ext cx="4509600" cy="34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7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705" name="Google Shape;705;p16"/>
          <p:cNvGrpSpPr/>
          <p:nvPr/>
        </p:nvGrpSpPr>
        <p:grpSpPr>
          <a:xfrm>
            <a:off x="8428538" y="2148684"/>
            <a:ext cx="357454" cy="956304"/>
            <a:chOff x="357713" y="600975"/>
            <a:chExt cx="357454" cy="956304"/>
          </a:xfrm>
        </p:grpSpPr>
        <p:sp>
          <p:nvSpPr>
            <p:cNvPr id="706" name="Google Shape;706;p16"/>
            <p:cNvSpPr/>
            <p:nvPr/>
          </p:nvSpPr>
          <p:spPr>
            <a:xfrm>
              <a:off x="357713" y="600975"/>
              <a:ext cx="357454" cy="357454"/>
            </a:xfrm>
            <a:custGeom>
              <a:rect b="b" l="l" r="r" t="t"/>
              <a:pathLst>
                <a:path extrusionOk="0" fill="none" h="6539" w="6539">
                  <a:moveTo>
                    <a:pt x="3954" y="367"/>
                  </a:moveTo>
                  <a:cubicBezTo>
                    <a:pt x="5535" y="752"/>
                    <a:pt x="6538" y="2353"/>
                    <a:pt x="6152" y="3954"/>
                  </a:cubicBezTo>
                  <a:cubicBezTo>
                    <a:pt x="5767" y="5535"/>
                    <a:pt x="4166" y="6538"/>
                    <a:pt x="2584" y="6153"/>
                  </a:cubicBezTo>
                  <a:cubicBezTo>
                    <a:pt x="984" y="5767"/>
                    <a:pt x="0" y="4166"/>
                    <a:pt x="366" y="2585"/>
                  </a:cubicBezTo>
                  <a:cubicBezTo>
                    <a:pt x="752" y="984"/>
                    <a:pt x="2353" y="0"/>
                    <a:pt x="3954" y="367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7" name="Google Shape;707;p16"/>
            <p:cNvSpPr/>
            <p:nvPr/>
          </p:nvSpPr>
          <p:spPr>
            <a:xfrm>
              <a:off x="374549" y="819196"/>
              <a:ext cx="324765" cy="324765"/>
            </a:xfrm>
            <a:custGeom>
              <a:rect b="b" l="l" r="r" t="t"/>
              <a:pathLst>
                <a:path extrusionOk="0" fill="none" h="5941" w="5941">
                  <a:moveTo>
                    <a:pt x="5941" y="2971"/>
                  </a:moveTo>
                  <a:cubicBezTo>
                    <a:pt x="5941" y="4610"/>
                    <a:pt x="4610" y="5941"/>
                    <a:pt x="2971" y="5941"/>
                  </a:cubicBezTo>
                  <a:cubicBezTo>
                    <a:pt x="1331" y="5941"/>
                    <a:pt x="1" y="4610"/>
                    <a:pt x="1" y="2971"/>
                  </a:cubicBezTo>
                  <a:cubicBezTo>
                    <a:pt x="1" y="1331"/>
                    <a:pt x="1331" y="1"/>
                    <a:pt x="2971" y="1"/>
                  </a:cubicBezTo>
                  <a:cubicBezTo>
                    <a:pt x="4610" y="1"/>
                    <a:pt x="5941" y="1331"/>
                    <a:pt x="5941" y="2971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8" name="Google Shape;708;p16"/>
            <p:cNvSpPr/>
            <p:nvPr/>
          </p:nvSpPr>
          <p:spPr>
            <a:xfrm>
              <a:off x="357713" y="997347"/>
              <a:ext cx="357454" cy="357509"/>
            </a:xfrm>
            <a:custGeom>
              <a:rect b="b" l="l" r="r" t="t"/>
              <a:pathLst>
                <a:path extrusionOk="0" fill="none" h="6540" w="6539">
                  <a:moveTo>
                    <a:pt x="3954" y="387"/>
                  </a:moveTo>
                  <a:cubicBezTo>
                    <a:pt x="5555" y="753"/>
                    <a:pt x="6538" y="2354"/>
                    <a:pt x="6152" y="3955"/>
                  </a:cubicBezTo>
                  <a:cubicBezTo>
                    <a:pt x="5767" y="5556"/>
                    <a:pt x="4166" y="6539"/>
                    <a:pt x="2584" y="6153"/>
                  </a:cubicBezTo>
                  <a:cubicBezTo>
                    <a:pt x="984" y="5787"/>
                    <a:pt x="0" y="4186"/>
                    <a:pt x="366" y="2585"/>
                  </a:cubicBezTo>
                  <a:cubicBezTo>
                    <a:pt x="752" y="985"/>
                    <a:pt x="2353" y="1"/>
                    <a:pt x="3954" y="387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9" name="Google Shape;709;p16"/>
            <p:cNvSpPr/>
            <p:nvPr/>
          </p:nvSpPr>
          <p:spPr>
            <a:xfrm>
              <a:off x="358751" y="1200863"/>
              <a:ext cx="356416" cy="356416"/>
            </a:xfrm>
            <a:custGeom>
              <a:rect b="b" l="l" r="r" t="t"/>
              <a:pathLst>
                <a:path extrusionOk="0" fill="none" h="6520" w="6520">
                  <a:moveTo>
                    <a:pt x="5362" y="1158"/>
                  </a:moveTo>
                  <a:cubicBezTo>
                    <a:pt x="6519" y="2315"/>
                    <a:pt x="6519" y="4186"/>
                    <a:pt x="5362" y="5343"/>
                  </a:cubicBezTo>
                  <a:cubicBezTo>
                    <a:pt x="4186" y="6519"/>
                    <a:pt x="2315" y="6519"/>
                    <a:pt x="1157" y="5343"/>
                  </a:cubicBezTo>
                  <a:cubicBezTo>
                    <a:pt x="0" y="4186"/>
                    <a:pt x="0" y="2315"/>
                    <a:pt x="1157" y="1158"/>
                  </a:cubicBezTo>
                  <a:cubicBezTo>
                    <a:pt x="2315" y="0"/>
                    <a:pt x="4186" y="0"/>
                    <a:pt x="5362" y="1158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10" name="Google Shape;710;p16"/>
          <p:cNvSpPr/>
          <p:nvPr/>
        </p:nvSpPr>
        <p:spPr>
          <a:xfrm flipH="1">
            <a:off x="5001370" y="482200"/>
            <a:ext cx="555517" cy="554294"/>
          </a:xfrm>
          <a:custGeom>
            <a:rect b="b" l="l" r="r" t="t"/>
            <a:pathLst>
              <a:path extrusionOk="0" h="11337" w="11362">
                <a:moveTo>
                  <a:pt x="11362" y="5668"/>
                </a:moveTo>
                <a:cubicBezTo>
                  <a:pt x="11362" y="8798"/>
                  <a:pt x="8823" y="11337"/>
                  <a:pt x="5669" y="11337"/>
                </a:cubicBezTo>
                <a:cubicBezTo>
                  <a:pt x="2539" y="11337"/>
                  <a:pt x="1" y="8798"/>
                  <a:pt x="1" y="5668"/>
                </a:cubicBezTo>
                <a:cubicBezTo>
                  <a:pt x="1" y="2539"/>
                  <a:pt x="2539" y="0"/>
                  <a:pt x="5669" y="0"/>
                </a:cubicBezTo>
                <a:cubicBezTo>
                  <a:pt x="8823" y="0"/>
                  <a:pt x="11362" y="2539"/>
                  <a:pt x="11362" y="5668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711" name="Google Shape;711;p16"/>
          <p:cNvGrpSpPr/>
          <p:nvPr/>
        </p:nvGrpSpPr>
        <p:grpSpPr>
          <a:xfrm flipH="1" rot="10800000">
            <a:off x="5556872" y="4363371"/>
            <a:ext cx="3952129" cy="3175881"/>
            <a:chOff x="5256209" y="-1994879"/>
            <a:chExt cx="3952129" cy="3175881"/>
          </a:xfrm>
        </p:grpSpPr>
        <p:sp>
          <p:nvSpPr>
            <p:cNvPr id="712" name="Google Shape;712;p16"/>
            <p:cNvSpPr/>
            <p:nvPr/>
          </p:nvSpPr>
          <p:spPr>
            <a:xfrm>
              <a:off x="5256209" y="-1994879"/>
              <a:ext cx="3952129" cy="3103920"/>
            </a:xfrm>
            <a:custGeom>
              <a:rect b="b" l="l" r="r" t="t"/>
              <a:pathLst>
                <a:path extrusionOk="0" fill="none" h="70648" w="89954">
                  <a:moveTo>
                    <a:pt x="89954" y="70647"/>
                  </a:moveTo>
                  <a:lnTo>
                    <a:pt x="1" y="70647"/>
                  </a:lnTo>
                  <a:lnTo>
                    <a:pt x="1" y="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3" name="Google Shape;713;p16"/>
            <p:cNvSpPr/>
            <p:nvPr/>
          </p:nvSpPr>
          <p:spPr>
            <a:xfrm>
              <a:off x="5579917" y="1036061"/>
              <a:ext cx="144942" cy="144942"/>
            </a:xfrm>
            <a:custGeom>
              <a:rect b="b" l="l" r="r" t="t"/>
              <a:pathLst>
                <a:path extrusionOk="0" h="3299" w="3299">
                  <a:moveTo>
                    <a:pt x="0" y="1"/>
                  </a:moveTo>
                  <a:lnTo>
                    <a:pt x="0" y="3299"/>
                  </a:lnTo>
                  <a:lnTo>
                    <a:pt x="3298" y="3299"/>
                  </a:lnTo>
                  <a:lnTo>
                    <a:pt x="329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714" name="Google Shape;714;p16"/>
          <p:cNvGrpSpPr/>
          <p:nvPr/>
        </p:nvGrpSpPr>
        <p:grpSpPr>
          <a:xfrm flipH="1">
            <a:off x="2974550" y="4422286"/>
            <a:ext cx="793256" cy="182899"/>
            <a:chOff x="2685575" y="2835950"/>
            <a:chExt cx="433000" cy="99825"/>
          </a:xfrm>
        </p:grpSpPr>
        <p:sp>
          <p:nvSpPr>
            <p:cNvPr id="715" name="Google Shape;715;p16"/>
            <p:cNvSpPr/>
            <p:nvPr/>
          </p:nvSpPr>
          <p:spPr>
            <a:xfrm>
              <a:off x="3032250" y="2835950"/>
              <a:ext cx="86325" cy="99825"/>
            </a:xfrm>
            <a:custGeom>
              <a:rect b="b" l="l" r="r" t="t"/>
              <a:pathLst>
                <a:path extrusionOk="0" h="3993" w="3453">
                  <a:moveTo>
                    <a:pt x="3453" y="0"/>
                  </a:moveTo>
                  <a:lnTo>
                    <a:pt x="0" y="2006"/>
                  </a:lnTo>
                  <a:lnTo>
                    <a:pt x="3453" y="3993"/>
                  </a:lnTo>
                  <a:lnTo>
                    <a:pt x="3453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6" name="Google Shape;716;p16"/>
            <p:cNvSpPr/>
            <p:nvPr/>
          </p:nvSpPr>
          <p:spPr>
            <a:xfrm>
              <a:off x="2917000" y="2835950"/>
              <a:ext cx="85850" cy="99825"/>
            </a:xfrm>
            <a:custGeom>
              <a:rect b="b" l="l" r="r" t="t"/>
              <a:pathLst>
                <a:path extrusionOk="0" h="3993" w="3434">
                  <a:moveTo>
                    <a:pt x="3434" y="0"/>
                  </a:moveTo>
                  <a:lnTo>
                    <a:pt x="1" y="2006"/>
                  </a:lnTo>
                  <a:lnTo>
                    <a:pt x="3434" y="3993"/>
                  </a:lnTo>
                  <a:lnTo>
                    <a:pt x="3434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7" name="Google Shape;717;p16"/>
            <p:cNvSpPr/>
            <p:nvPr/>
          </p:nvSpPr>
          <p:spPr>
            <a:xfrm>
              <a:off x="2801300" y="2835950"/>
              <a:ext cx="86325" cy="99825"/>
            </a:xfrm>
            <a:custGeom>
              <a:rect b="b" l="l" r="r" t="t"/>
              <a:pathLst>
                <a:path extrusionOk="0" h="3993" w="3453">
                  <a:moveTo>
                    <a:pt x="3452" y="0"/>
                  </a:moveTo>
                  <a:lnTo>
                    <a:pt x="0" y="2006"/>
                  </a:lnTo>
                  <a:lnTo>
                    <a:pt x="3452" y="3993"/>
                  </a:lnTo>
                  <a:lnTo>
                    <a:pt x="3452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8" name="Google Shape;718;p16"/>
            <p:cNvSpPr/>
            <p:nvPr/>
          </p:nvSpPr>
          <p:spPr>
            <a:xfrm>
              <a:off x="2685575" y="2835950"/>
              <a:ext cx="86325" cy="99825"/>
            </a:xfrm>
            <a:custGeom>
              <a:rect b="b" l="l" r="r" t="t"/>
              <a:pathLst>
                <a:path extrusionOk="0" h="3993" w="3453">
                  <a:moveTo>
                    <a:pt x="3453" y="0"/>
                  </a:moveTo>
                  <a:lnTo>
                    <a:pt x="0" y="2006"/>
                  </a:lnTo>
                  <a:lnTo>
                    <a:pt x="3453" y="3993"/>
                  </a:lnTo>
                  <a:lnTo>
                    <a:pt x="3453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719" name="Google Shape;719;p16"/>
          <p:cNvGrpSpPr/>
          <p:nvPr/>
        </p:nvGrpSpPr>
        <p:grpSpPr>
          <a:xfrm flipH="1">
            <a:off x="896693" y="1036495"/>
            <a:ext cx="283332" cy="284718"/>
            <a:chOff x="423709" y="3302025"/>
            <a:chExt cx="216416" cy="217475"/>
          </a:xfrm>
        </p:grpSpPr>
        <p:sp>
          <p:nvSpPr>
            <p:cNvPr id="720" name="Google Shape;720;p16"/>
            <p:cNvSpPr/>
            <p:nvPr/>
          </p:nvSpPr>
          <p:spPr>
            <a:xfrm>
              <a:off x="426000" y="3425950"/>
              <a:ext cx="214125" cy="93550"/>
            </a:xfrm>
            <a:custGeom>
              <a:rect b="b" l="l" r="r" t="t"/>
              <a:pathLst>
                <a:path extrusionOk="0" h="3742" w="8565">
                  <a:moveTo>
                    <a:pt x="1" y="0"/>
                  </a:moveTo>
                  <a:cubicBezTo>
                    <a:pt x="290" y="2141"/>
                    <a:pt x="2122" y="3742"/>
                    <a:pt x="4283" y="3742"/>
                  </a:cubicBezTo>
                  <a:cubicBezTo>
                    <a:pt x="6443" y="3742"/>
                    <a:pt x="8275" y="2141"/>
                    <a:pt x="856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1" name="Google Shape;721;p16"/>
            <p:cNvSpPr/>
            <p:nvPr/>
          </p:nvSpPr>
          <p:spPr>
            <a:xfrm>
              <a:off x="423709" y="3302025"/>
              <a:ext cx="214125" cy="94050"/>
            </a:xfrm>
            <a:custGeom>
              <a:rect b="b" l="l" r="r" t="t"/>
              <a:pathLst>
                <a:path extrusionOk="0" h="3762" w="8565">
                  <a:moveTo>
                    <a:pt x="1" y="0"/>
                  </a:moveTo>
                  <a:cubicBezTo>
                    <a:pt x="271" y="2141"/>
                    <a:pt x="2103" y="3761"/>
                    <a:pt x="4283" y="3761"/>
                  </a:cubicBezTo>
                  <a:cubicBezTo>
                    <a:pt x="6443" y="3761"/>
                    <a:pt x="8275" y="2141"/>
                    <a:pt x="856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722" name="Google Shape;722;p16"/>
          <p:cNvGrpSpPr/>
          <p:nvPr/>
        </p:nvGrpSpPr>
        <p:grpSpPr>
          <a:xfrm flipH="1">
            <a:off x="2106901" y="-974958"/>
            <a:ext cx="2019176" cy="2019176"/>
            <a:chOff x="1943325" y="-220375"/>
            <a:chExt cx="1298672" cy="1298672"/>
          </a:xfrm>
        </p:grpSpPr>
        <p:sp>
          <p:nvSpPr>
            <p:cNvPr id="723" name="Google Shape;723;p16"/>
            <p:cNvSpPr/>
            <p:nvPr/>
          </p:nvSpPr>
          <p:spPr>
            <a:xfrm>
              <a:off x="2582255" y="-220375"/>
              <a:ext cx="49" cy="460871"/>
            </a:xfrm>
            <a:custGeom>
              <a:rect b="b" l="l" r="r" t="t"/>
              <a:pathLst>
                <a:path extrusionOk="0" fill="none" h="9432" w="1">
                  <a:moveTo>
                    <a:pt x="0" y="0"/>
                  </a:moveTo>
                  <a:lnTo>
                    <a:pt x="0" y="9431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4" name="Google Shape;724;p16"/>
            <p:cNvSpPr/>
            <p:nvPr/>
          </p:nvSpPr>
          <p:spPr>
            <a:xfrm>
              <a:off x="2414509" y="-195895"/>
              <a:ext cx="118785" cy="444844"/>
            </a:xfrm>
            <a:custGeom>
              <a:rect b="b" l="l" r="r" t="t"/>
              <a:pathLst>
                <a:path extrusionOk="0" fill="none" h="9104" w="2431">
                  <a:moveTo>
                    <a:pt x="0" y="1"/>
                  </a:moveTo>
                  <a:lnTo>
                    <a:pt x="2431" y="9104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5" name="Google Shape;725;p16"/>
            <p:cNvSpPr/>
            <p:nvPr/>
          </p:nvSpPr>
          <p:spPr>
            <a:xfrm>
              <a:off x="2259027" y="-128024"/>
              <a:ext cx="229996" cy="398669"/>
            </a:xfrm>
            <a:custGeom>
              <a:rect b="b" l="l" r="r" t="t"/>
              <a:pathLst>
                <a:path extrusionOk="0" fill="none" h="8159" w="4707">
                  <a:moveTo>
                    <a:pt x="0" y="0"/>
                  </a:moveTo>
                  <a:lnTo>
                    <a:pt x="4706" y="8158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6" name="Google Shape;726;p16"/>
            <p:cNvSpPr/>
            <p:nvPr/>
          </p:nvSpPr>
          <p:spPr>
            <a:xfrm>
              <a:off x="2126121" y="-22481"/>
              <a:ext cx="325180" cy="325180"/>
            </a:xfrm>
            <a:custGeom>
              <a:rect b="b" l="l" r="r" t="t"/>
              <a:pathLst>
                <a:path extrusionOk="0" fill="none" h="6655" w="6655">
                  <a:moveTo>
                    <a:pt x="1" y="0"/>
                  </a:moveTo>
                  <a:lnTo>
                    <a:pt x="6655" y="6654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7" name="Google Shape;727;p16"/>
            <p:cNvSpPr/>
            <p:nvPr/>
          </p:nvSpPr>
          <p:spPr>
            <a:xfrm>
              <a:off x="2025317" y="113211"/>
              <a:ext cx="398669" cy="230924"/>
            </a:xfrm>
            <a:custGeom>
              <a:rect b="b" l="l" r="r" t="t"/>
              <a:pathLst>
                <a:path extrusionOk="0" fill="none" h="4726" w="8159">
                  <a:moveTo>
                    <a:pt x="0" y="1"/>
                  </a:moveTo>
                  <a:lnTo>
                    <a:pt x="8158" y="4726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8" name="Google Shape;728;p16"/>
            <p:cNvSpPr/>
            <p:nvPr/>
          </p:nvSpPr>
          <p:spPr>
            <a:xfrm>
              <a:off x="1963114" y="270598"/>
              <a:ext cx="444844" cy="119713"/>
            </a:xfrm>
            <a:custGeom>
              <a:rect b="b" l="l" r="r" t="t"/>
              <a:pathLst>
                <a:path extrusionOk="0" fill="none" h="2450" w="9104">
                  <a:moveTo>
                    <a:pt x="0" y="0"/>
                  </a:moveTo>
                  <a:lnTo>
                    <a:pt x="9103" y="24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9" name="Google Shape;729;p16"/>
            <p:cNvSpPr/>
            <p:nvPr/>
          </p:nvSpPr>
          <p:spPr>
            <a:xfrm>
              <a:off x="1943325" y="439273"/>
              <a:ext cx="460871" cy="49"/>
            </a:xfrm>
            <a:custGeom>
              <a:rect b="b" l="l" r="r" t="t"/>
              <a:pathLst>
                <a:path extrusionOk="0" fill="none" h="1" w="9432">
                  <a:moveTo>
                    <a:pt x="0" y="1"/>
                  </a:moveTo>
                  <a:lnTo>
                    <a:pt x="9431" y="1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0" name="Google Shape;730;p16"/>
            <p:cNvSpPr/>
            <p:nvPr/>
          </p:nvSpPr>
          <p:spPr>
            <a:xfrm>
              <a:off x="1967805" y="487354"/>
              <a:ext cx="445821" cy="119713"/>
            </a:xfrm>
            <a:custGeom>
              <a:rect b="b" l="l" r="r" t="t"/>
              <a:pathLst>
                <a:path extrusionOk="0" fill="none" h="2450" w="9124">
                  <a:moveTo>
                    <a:pt x="1" y="2450"/>
                  </a:moveTo>
                  <a:lnTo>
                    <a:pt x="9123" y="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1" name="Google Shape;731;p16"/>
            <p:cNvSpPr/>
            <p:nvPr/>
          </p:nvSpPr>
          <p:spPr>
            <a:xfrm>
              <a:off x="2035676" y="532600"/>
              <a:ext cx="398669" cy="229996"/>
            </a:xfrm>
            <a:custGeom>
              <a:rect b="b" l="l" r="r" t="t"/>
              <a:pathLst>
                <a:path extrusionOk="0" fill="none" h="4707" w="8159">
                  <a:moveTo>
                    <a:pt x="0" y="4706"/>
                  </a:moveTo>
                  <a:lnTo>
                    <a:pt x="8158" y="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2" name="Google Shape;732;p16"/>
            <p:cNvSpPr/>
            <p:nvPr/>
          </p:nvSpPr>
          <p:spPr>
            <a:xfrm>
              <a:off x="2141219" y="569345"/>
              <a:ext cx="326108" cy="326108"/>
            </a:xfrm>
            <a:custGeom>
              <a:rect b="b" l="l" r="r" t="t"/>
              <a:pathLst>
                <a:path extrusionOk="0" fill="none" h="6674" w="6674">
                  <a:moveTo>
                    <a:pt x="0" y="6674"/>
                  </a:moveTo>
                  <a:lnTo>
                    <a:pt x="6673" y="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3" name="Google Shape;733;p16"/>
            <p:cNvSpPr/>
            <p:nvPr/>
          </p:nvSpPr>
          <p:spPr>
            <a:xfrm>
              <a:off x="2277840" y="597588"/>
              <a:ext cx="229996" cy="398718"/>
            </a:xfrm>
            <a:custGeom>
              <a:rect b="b" l="l" r="r" t="t"/>
              <a:pathLst>
                <a:path extrusionOk="0" fill="none" h="8160" w="4707">
                  <a:moveTo>
                    <a:pt x="1" y="8159"/>
                  </a:moveTo>
                  <a:lnTo>
                    <a:pt x="4707" y="1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4" name="Google Shape;734;p16"/>
            <p:cNvSpPr/>
            <p:nvPr/>
          </p:nvSpPr>
          <p:spPr>
            <a:xfrm>
              <a:off x="2435227" y="613615"/>
              <a:ext cx="118785" cy="444893"/>
            </a:xfrm>
            <a:custGeom>
              <a:rect b="b" l="l" r="r" t="t"/>
              <a:pathLst>
                <a:path extrusionOk="0" fill="none" h="9105" w="2431">
                  <a:moveTo>
                    <a:pt x="1" y="9104"/>
                  </a:moveTo>
                  <a:lnTo>
                    <a:pt x="2431" y="1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5" name="Google Shape;735;p16"/>
            <p:cNvSpPr/>
            <p:nvPr/>
          </p:nvSpPr>
          <p:spPr>
            <a:xfrm>
              <a:off x="2602973" y="617377"/>
              <a:ext cx="49" cy="460920"/>
            </a:xfrm>
            <a:custGeom>
              <a:rect b="b" l="l" r="r" t="t"/>
              <a:pathLst>
                <a:path extrusionOk="0" fill="none" h="9433" w="1">
                  <a:moveTo>
                    <a:pt x="1" y="9432"/>
                  </a:moveTo>
                  <a:lnTo>
                    <a:pt x="1" y="1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6" name="Google Shape;736;p16"/>
            <p:cNvSpPr/>
            <p:nvPr/>
          </p:nvSpPr>
          <p:spPr>
            <a:xfrm>
              <a:off x="2651982" y="607996"/>
              <a:ext cx="118785" cy="444844"/>
            </a:xfrm>
            <a:custGeom>
              <a:rect b="b" l="l" r="r" t="t"/>
              <a:pathLst>
                <a:path extrusionOk="0" fill="none" h="9104" w="2431">
                  <a:moveTo>
                    <a:pt x="2431" y="9103"/>
                  </a:moveTo>
                  <a:lnTo>
                    <a:pt x="1" y="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7" name="Google Shape;737;p16"/>
            <p:cNvSpPr/>
            <p:nvPr/>
          </p:nvSpPr>
          <p:spPr>
            <a:xfrm>
              <a:off x="2696300" y="586301"/>
              <a:ext cx="229996" cy="398669"/>
            </a:xfrm>
            <a:custGeom>
              <a:rect b="b" l="l" r="r" t="t"/>
              <a:pathLst>
                <a:path extrusionOk="0" fill="none" h="8159" w="4707">
                  <a:moveTo>
                    <a:pt x="4706" y="8159"/>
                  </a:moveTo>
                  <a:lnTo>
                    <a:pt x="0" y="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8" name="Google Shape;738;p16"/>
            <p:cNvSpPr/>
            <p:nvPr/>
          </p:nvSpPr>
          <p:spPr>
            <a:xfrm>
              <a:off x="2733974" y="554247"/>
              <a:ext cx="325180" cy="326108"/>
            </a:xfrm>
            <a:custGeom>
              <a:rect b="b" l="l" r="r" t="t"/>
              <a:pathLst>
                <a:path extrusionOk="0" fill="none" h="6674" w="6655">
                  <a:moveTo>
                    <a:pt x="6655" y="6674"/>
                  </a:moveTo>
                  <a:lnTo>
                    <a:pt x="1" y="1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9" name="Google Shape;739;p16"/>
            <p:cNvSpPr/>
            <p:nvPr/>
          </p:nvSpPr>
          <p:spPr>
            <a:xfrm>
              <a:off x="2761288" y="513739"/>
              <a:ext cx="398718" cy="229996"/>
            </a:xfrm>
            <a:custGeom>
              <a:rect b="b" l="l" r="r" t="t"/>
              <a:pathLst>
                <a:path extrusionOk="0" fill="none" h="4707" w="8160">
                  <a:moveTo>
                    <a:pt x="8159" y="4706"/>
                  </a:moveTo>
                  <a:lnTo>
                    <a:pt x="1" y="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0" name="Google Shape;740;p16"/>
            <p:cNvSpPr/>
            <p:nvPr/>
          </p:nvSpPr>
          <p:spPr>
            <a:xfrm>
              <a:off x="2777315" y="466636"/>
              <a:ext cx="444893" cy="119713"/>
            </a:xfrm>
            <a:custGeom>
              <a:rect b="b" l="l" r="r" t="t"/>
              <a:pathLst>
                <a:path extrusionOk="0" fill="none" h="2450" w="9105">
                  <a:moveTo>
                    <a:pt x="9104" y="2449"/>
                  </a:moveTo>
                  <a:lnTo>
                    <a:pt x="1" y="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1" name="Google Shape;741;p16"/>
            <p:cNvSpPr/>
            <p:nvPr/>
          </p:nvSpPr>
          <p:spPr>
            <a:xfrm>
              <a:off x="2781077" y="417626"/>
              <a:ext cx="460920" cy="49"/>
            </a:xfrm>
            <a:custGeom>
              <a:rect b="b" l="l" r="r" t="t"/>
              <a:pathLst>
                <a:path extrusionOk="0" fill="none" h="1" w="9433">
                  <a:moveTo>
                    <a:pt x="9432" y="0"/>
                  </a:moveTo>
                  <a:lnTo>
                    <a:pt x="1" y="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2" name="Google Shape;742;p16"/>
            <p:cNvSpPr/>
            <p:nvPr/>
          </p:nvSpPr>
          <p:spPr>
            <a:xfrm>
              <a:off x="2771696" y="249880"/>
              <a:ext cx="444844" cy="119713"/>
            </a:xfrm>
            <a:custGeom>
              <a:rect b="b" l="l" r="r" t="t"/>
              <a:pathLst>
                <a:path extrusionOk="0" fill="none" h="2450" w="9104">
                  <a:moveTo>
                    <a:pt x="9103" y="0"/>
                  </a:moveTo>
                  <a:lnTo>
                    <a:pt x="0" y="24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3" name="Google Shape;743;p16"/>
            <p:cNvSpPr/>
            <p:nvPr/>
          </p:nvSpPr>
          <p:spPr>
            <a:xfrm>
              <a:off x="2750929" y="94350"/>
              <a:ext cx="398718" cy="230973"/>
            </a:xfrm>
            <a:custGeom>
              <a:rect b="b" l="l" r="r" t="t"/>
              <a:pathLst>
                <a:path extrusionOk="0" fill="none" h="4727" w="8160">
                  <a:moveTo>
                    <a:pt x="8159" y="1"/>
                  </a:moveTo>
                  <a:lnTo>
                    <a:pt x="1" y="4726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4" name="Google Shape;744;p16"/>
            <p:cNvSpPr/>
            <p:nvPr/>
          </p:nvSpPr>
          <p:spPr>
            <a:xfrm>
              <a:off x="2717947" y="-38508"/>
              <a:ext cx="326108" cy="326108"/>
            </a:xfrm>
            <a:custGeom>
              <a:rect b="b" l="l" r="r" t="t"/>
              <a:pathLst>
                <a:path extrusionOk="0" fill="none" h="6674" w="6674">
                  <a:moveTo>
                    <a:pt x="6674" y="0"/>
                  </a:moveTo>
                  <a:lnTo>
                    <a:pt x="1" y="6674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5" name="Google Shape;745;p16"/>
            <p:cNvSpPr/>
            <p:nvPr/>
          </p:nvSpPr>
          <p:spPr>
            <a:xfrm>
              <a:off x="2677439" y="-139361"/>
              <a:ext cx="229996" cy="399646"/>
            </a:xfrm>
            <a:custGeom>
              <a:rect b="b" l="l" r="r" t="t"/>
              <a:pathLst>
                <a:path extrusionOk="0" fill="none" h="8179" w="4707">
                  <a:moveTo>
                    <a:pt x="4706" y="1"/>
                  </a:moveTo>
                  <a:lnTo>
                    <a:pt x="0" y="8178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6" name="Google Shape;746;p16"/>
            <p:cNvSpPr/>
            <p:nvPr/>
          </p:nvSpPr>
          <p:spPr>
            <a:xfrm>
              <a:off x="2631264" y="-201563"/>
              <a:ext cx="118785" cy="444893"/>
            </a:xfrm>
            <a:custGeom>
              <a:rect b="b" l="l" r="r" t="t"/>
              <a:pathLst>
                <a:path extrusionOk="0" fill="none" h="9105" w="2431">
                  <a:moveTo>
                    <a:pt x="2430" y="1"/>
                  </a:moveTo>
                  <a:lnTo>
                    <a:pt x="0" y="9104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7" name="Google Shape;747;p16"/>
            <p:cNvSpPr/>
            <p:nvPr/>
          </p:nvSpPr>
          <p:spPr>
            <a:xfrm>
              <a:off x="2607712" y="-215684"/>
              <a:ext cx="62251" cy="456180"/>
            </a:xfrm>
            <a:custGeom>
              <a:rect b="b" l="l" r="r" t="t"/>
              <a:pathLst>
                <a:path extrusionOk="0" fill="none" h="9336" w="1274">
                  <a:moveTo>
                    <a:pt x="1273" y="0"/>
                  </a:moveTo>
                  <a:lnTo>
                    <a:pt x="0" y="9335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8" name="Google Shape;748;p16"/>
            <p:cNvSpPr/>
            <p:nvPr/>
          </p:nvSpPr>
          <p:spPr>
            <a:xfrm>
              <a:off x="2500263" y="-213779"/>
              <a:ext cx="57511" cy="457109"/>
            </a:xfrm>
            <a:custGeom>
              <a:rect b="b" l="l" r="r" t="t"/>
              <a:pathLst>
                <a:path extrusionOk="0" fill="none" h="9355" w="1177">
                  <a:moveTo>
                    <a:pt x="1" y="0"/>
                  </a:moveTo>
                  <a:lnTo>
                    <a:pt x="1177" y="9354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9" name="Google Shape;749;p16"/>
            <p:cNvSpPr/>
            <p:nvPr/>
          </p:nvSpPr>
          <p:spPr>
            <a:xfrm>
              <a:off x="2337208" y="-168580"/>
              <a:ext cx="174390" cy="426961"/>
            </a:xfrm>
            <a:custGeom>
              <a:rect b="b" l="l" r="r" t="t"/>
              <a:pathLst>
                <a:path extrusionOk="0" fill="none" h="8738" w="3569">
                  <a:moveTo>
                    <a:pt x="1" y="1"/>
                  </a:moveTo>
                  <a:lnTo>
                    <a:pt x="3569" y="8738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0" name="Google Shape;750;p16"/>
            <p:cNvSpPr/>
            <p:nvPr/>
          </p:nvSpPr>
          <p:spPr>
            <a:xfrm>
              <a:off x="2191157" y="-81849"/>
              <a:ext cx="279005" cy="366615"/>
            </a:xfrm>
            <a:custGeom>
              <a:rect b="b" l="l" r="r" t="t"/>
              <a:pathLst>
                <a:path extrusionOk="0" fill="none" h="7503" w="5710">
                  <a:moveTo>
                    <a:pt x="0" y="0"/>
                  </a:moveTo>
                  <a:lnTo>
                    <a:pt x="5709" y="7503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1" name="Google Shape;751;p16"/>
            <p:cNvSpPr/>
            <p:nvPr/>
          </p:nvSpPr>
          <p:spPr>
            <a:xfrm>
              <a:off x="2072420" y="39722"/>
              <a:ext cx="364759" cy="281790"/>
            </a:xfrm>
            <a:custGeom>
              <a:rect b="b" l="l" r="r" t="t"/>
              <a:pathLst>
                <a:path extrusionOk="0" fill="none" h="5767" w="7465">
                  <a:moveTo>
                    <a:pt x="0" y="0"/>
                  </a:moveTo>
                  <a:lnTo>
                    <a:pt x="7464" y="5767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2" name="Google Shape;752;p16"/>
            <p:cNvSpPr/>
            <p:nvPr/>
          </p:nvSpPr>
          <p:spPr>
            <a:xfrm>
              <a:off x="1989500" y="187678"/>
              <a:ext cx="425055" cy="178153"/>
            </a:xfrm>
            <a:custGeom>
              <a:rect b="b" l="l" r="r" t="t"/>
              <a:pathLst>
                <a:path extrusionOk="0" fill="none" h="3646" w="8699">
                  <a:moveTo>
                    <a:pt x="0" y="0"/>
                  </a:moveTo>
                  <a:lnTo>
                    <a:pt x="8698" y="3645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3" name="Google Shape;753;p16"/>
            <p:cNvSpPr/>
            <p:nvPr/>
          </p:nvSpPr>
          <p:spPr>
            <a:xfrm>
              <a:off x="1948016" y="351662"/>
              <a:ext cx="456180" cy="62251"/>
            </a:xfrm>
            <a:custGeom>
              <a:rect b="b" l="l" r="r" t="t"/>
              <a:pathLst>
                <a:path extrusionOk="0" fill="none" h="1274" w="9336">
                  <a:moveTo>
                    <a:pt x="1" y="0"/>
                  </a:moveTo>
                  <a:lnTo>
                    <a:pt x="9335" y="1273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4" name="Google Shape;754;p16"/>
            <p:cNvSpPr/>
            <p:nvPr/>
          </p:nvSpPr>
          <p:spPr>
            <a:xfrm>
              <a:off x="1949921" y="462824"/>
              <a:ext cx="457109" cy="58488"/>
            </a:xfrm>
            <a:custGeom>
              <a:rect b="b" l="l" r="r" t="t"/>
              <a:pathLst>
                <a:path extrusionOk="0" fill="none" h="1197" w="9355">
                  <a:moveTo>
                    <a:pt x="0" y="1197"/>
                  </a:moveTo>
                  <a:lnTo>
                    <a:pt x="9354" y="1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5" name="Google Shape;755;p16"/>
            <p:cNvSpPr/>
            <p:nvPr/>
          </p:nvSpPr>
          <p:spPr>
            <a:xfrm>
              <a:off x="1996097" y="509977"/>
              <a:ext cx="425983" cy="174390"/>
            </a:xfrm>
            <a:custGeom>
              <a:rect b="b" l="l" r="r" t="t"/>
              <a:pathLst>
                <a:path extrusionOk="0" fill="none" h="3569" w="8718">
                  <a:moveTo>
                    <a:pt x="0" y="3568"/>
                  </a:moveTo>
                  <a:lnTo>
                    <a:pt x="8718" y="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6" name="Google Shape;756;p16"/>
            <p:cNvSpPr/>
            <p:nvPr/>
          </p:nvSpPr>
          <p:spPr>
            <a:xfrm>
              <a:off x="2081851" y="551413"/>
              <a:ext cx="367593" cy="279005"/>
            </a:xfrm>
            <a:custGeom>
              <a:rect b="b" l="l" r="r" t="t"/>
              <a:pathLst>
                <a:path extrusionOk="0" fill="none" h="5710" w="7523">
                  <a:moveTo>
                    <a:pt x="0" y="5710"/>
                  </a:moveTo>
                  <a:lnTo>
                    <a:pt x="7522" y="1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7" name="Google Shape;757;p16"/>
            <p:cNvSpPr/>
            <p:nvPr/>
          </p:nvSpPr>
          <p:spPr>
            <a:xfrm>
              <a:off x="2203422" y="584395"/>
              <a:ext cx="281790" cy="363830"/>
            </a:xfrm>
            <a:custGeom>
              <a:rect b="b" l="l" r="r" t="t"/>
              <a:pathLst>
                <a:path extrusionOk="0" fill="none" h="7446" w="5767">
                  <a:moveTo>
                    <a:pt x="0" y="7446"/>
                  </a:moveTo>
                  <a:lnTo>
                    <a:pt x="5767" y="1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8" name="Google Shape;758;p16"/>
            <p:cNvSpPr/>
            <p:nvPr/>
          </p:nvSpPr>
          <p:spPr>
            <a:xfrm>
              <a:off x="2351378" y="607018"/>
              <a:ext cx="178153" cy="424126"/>
            </a:xfrm>
            <a:custGeom>
              <a:rect b="b" l="l" r="r" t="t"/>
              <a:pathLst>
                <a:path extrusionOk="0" fill="none" h="8680" w="3646">
                  <a:moveTo>
                    <a:pt x="0" y="8680"/>
                  </a:moveTo>
                  <a:lnTo>
                    <a:pt x="3645" y="1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9" name="Google Shape;759;p16"/>
            <p:cNvSpPr/>
            <p:nvPr/>
          </p:nvSpPr>
          <p:spPr>
            <a:xfrm>
              <a:off x="2515362" y="616449"/>
              <a:ext cx="62251" cy="457109"/>
            </a:xfrm>
            <a:custGeom>
              <a:rect b="b" l="l" r="r" t="t"/>
              <a:pathLst>
                <a:path extrusionOk="0" fill="none" h="9355" w="1274">
                  <a:moveTo>
                    <a:pt x="0" y="9355"/>
                  </a:moveTo>
                  <a:lnTo>
                    <a:pt x="1273" y="1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0" name="Google Shape;760;p16"/>
            <p:cNvSpPr/>
            <p:nvPr/>
          </p:nvSpPr>
          <p:spPr>
            <a:xfrm>
              <a:off x="2626524" y="614592"/>
              <a:ext cx="58488" cy="457109"/>
            </a:xfrm>
            <a:custGeom>
              <a:rect b="b" l="l" r="r" t="t"/>
              <a:pathLst>
                <a:path extrusionOk="0" fill="none" h="9355" w="1197">
                  <a:moveTo>
                    <a:pt x="1197" y="9354"/>
                  </a:moveTo>
                  <a:lnTo>
                    <a:pt x="1" y="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1" name="Google Shape;761;p16"/>
            <p:cNvSpPr/>
            <p:nvPr/>
          </p:nvSpPr>
          <p:spPr>
            <a:xfrm>
              <a:off x="2673677" y="598565"/>
              <a:ext cx="174390" cy="426961"/>
            </a:xfrm>
            <a:custGeom>
              <a:rect b="b" l="l" r="r" t="t"/>
              <a:pathLst>
                <a:path extrusionOk="0" fill="none" h="8738" w="3569">
                  <a:moveTo>
                    <a:pt x="3568" y="8737"/>
                  </a:moveTo>
                  <a:lnTo>
                    <a:pt x="0" y="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2" name="Google Shape;762;p16"/>
            <p:cNvSpPr/>
            <p:nvPr/>
          </p:nvSpPr>
          <p:spPr>
            <a:xfrm>
              <a:off x="2715113" y="572179"/>
              <a:ext cx="279005" cy="366615"/>
            </a:xfrm>
            <a:custGeom>
              <a:rect b="b" l="l" r="r" t="t"/>
              <a:pathLst>
                <a:path extrusionOk="0" fill="none" h="7503" w="5710">
                  <a:moveTo>
                    <a:pt x="5710" y="7503"/>
                  </a:moveTo>
                  <a:lnTo>
                    <a:pt x="1" y="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3" name="Google Shape;763;p16"/>
            <p:cNvSpPr/>
            <p:nvPr/>
          </p:nvSpPr>
          <p:spPr>
            <a:xfrm>
              <a:off x="2748095" y="535386"/>
              <a:ext cx="364759" cy="281839"/>
            </a:xfrm>
            <a:custGeom>
              <a:rect b="b" l="l" r="r" t="t"/>
              <a:pathLst>
                <a:path extrusionOk="0" fill="none" h="5768" w="7465">
                  <a:moveTo>
                    <a:pt x="7465" y="5768"/>
                  </a:moveTo>
                  <a:lnTo>
                    <a:pt x="1" y="1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4" name="Google Shape;764;p16"/>
            <p:cNvSpPr/>
            <p:nvPr/>
          </p:nvSpPr>
          <p:spPr>
            <a:xfrm>
              <a:off x="2770718" y="491116"/>
              <a:ext cx="424126" cy="179081"/>
            </a:xfrm>
            <a:custGeom>
              <a:rect b="b" l="l" r="r" t="t"/>
              <a:pathLst>
                <a:path extrusionOk="0" fill="none" h="3665" w="8680">
                  <a:moveTo>
                    <a:pt x="8680" y="3665"/>
                  </a:moveTo>
                  <a:lnTo>
                    <a:pt x="1" y="1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5" name="Google Shape;765;p16"/>
            <p:cNvSpPr/>
            <p:nvPr/>
          </p:nvSpPr>
          <p:spPr>
            <a:xfrm>
              <a:off x="2781077" y="443035"/>
              <a:ext cx="456180" cy="62251"/>
            </a:xfrm>
            <a:custGeom>
              <a:rect b="b" l="l" r="r" t="t"/>
              <a:pathLst>
                <a:path extrusionOk="0" fill="none" h="1274" w="9336">
                  <a:moveTo>
                    <a:pt x="9336" y="1274"/>
                  </a:moveTo>
                  <a:lnTo>
                    <a:pt x="1" y="1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6" name="Google Shape;766;p16"/>
            <p:cNvSpPr/>
            <p:nvPr/>
          </p:nvSpPr>
          <p:spPr>
            <a:xfrm>
              <a:off x="2778292" y="335635"/>
              <a:ext cx="457109" cy="58440"/>
            </a:xfrm>
            <a:custGeom>
              <a:rect b="b" l="l" r="r" t="t"/>
              <a:pathLst>
                <a:path extrusionOk="0" fill="none" h="1196" w="9355">
                  <a:moveTo>
                    <a:pt x="9354" y="0"/>
                  </a:moveTo>
                  <a:lnTo>
                    <a:pt x="0" y="1196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7" name="Google Shape;767;p16"/>
            <p:cNvSpPr/>
            <p:nvPr/>
          </p:nvSpPr>
          <p:spPr>
            <a:xfrm>
              <a:off x="2763194" y="172579"/>
              <a:ext cx="426032" cy="174390"/>
            </a:xfrm>
            <a:custGeom>
              <a:rect b="b" l="l" r="r" t="t"/>
              <a:pathLst>
                <a:path extrusionOk="0" fill="none" h="3569" w="8719">
                  <a:moveTo>
                    <a:pt x="8718" y="1"/>
                  </a:moveTo>
                  <a:lnTo>
                    <a:pt x="1" y="3569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8" name="Google Shape;768;p16"/>
            <p:cNvSpPr/>
            <p:nvPr/>
          </p:nvSpPr>
          <p:spPr>
            <a:xfrm>
              <a:off x="2735879" y="27457"/>
              <a:ext cx="366615" cy="278076"/>
            </a:xfrm>
            <a:custGeom>
              <a:rect b="b" l="l" r="r" t="t"/>
              <a:pathLst>
                <a:path extrusionOk="0" fill="none" h="5691" w="7503">
                  <a:moveTo>
                    <a:pt x="7503" y="0"/>
                  </a:moveTo>
                  <a:lnTo>
                    <a:pt x="0" y="569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9" name="Google Shape;769;p16"/>
            <p:cNvSpPr/>
            <p:nvPr/>
          </p:nvSpPr>
          <p:spPr>
            <a:xfrm>
              <a:off x="2699135" y="-91280"/>
              <a:ext cx="282767" cy="364759"/>
            </a:xfrm>
            <a:custGeom>
              <a:rect b="b" l="l" r="r" t="t"/>
              <a:pathLst>
                <a:path extrusionOk="0" fill="none" h="7465" w="5787">
                  <a:moveTo>
                    <a:pt x="5786" y="0"/>
                  </a:moveTo>
                  <a:lnTo>
                    <a:pt x="0" y="7464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0" name="Google Shape;770;p16"/>
            <p:cNvSpPr/>
            <p:nvPr/>
          </p:nvSpPr>
          <p:spPr>
            <a:xfrm>
              <a:off x="2655744" y="-174200"/>
              <a:ext cx="178153" cy="425055"/>
            </a:xfrm>
            <a:custGeom>
              <a:rect b="b" l="l" r="r" t="t"/>
              <a:pathLst>
                <a:path extrusionOk="0" fill="none" h="8699" w="3646">
                  <a:moveTo>
                    <a:pt x="3646" y="0"/>
                  </a:moveTo>
                  <a:lnTo>
                    <a:pt x="1" y="8698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1">
  <p:cSld name="CUSTOM_7">
    <p:spTree>
      <p:nvGrpSpPr>
        <p:cNvPr id="771" name="Shape 7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72" name="Google Shape;772;p17"/>
          <p:cNvPicPr preferRelativeResize="0"/>
          <p:nvPr/>
        </p:nvPicPr>
        <p:blipFill rotWithShape="1">
          <a:blip r:embed="rId2">
            <a:alphaModFix amt="60000"/>
          </a:blip>
          <a:srcRect b="10" l="0" r="0" t="10"/>
          <a:stretch/>
        </p:blipFill>
        <p:spPr>
          <a:xfrm>
            <a:off x="0" y="1"/>
            <a:ext cx="9144002" cy="5143499"/>
          </a:xfrm>
          <a:prstGeom prst="rect">
            <a:avLst/>
          </a:prstGeom>
          <a:noFill/>
          <a:ln>
            <a:noFill/>
          </a:ln>
        </p:spPr>
      </p:pic>
      <p:sp>
        <p:nvSpPr>
          <p:cNvPr id="773" name="Google Shape;773;p17"/>
          <p:cNvSpPr txBox="1"/>
          <p:nvPr>
            <p:ph idx="1" type="body"/>
          </p:nvPr>
        </p:nvSpPr>
        <p:spPr>
          <a:xfrm flipH="1">
            <a:off x="4572000" y="1687975"/>
            <a:ext cx="3856500" cy="292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>
                <a:solidFill>
                  <a:schemeClr val="lt1"/>
                </a:solidFill>
              </a:defRPr>
            </a:lvl1pPr>
            <a:lvl2pPr indent="-304800" lvl="1" marL="9144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4pPr>
            <a:lvl5pPr indent="-304800" lvl="4" marL="22860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5pPr>
            <a:lvl6pPr indent="-304800" lvl="5" marL="27432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6pPr>
            <a:lvl7pPr indent="-304800" lvl="6" marL="32004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7pPr>
            <a:lvl8pPr indent="-304800" lvl="7" marL="36576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8pPr>
            <a:lvl9pPr indent="-304800" lvl="8" marL="41148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74" name="Google Shape;774;p17"/>
          <p:cNvSpPr txBox="1"/>
          <p:nvPr>
            <p:ph idx="2" type="body"/>
          </p:nvPr>
        </p:nvSpPr>
        <p:spPr>
          <a:xfrm flipH="1">
            <a:off x="715500" y="1687975"/>
            <a:ext cx="3856500" cy="292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>
                <a:solidFill>
                  <a:schemeClr val="lt1"/>
                </a:solidFill>
              </a:defRPr>
            </a:lvl1pPr>
            <a:lvl2pPr indent="-304800" lvl="1" marL="9144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4pPr>
            <a:lvl5pPr indent="-304800" lvl="4" marL="22860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5pPr>
            <a:lvl6pPr indent="-304800" lvl="5" marL="27432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6pPr>
            <a:lvl7pPr indent="-304800" lvl="6" marL="32004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7pPr>
            <a:lvl8pPr indent="-304800" lvl="7" marL="36576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8pPr>
            <a:lvl9pPr indent="-304800" lvl="8" marL="41148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75" name="Google Shape;775;p17"/>
          <p:cNvSpPr txBox="1"/>
          <p:nvPr>
            <p:ph type="title"/>
          </p:nvPr>
        </p:nvSpPr>
        <p:spPr>
          <a:xfrm>
            <a:off x="715500" y="538250"/>
            <a:ext cx="7713000" cy="4206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900"/>
              <a:buNone/>
              <a:defRPr sz="2900">
                <a:latin typeface="Aldrich"/>
                <a:ea typeface="Aldrich"/>
                <a:cs typeface="Aldrich"/>
                <a:sym typeface="Aldrich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9pPr>
          </a:lstStyle>
          <a:p/>
        </p:txBody>
      </p:sp>
      <p:grpSp>
        <p:nvGrpSpPr>
          <p:cNvPr id="776" name="Google Shape;776;p17"/>
          <p:cNvGrpSpPr/>
          <p:nvPr/>
        </p:nvGrpSpPr>
        <p:grpSpPr>
          <a:xfrm>
            <a:off x="391864" y="4078670"/>
            <a:ext cx="289170" cy="284718"/>
            <a:chOff x="426000" y="3302025"/>
            <a:chExt cx="220875" cy="217475"/>
          </a:xfrm>
        </p:grpSpPr>
        <p:sp>
          <p:nvSpPr>
            <p:cNvPr id="777" name="Google Shape;777;p17"/>
            <p:cNvSpPr/>
            <p:nvPr/>
          </p:nvSpPr>
          <p:spPr>
            <a:xfrm>
              <a:off x="426000" y="3425950"/>
              <a:ext cx="214125" cy="93550"/>
            </a:xfrm>
            <a:custGeom>
              <a:rect b="b" l="l" r="r" t="t"/>
              <a:pathLst>
                <a:path extrusionOk="0" h="3742" w="8565">
                  <a:moveTo>
                    <a:pt x="1" y="0"/>
                  </a:moveTo>
                  <a:cubicBezTo>
                    <a:pt x="290" y="2141"/>
                    <a:pt x="2122" y="3742"/>
                    <a:pt x="4283" y="3742"/>
                  </a:cubicBezTo>
                  <a:cubicBezTo>
                    <a:pt x="6443" y="3742"/>
                    <a:pt x="8275" y="2141"/>
                    <a:pt x="856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8" name="Google Shape;778;p17"/>
            <p:cNvSpPr/>
            <p:nvPr/>
          </p:nvSpPr>
          <p:spPr>
            <a:xfrm>
              <a:off x="432750" y="3302025"/>
              <a:ext cx="214125" cy="94050"/>
            </a:xfrm>
            <a:custGeom>
              <a:rect b="b" l="l" r="r" t="t"/>
              <a:pathLst>
                <a:path extrusionOk="0" h="3762" w="8565">
                  <a:moveTo>
                    <a:pt x="1" y="0"/>
                  </a:moveTo>
                  <a:cubicBezTo>
                    <a:pt x="271" y="2141"/>
                    <a:pt x="2103" y="3761"/>
                    <a:pt x="4283" y="3761"/>
                  </a:cubicBezTo>
                  <a:cubicBezTo>
                    <a:pt x="6443" y="3761"/>
                    <a:pt x="8275" y="2141"/>
                    <a:pt x="856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">
  <p:cSld name="CUSTOM_1_1_1_1_1_2">
    <p:spTree>
      <p:nvGrpSpPr>
        <p:cNvPr id="779" name="Shape 7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80" name="Google Shape;780;p18"/>
          <p:cNvPicPr preferRelativeResize="0"/>
          <p:nvPr/>
        </p:nvPicPr>
        <p:blipFill rotWithShape="1">
          <a:blip r:embed="rId2">
            <a:alphaModFix amt="60000"/>
          </a:blip>
          <a:srcRect b="10" l="0" r="0" t="10"/>
          <a:stretch/>
        </p:blipFill>
        <p:spPr>
          <a:xfrm rot="10800000">
            <a:off x="0" y="1"/>
            <a:ext cx="9144002" cy="5143499"/>
          </a:xfrm>
          <a:prstGeom prst="rect">
            <a:avLst/>
          </a:prstGeom>
          <a:noFill/>
          <a:ln>
            <a:noFill/>
          </a:ln>
        </p:spPr>
      </p:pic>
      <p:sp>
        <p:nvSpPr>
          <p:cNvPr id="781" name="Google Shape;781;p18"/>
          <p:cNvSpPr txBox="1"/>
          <p:nvPr>
            <p:ph idx="1" type="subTitle"/>
          </p:nvPr>
        </p:nvSpPr>
        <p:spPr>
          <a:xfrm>
            <a:off x="5509997" y="3018746"/>
            <a:ext cx="2281800" cy="35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100">
                <a:latin typeface="Aldrich"/>
                <a:ea typeface="Aldrich"/>
                <a:cs typeface="Aldrich"/>
                <a:sym typeface="Aldrich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2" name="Google Shape;782;p18"/>
          <p:cNvSpPr txBox="1"/>
          <p:nvPr>
            <p:ph idx="2" type="subTitle"/>
          </p:nvPr>
        </p:nvSpPr>
        <p:spPr>
          <a:xfrm>
            <a:off x="5509984" y="3411654"/>
            <a:ext cx="2281800" cy="84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3" name="Google Shape;783;p18"/>
          <p:cNvSpPr txBox="1"/>
          <p:nvPr>
            <p:ph idx="3" type="subTitle"/>
          </p:nvPr>
        </p:nvSpPr>
        <p:spPr>
          <a:xfrm>
            <a:off x="2027671" y="3018746"/>
            <a:ext cx="2281800" cy="35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100">
                <a:latin typeface="Aldrich"/>
                <a:ea typeface="Aldrich"/>
                <a:cs typeface="Aldrich"/>
                <a:sym typeface="Aldrich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4" name="Google Shape;784;p18"/>
          <p:cNvSpPr txBox="1"/>
          <p:nvPr>
            <p:ph idx="4" type="subTitle"/>
          </p:nvPr>
        </p:nvSpPr>
        <p:spPr>
          <a:xfrm>
            <a:off x="2027646" y="3411654"/>
            <a:ext cx="2281800" cy="84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5" name="Google Shape;785;p18"/>
          <p:cNvSpPr txBox="1"/>
          <p:nvPr>
            <p:ph type="title"/>
          </p:nvPr>
        </p:nvSpPr>
        <p:spPr>
          <a:xfrm>
            <a:off x="715500" y="538250"/>
            <a:ext cx="7713000" cy="4206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900"/>
              <a:buNone/>
              <a:defRPr sz="2900">
                <a:latin typeface="Aldrich"/>
                <a:ea typeface="Aldrich"/>
                <a:cs typeface="Aldrich"/>
                <a:sym typeface="Aldrich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9pPr>
          </a:lstStyle>
          <a:p/>
        </p:txBody>
      </p:sp>
      <p:grpSp>
        <p:nvGrpSpPr>
          <p:cNvPr id="786" name="Google Shape;786;p18"/>
          <p:cNvGrpSpPr/>
          <p:nvPr/>
        </p:nvGrpSpPr>
        <p:grpSpPr>
          <a:xfrm>
            <a:off x="391864" y="4078670"/>
            <a:ext cx="289170" cy="284718"/>
            <a:chOff x="426000" y="3302025"/>
            <a:chExt cx="220875" cy="217475"/>
          </a:xfrm>
        </p:grpSpPr>
        <p:sp>
          <p:nvSpPr>
            <p:cNvPr id="787" name="Google Shape;787;p18"/>
            <p:cNvSpPr/>
            <p:nvPr/>
          </p:nvSpPr>
          <p:spPr>
            <a:xfrm>
              <a:off x="426000" y="3425950"/>
              <a:ext cx="214125" cy="93550"/>
            </a:xfrm>
            <a:custGeom>
              <a:rect b="b" l="l" r="r" t="t"/>
              <a:pathLst>
                <a:path extrusionOk="0" h="3742" w="8565">
                  <a:moveTo>
                    <a:pt x="1" y="0"/>
                  </a:moveTo>
                  <a:cubicBezTo>
                    <a:pt x="290" y="2141"/>
                    <a:pt x="2122" y="3742"/>
                    <a:pt x="4283" y="3742"/>
                  </a:cubicBezTo>
                  <a:cubicBezTo>
                    <a:pt x="6443" y="3742"/>
                    <a:pt x="8275" y="2141"/>
                    <a:pt x="856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8" name="Google Shape;788;p18"/>
            <p:cNvSpPr/>
            <p:nvPr/>
          </p:nvSpPr>
          <p:spPr>
            <a:xfrm>
              <a:off x="432750" y="3302025"/>
              <a:ext cx="214125" cy="94050"/>
            </a:xfrm>
            <a:custGeom>
              <a:rect b="b" l="l" r="r" t="t"/>
              <a:pathLst>
                <a:path extrusionOk="0" h="3762" w="8565">
                  <a:moveTo>
                    <a:pt x="1" y="0"/>
                  </a:moveTo>
                  <a:cubicBezTo>
                    <a:pt x="271" y="2141"/>
                    <a:pt x="2103" y="3761"/>
                    <a:pt x="4283" y="3761"/>
                  </a:cubicBezTo>
                  <a:cubicBezTo>
                    <a:pt x="6443" y="3761"/>
                    <a:pt x="8275" y="2141"/>
                    <a:pt x="856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789" name="Google Shape;789;p18"/>
          <p:cNvGrpSpPr/>
          <p:nvPr/>
        </p:nvGrpSpPr>
        <p:grpSpPr>
          <a:xfrm>
            <a:off x="357713" y="1439175"/>
            <a:ext cx="357454" cy="956304"/>
            <a:chOff x="357713" y="600975"/>
            <a:chExt cx="357454" cy="956304"/>
          </a:xfrm>
        </p:grpSpPr>
        <p:sp>
          <p:nvSpPr>
            <p:cNvPr id="790" name="Google Shape;790;p18"/>
            <p:cNvSpPr/>
            <p:nvPr/>
          </p:nvSpPr>
          <p:spPr>
            <a:xfrm>
              <a:off x="357713" y="600975"/>
              <a:ext cx="357454" cy="357454"/>
            </a:xfrm>
            <a:custGeom>
              <a:rect b="b" l="l" r="r" t="t"/>
              <a:pathLst>
                <a:path extrusionOk="0" fill="none" h="6539" w="6539">
                  <a:moveTo>
                    <a:pt x="3954" y="367"/>
                  </a:moveTo>
                  <a:cubicBezTo>
                    <a:pt x="5535" y="752"/>
                    <a:pt x="6538" y="2353"/>
                    <a:pt x="6152" y="3954"/>
                  </a:cubicBezTo>
                  <a:cubicBezTo>
                    <a:pt x="5767" y="5535"/>
                    <a:pt x="4166" y="6538"/>
                    <a:pt x="2584" y="6153"/>
                  </a:cubicBezTo>
                  <a:cubicBezTo>
                    <a:pt x="984" y="5767"/>
                    <a:pt x="0" y="4166"/>
                    <a:pt x="366" y="2585"/>
                  </a:cubicBezTo>
                  <a:cubicBezTo>
                    <a:pt x="752" y="984"/>
                    <a:pt x="2353" y="0"/>
                    <a:pt x="3954" y="367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1" name="Google Shape;791;p18"/>
            <p:cNvSpPr/>
            <p:nvPr/>
          </p:nvSpPr>
          <p:spPr>
            <a:xfrm>
              <a:off x="374549" y="819196"/>
              <a:ext cx="324765" cy="324765"/>
            </a:xfrm>
            <a:custGeom>
              <a:rect b="b" l="l" r="r" t="t"/>
              <a:pathLst>
                <a:path extrusionOk="0" fill="none" h="5941" w="5941">
                  <a:moveTo>
                    <a:pt x="5941" y="2971"/>
                  </a:moveTo>
                  <a:cubicBezTo>
                    <a:pt x="5941" y="4610"/>
                    <a:pt x="4610" y="5941"/>
                    <a:pt x="2971" y="5941"/>
                  </a:cubicBezTo>
                  <a:cubicBezTo>
                    <a:pt x="1331" y="5941"/>
                    <a:pt x="1" y="4610"/>
                    <a:pt x="1" y="2971"/>
                  </a:cubicBezTo>
                  <a:cubicBezTo>
                    <a:pt x="1" y="1331"/>
                    <a:pt x="1331" y="1"/>
                    <a:pt x="2971" y="1"/>
                  </a:cubicBezTo>
                  <a:cubicBezTo>
                    <a:pt x="4610" y="1"/>
                    <a:pt x="5941" y="1331"/>
                    <a:pt x="5941" y="2971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2" name="Google Shape;792;p18"/>
            <p:cNvSpPr/>
            <p:nvPr/>
          </p:nvSpPr>
          <p:spPr>
            <a:xfrm>
              <a:off x="357713" y="997347"/>
              <a:ext cx="357454" cy="357509"/>
            </a:xfrm>
            <a:custGeom>
              <a:rect b="b" l="l" r="r" t="t"/>
              <a:pathLst>
                <a:path extrusionOk="0" fill="none" h="6540" w="6539">
                  <a:moveTo>
                    <a:pt x="3954" y="387"/>
                  </a:moveTo>
                  <a:cubicBezTo>
                    <a:pt x="5555" y="753"/>
                    <a:pt x="6538" y="2354"/>
                    <a:pt x="6152" y="3955"/>
                  </a:cubicBezTo>
                  <a:cubicBezTo>
                    <a:pt x="5767" y="5556"/>
                    <a:pt x="4166" y="6539"/>
                    <a:pt x="2584" y="6153"/>
                  </a:cubicBezTo>
                  <a:cubicBezTo>
                    <a:pt x="984" y="5787"/>
                    <a:pt x="0" y="4186"/>
                    <a:pt x="366" y="2585"/>
                  </a:cubicBezTo>
                  <a:cubicBezTo>
                    <a:pt x="752" y="985"/>
                    <a:pt x="2353" y="1"/>
                    <a:pt x="3954" y="387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3" name="Google Shape;793;p18"/>
            <p:cNvSpPr/>
            <p:nvPr/>
          </p:nvSpPr>
          <p:spPr>
            <a:xfrm>
              <a:off x="358751" y="1200863"/>
              <a:ext cx="356416" cy="356416"/>
            </a:xfrm>
            <a:custGeom>
              <a:rect b="b" l="l" r="r" t="t"/>
              <a:pathLst>
                <a:path extrusionOk="0" fill="none" h="6520" w="6520">
                  <a:moveTo>
                    <a:pt x="5362" y="1158"/>
                  </a:moveTo>
                  <a:cubicBezTo>
                    <a:pt x="6519" y="2315"/>
                    <a:pt x="6519" y="4186"/>
                    <a:pt x="5362" y="5343"/>
                  </a:cubicBezTo>
                  <a:cubicBezTo>
                    <a:pt x="4186" y="6519"/>
                    <a:pt x="2315" y="6519"/>
                    <a:pt x="1157" y="5343"/>
                  </a:cubicBezTo>
                  <a:cubicBezTo>
                    <a:pt x="0" y="4186"/>
                    <a:pt x="0" y="2315"/>
                    <a:pt x="1157" y="1158"/>
                  </a:cubicBezTo>
                  <a:cubicBezTo>
                    <a:pt x="2315" y="0"/>
                    <a:pt x="4186" y="0"/>
                    <a:pt x="5362" y="1158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794" name="Google Shape;794;p18"/>
          <p:cNvGrpSpPr/>
          <p:nvPr/>
        </p:nvGrpSpPr>
        <p:grpSpPr>
          <a:xfrm>
            <a:off x="4216658" y="4528371"/>
            <a:ext cx="793256" cy="182899"/>
            <a:chOff x="2685575" y="2835950"/>
            <a:chExt cx="433000" cy="99825"/>
          </a:xfrm>
        </p:grpSpPr>
        <p:sp>
          <p:nvSpPr>
            <p:cNvPr id="795" name="Google Shape;795;p18"/>
            <p:cNvSpPr/>
            <p:nvPr/>
          </p:nvSpPr>
          <p:spPr>
            <a:xfrm>
              <a:off x="3032250" y="2835950"/>
              <a:ext cx="86325" cy="99825"/>
            </a:xfrm>
            <a:custGeom>
              <a:rect b="b" l="l" r="r" t="t"/>
              <a:pathLst>
                <a:path extrusionOk="0" h="3993" w="3453">
                  <a:moveTo>
                    <a:pt x="3453" y="0"/>
                  </a:moveTo>
                  <a:lnTo>
                    <a:pt x="0" y="2006"/>
                  </a:lnTo>
                  <a:lnTo>
                    <a:pt x="3453" y="3993"/>
                  </a:lnTo>
                  <a:lnTo>
                    <a:pt x="3453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6" name="Google Shape;796;p18"/>
            <p:cNvSpPr/>
            <p:nvPr/>
          </p:nvSpPr>
          <p:spPr>
            <a:xfrm>
              <a:off x="2917000" y="2835950"/>
              <a:ext cx="85850" cy="99825"/>
            </a:xfrm>
            <a:custGeom>
              <a:rect b="b" l="l" r="r" t="t"/>
              <a:pathLst>
                <a:path extrusionOk="0" h="3993" w="3434">
                  <a:moveTo>
                    <a:pt x="3434" y="0"/>
                  </a:moveTo>
                  <a:lnTo>
                    <a:pt x="1" y="2006"/>
                  </a:lnTo>
                  <a:lnTo>
                    <a:pt x="3434" y="3993"/>
                  </a:lnTo>
                  <a:lnTo>
                    <a:pt x="3434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7" name="Google Shape;797;p18"/>
            <p:cNvSpPr/>
            <p:nvPr/>
          </p:nvSpPr>
          <p:spPr>
            <a:xfrm>
              <a:off x="2801300" y="2835950"/>
              <a:ext cx="86325" cy="99825"/>
            </a:xfrm>
            <a:custGeom>
              <a:rect b="b" l="l" r="r" t="t"/>
              <a:pathLst>
                <a:path extrusionOk="0" h="3993" w="3453">
                  <a:moveTo>
                    <a:pt x="3452" y="0"/>
                  </a:moveTo>
                  <a:lnTo>
                    <a:pt x="0" y="2006"/>
                  </a:lnTo>
                  <a:lnTo>
                    <a:pt x="3452" y="3993"/>
                  </a:lnTo>
                  <a:lnTo>
                    <a:pt x="3452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8" name="Google Shape;798;p18"/>
            <p:cNvSpPr/>
            <p:nvPr/>
          </p:nvSpPr>
          <p:spPr>
            <a:xfrm>
              <a:off x="2685575" y="2835950"/>
              <a:ext cx="86325" cy="99825"/>
            </a:xfrm>
            <a:custGeom>
              <a:rect b="b" l="l" r="r" t="t"/>
              <a:pathLst>
                <a:path extrusionOk="0" h="3993" w="3453">
                  <a:moveTo>
                    <a:pt x="3453" y="0"/>
                  </a:moveTo>
                  <a:lnTo>
                    <a:pt x="0" y="2006"/>
                  </a:lnTo>
                  <a:lnTo>
                    <a:pt x="3453" y="3993"/>
                  </a:lnTo>
                  <a:lnTo>
                    <a:pt x="3453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799" name="Google Shape;799;p18"/>
          <p:cNvGrpSpPr/>
          <p:nvPr/>
        </p:nvGrpSpPr>
        <p:grpSpPr>
          <a:xfrm>
            <a:off x="8323390" y="3373645"/>
            <a:ext cx="1965289" cy="517060"/>
            <a:chOff x="3539975" y="3523525"/>
            <a:chExt cx="745925" cy="196250"/>
          </a:xfrm>
        </p:grpSpPr>
        <p:sp>
          <p:nvSpPr>
            <p:cNvPr id="800" name="Google Shape;800;p18"/>
            <p:cNvSpPr/>
            <p:nvPr/>
          </p:nvSpPr>
          <p:spPr>
            <a:xfrm>
              <a:off x="3539975" y="3523525"/>
              <a:ext cx="196250" cy="196250"/>
            </a:xfrm>
            <a:custGeom>
              <a:rect b="b" l="l" r="r" t="t"/>
              <a:pathLst>
                <a:path extrusionOk="0" fill="none" h="7850" w="785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1" name="Google Shape;801;p18"/>
            <p:cNvSpPr/>
            <p:nvPr/>
          </p:nvSpPr>
          <p:spPr>
            <a:xfrm>
              <a:off x="3576625" y="3523525"/>
              <a:ext cx="196250" cy="196250"/>
            </a:xfrm>
            <a:custGeom>
              <a:rect b="b" l="l" r="r" t="t"/>
              <a:pathLst>
                <a:path extrusionOk="0" fill="none" h="7850" w="785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2" name="Google Shape;802;p18"/>
            <p:cNvSpPr/>
            <p:nvPr/>
          </p:nvSpPr>
          <p:spPr>
            <a:xfrm>
              <a:off x="3613250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1" y="0"/>
                  </a:moveTo>
                  <a:lnTo>
                    <a:pt x="7851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3" name="Google Shape;803;p18"/>
            <p:cNvSpPr/>
            <p:nvPr/>
          </p:nvSpPr>
          <p:spPr>
            <a:xfrm>
              <a:off x="3649900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1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4" name="Google Shape;804;p18"/>
            <p:cNvSpPr/>
            <p:nvPr/>
          </p:nvSpPr>
          <p:spPr>
            <a:xfrm>
              <a:off x="3686550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5" name="Google Shape;805;p18"/>
            <p:cNvSpPr/>
            <p:nvPr/>
          </p:nvSpPr>
          <p:spPr>
            <a:xfrm>
              <a:off x="3723200" y="3523525"/>
              <a:ext cx="196250" cy="196250"/>
            </a:xfrm>
            <a:custGeom>
              <a:rect b="b" l="l" r="r" t="t"/>
              <a:pathLst>
                <a:path extrusionOk="0" fill="none" h="7850" w="785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6" name="Google Shape;806;p18"/>
            <p:cNvSpPr/>
            <p:nvPr/>
          </p:nvSpPr>
          <p:spPr>
            <a:xfrm>
              <a:off x="3759825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1" y="0"/>
                  </a:moveTo>
                  <a:lnTo>
                    <a:pt x="7851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7" name="Google Shape;807;p18"/>
            <p:cNvSpPr/>
            <p:nvPr/>
          </p:nvSpPr>
          <p:spPr>
            <a:xfrm>
              <a:off x="3796475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1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8" name="Google Shape;808;p18"/>
            <p:cNvSpPr/>
            <p:nvPr/>
          </p:nvSpPr>
          <p:spPr>
            <a:xfrm>
              <a:off x="3833125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1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9" name="Google Shape;809;p18"/>
            <p:cNvSpPr/>
            <p:nvPr/>
          </p:nvSpPr>
          <p:spPr>
            <a:xfrm>
              <a:off x="3869775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0" name="Google Shape;810;p18"/>
            <p:cNvSpPr/>
            <p:nvPr/>
          </p:nvSpPr>
          <p:spPr>
            <a:xfrm>
              <a:off x="3906425" y="3523525"/>
              <a:ext cx="196250" cy="196250"/>
            </a:xfrm>
            <a:custGeom>
              <a:rect b="b" l="l" r="r" t="t"/>
              <a:pathLst>
                <a:path extrusionOk="0" fill="none" h="7850" w="785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1" name="Google Shape;811;p18"/>
            <p:cNvSpPr/>
            <p:nvPr/>
          </p:nvSpPr>
          <p:spPr>
            <a:xfrm>
              <a:off x="3943050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1" y="0"/>
                  </a:moveTo>
                  <a:lnTo>
                    <a:pt x="7851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2" name="Google Shape;812;p18"/>
            <p:cNvSpPr/>
            <p:nvPr/>
          </p:nvSpPr>
          <p:spPr>
            <a:xfrm>
              <a:off x="3979700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1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3" name="Google Shape;813;p18"/>
            <p:cNvSpPr/>
            <p:nvPr/>
          </p:nvSpPr>
          <p:spPr>
            <a:xfrm>
              <a:off x="4016350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1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4" name="Google Shape;814;p18"/>
            <p:cNvSpPr/>
            <p:nvPr/>
          </p:nvSpPr>
          <p:spPr>
            <a:xfrm>
              <a:off x="4053000" y="3523525"/>
              <a:ext cx="196250" cy="196250"/>
            </a:xfrm>
            <a:custGeom>
              <a:rect b="b" l="l" r="r" t="t"/>
              <a:pathLst>
                <a:path extrusionOk="0" fill="none" h="7850" w="785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5" name="Google Shape;815;p18"/>
            <p:cNvSpPr/>
            <p:nvPr/>
          </p:nvSpPr>
          <p:spPr>
            <a:xfrm>
              <a:off x="4089650" y="3523525"/>
              <a:ext cx="196250" cy="196250"/>
            </a:xfrm>
            <a:custGeom>
              <a:rect b="b" l="l" r="r" t="t"/>
              <a:pathLst>
                <a:path extrusionOk="0" fill="none" h="7850" w="785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pic>
        <p:nvPicPr>
          <p:cNvPr id="816" name="Google Shape;816;p18"/>
          <p:cNvPicPr preferRelativeResize="0"/>
          <p:nvPr/>
        </p:nvPicPr>
        <p:blipFill rotWithShape="1">
          <a:blip r:embed="rId3">
            <a:alphaModFix/>
          </a:blip>
          <a:srcRect b="0" l="229" r="239" t="0"/>
          <a:stretch/>
        </p:blipFill>
        <p:spPr>
          <a:xfrm flipH="1" rot="10800000">
            <a:off x="6828749" y="-445753"/>
            <a:ext cx="9353213" cy="2681250"/>
          </a:xfrm>
          <a:prstGeom prst="rect">
            <a:avLst/>
          </a:prstGeom>
          <a:noFill/>
          <a:ln>
            <a:noFill/>
          </a:ln>
        </p:spPr>
      </p:pic>
      <p:sp>
        <p:nvSpPr>
          <p:cNvPr id="817" name="Google Shape;817;p18"/>
          <p:cNvSpPr txBox="1"/>
          <p:nvPr>
            <p:ph idx="5" type="subTitle"/>
          </p:nvPr>
        </p:nvSpPr>
        <p:spPr>
          <a:xfrm>
            <a:off x="5509997" y="1585321"/>
            <a:ext cx="2281800" cy="35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100">
                <a:latin typeface="Aldrich"/>
                <a:ea typeface="Aldrich"/>
                <a:cs typeface="Aldrich"/>
                <a:sym typeface="Aldrich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8" name="Google Shape;818;p18"/>
          <p:cNvSpPr txBox="1"/>
          <p:nvPr>
            <p:ph idx="6" type="subTitle"/>
          </p:nvPr>
        </p:nvSpPr>
        <p:spPr>
          <a:xfrm>
            <a:off x="5509984" y="1978229"/>
            <a:ext cx="2281800" cy="84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9" name="Google Shape;819;p18"/>
          <p:cNvSpPr txBox="1"/>
          <p:nvPr>
            <p:ph idx="7" type="subTitle"/>
          </p:nvPr>
        </p:nvSpPr>
        <p:spPr>
          <a:xfrm>
            <a:off x="2027671" y="1585321"/>
            <a:ext cx="2281800" cy="35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100">
                <a:latin typeface="Aldrich"/>
                <a:ea typeface="Aldrich"/>
                <a:cs typeface="Aldrich"/>
                <a:sym typeface="Aldrich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0" name="Google Shape;820;p18"/>
          <p:cNvSpPr txBox="1"/>
          <p:nvPr>
            <p:ph idx="8" type="subTitle"/>
          </p:nvPr>
        </p:nvSpPr>
        <p:spPr>
          <a:xfrm>
            <a:off x="2027646" y="1978229"/>
            <a:ext cx="2281800" cy="84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 1">
  <p:cSld name="CUSTOM_1_1_1_1_1_2_1">
    <p:spTree>
      <p:nvGrpSpPr>
        <p:cNvPr id="821" name="Shape 8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22" name="Google Shape;822;p19"/>
          <p:cNvPicPr preferRelativeResize="0"/>
          <p:nvPr/>
        </p:nvPicPr>
        <p:blipFill rotWithShape="1">
          <a:blip r:embed="rId2">
            <a:alphaModFix amt="60000"/>
          </a:blip>
          <a:srcRect b="10" l="0" r="0" t="10"/>
          <a:stretch/>
        </p:blipFill>
        <p:spPr>
          <a:xfrm flipH="1">
            <a:off x="0" y="1"/>
            <a:ext cx="9144002" cy="5143499"/>
          </a:xfrm>
          <a:prstGeom prst="rect">
            <a:avLst/>
          </a:prstGeom>
          <a:noFill/>
          <a:ln>
            <a:noFill/>
          </a:ln>
        </p:spPr>
      </p:pic>
      <p:sp>
        <p:nvSpPr>
          <p:cNvPr id="823" name="Google Shape;823;p19"/>
          <p:cNvSpPr txBox="1"/>
          <p:nvPr>
            <p:ph idx="1" type="subTitle"/>
          </p:nvPr>
        </p:nvSpPr>
        <p:spPr>
          <a:xfrm>
            <a:off x="4874072" y="3821141"/>
            <a:ext cx="2040000" cy="354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100">
                <a:latin typeface="Aldrich"/>
                <a:ea typeface="Aldrich"/>
                <a:cs typeface="Aldrich"/>
                <a:sym typeface="Aldrich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4" name="Google Shape;824;p19"/>
          <p:cNvSpPr txBox="1"/>
          <p:nvPr>
            <p:ph idx="2" type="subTitle"/>
          </p:nvPr>
        </p:nvSpPr>
        <p:spPr>
          <a:xfrm>
            <a:off x="4874053" y="4083223"/>
            <a:ext cx="2040000" cy="51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5" name="Google Shape;825;p19"/>
          <p:cNvSpPr txBox="1"/>
          <p:nvPr>
            <p:ph idx="3" type="subTitle"/>
          </p:nvPr>
        </p:nvSpPr>
        <p:spPr>
          <a:xfrm>
            <a:off x="2229956" y="3821141"/>
            <a:ext cx="2040000" cy="354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2100">
                <a:latin typeface="Aldrich"/>
                <a:ea typeface="Aldrich"/>
                <a:cs typeface="Aldrich"/>
                <a:sym typeface="Aldrich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6" name="Google Shape;826;p19"/>
          <p:cNvSpPr txBox="1"/>
          <p:nvPr>
            <p:ph idx="4" type="subTitle"/>
          </p:nvPr>
        </p:nvSpPr>
        <p:spPr>
          <a:xfrm>
            <a:off x="2229928" y="4083223"/>
            <a:ext cx="2040000" cy="51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7" name="Google Shape;827;p19"/>
          <p:cNvSpPr txBox="1"/>
          <p:nvPr>
            <p:ph type="title"/>
          </p:nvPr>
        </p:nvSpPr>
        <p:spPr>
          <a:xfrm>
            <a:off x="715500" y="538250"/>
            <a:ext cx="7713000" cy="4206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900"/>
              <a:buNone/>
              <a:defRPr sz="2900">
                <a:latin typeface="Aldrich"/>
                <a:ea typeface="Aldrich"/>
                <a:cs typeface="Aldrich"/>
                <a:sym typeface="Aldrich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9pPr>
          </a:lstStyle>
          <a:p/>
        </p:txBody>
      </p:sp>
      <p:sp>
        <p:nvSpPr>
          <p:cNvPr id="828" name="Google Shape;828;p19"/>
          <p:cNvSpPr txBox="1"/>
          <p:nvPr>
            <p:ph idx="5" type="subTitle"/>
          </p:nvPr>
        </p:nvSpPr>
        <p:spPr>
          <a:xfrm>
            <a:off x="4874072" y="2007179"/>
            <a:ext cx="2040000" cy="354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2100">
                <a:latin typeface="Aldrich"/>
                <a:ea typeface="Aldrich"/>
                <a:cs typeface="Aldrich"/>
                <a:sym typeface="Aldrich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9" name="Google Shape;829;p19"/>
          <p:cNvSpPr txBox="1"/>
          <p:nvPr>
            <p:ph idx="6" type="subTitle"/>
          </p:nvPr>
        </p:nvSpPr>
        <p:spPr>
          <a:xfrm>
            <a:off x="4874053" y="2269265"/>
            <a:ext cx="2040000" cy="51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0" name="Google Shape;830;p19"/>
          <p:cNvSpPr txBox="1"/>
          <p:nvPr>
            <p:ph idx="7" type="subTitle"/>
          </p:nvPr>
        </p:nvSpPr>
        <p:spPr>
          <a:xfrm>
            <a:off x="2229956" y="2007179"/>
            <a:ext cx="2040000" cy="354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2100">
                <a:latin typeface="Aldrich"/>
                <a:ea typeface="Aldrich"/>
                <a:cs typeface="Aldrich"/>
                <a:sym typeface="Aldrich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1" name="Google Shape;831;p19"/>
          <p:cNvSpPr txBox="1"/>
          <p:nvPr>
            <p:ph idx="8" type="subTitle"/>
          </p:nvPr>
        </p:nvSpPr>
        <p:spPr>
          <a:xfrm>
            <a:off x="2229928" y="2269265"/>
            <a:ext cx="2040000" cy="51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832" name="Google Shape;832;p19"/>
          <p:cNvGrpSpPr/>
          <p:nvPr/>
        </p:nvGrpSpPr>
        <p:grpSpPr>
          <a:xfrm>
            <a:off x="398750" y="1564070"/>
            <a:ext cx="282284" cy="284718"/>
            <a:chOff x="431259" y="3302025"/>
            <a:chExt cx="215616" cy="217475"/>
          </a:xfrm>
        </p:grpSpPr>
        <p:sp>
          <p:nvSpPr>
            <p:cNvPr id="833" name="Google Shape;833;p19"/>
            <p:cNvSpPr/>
            <p:nvPr/>
          </p:nvSpPr>
          <p:spPr>
            <a:xfrm>
              <a:off x="431259" y="3425950"/>
              <a:ext cx="214125" cy="93550"/>
            </a:xfrm>
            <a:custGeom>
              <a:rect b="b" l="l" r="r" t="t"/>
              <a:pathLst>
                <a:path extrusionOk="0" h="3742" w="8565">
                  <a:moveTo>
                    <a:pt x="1" y="0"/>
                  </a:moveTo>
                  <a:cubicBezTo>
                    <a:pt x="290" y="2141"/>
                    <a:pt x="2122" y="3742"/>
                    <a:pt x="4283" y="3742"/>
                  </a:cubicBezTo>
                  <a:cubicBezTo>
                    <a:pt x="6443" y="3742"/>
                    <a:pt x="8275" y="2141"/>
                    <a:pt x="856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4" name="Google Shape;834;p19"/>
            <p:cNvSpPr/>
            <p:nvPr/>
          </p:nvSpPr>
          <p:spPr>
            <a:xfrm>
              <a:off x="432750" y="3302025"/>
              <a:ext cx="214125" cy="94050"/>
            </a:xfrm>
            <a:custGeom>
              <a:rect b="b" l="l" r="r" t="t"/>
              <a:pathLst>
                <a:path extrusionOk="0" h="3762" w="8565">
                  <a:moveTo>
                    <a:pt x="1" y="0"/>
                  </a:moveTo>
                  <a:cubicBezTo>
                    <a:pt x="271" y="2141"/>
                    <a:pt x="2103" y="3761"/>
                    <a:pt x="4283" y="3761"/>
                  </a:cubicBezTo>
                  <a:cubicBezTo>
                    <a:pt x="6443" y="3761"/>
                    <a:pt x="8275" y="2141"/>
                    <a:pt x="856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35" name="Google Shape;835;p19"/>
          <p:cNvGrpSpPr/>
          <p:nvPr/>
        </p:nvGrpSpPr>
        <p:grpSpPr>
          <a:xfrm>
            <a:off x="357713" y="3191775"/>
            <a:ext cx="357454" cy="956304"/>
            <a:chOff x="357713" y="600975"/>
            <a:chExt cx="357454" cy="956304"/>
          </a:xfrm>
        </p:grpSpPr>
        <p:sp>
          <p:nvSpPr>
            <p:cNvPr id="836" name="Google Shape;836;p19"/>
            <p:cNvSpPr/>
            <p:nvPr/>
          </p:nvSpPr>
          <p:spPr>
            <a:xfrm>
              <a:off x="357713" y="600975"/>
              <a:ext cx="357454" cy="357454"/>
            </a:xfrm>
            <a:custGeom>
              <a:rect b="b" l="l" r="r" t="t"/>
              <a:pathLst>
                <a:path extrusionOk="0" fill="none" h="6539" w="6539">
                  <a:moveTo>
                    <a:pt x="3954" y="367"/>
                  </a:moveTo>
                  <a:cubicBezTo>
                    <a:pt x="5535" y="752"/>
                    <a:pt x="6538" y="2353"/>
                    <a:pt x="6152" y="3954"/>
                  </a:cubicBezTo>
                  <a:cubicBezTo>
                    <a:pt x="5767" y="5535"/>
                    <a:pt x="4166" y="6538"/>
                    <a:pt x="2584" y="6153"/>
                  </a:cubicBezTo>
                  <a:cubicBezTo>
                    <a:pt x="984" y="5767"/>
                    <a:pt x="0" y="4166"/>
                    <a:pt x="366" y="2585"/>
                  </a:cubicBezTo>
                  <a:cubicBezTo>
                    <a:pt x="752" y="984"/>
                    <a:pt x="2353" y="0"/>
                    <a:pt x="3954" y="367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7" name="Google Shape;837;p19"/>
            <p:cNvSpPr/>
            <p:nvPr/>
          </p:nvSpPr>
          <p:spPr>
            <a:xfrm>
              <a:off x="374549" y="819196"/>
              <a:ext cx="324765" cy="324765"/>
            </a:xfrm>
            <a:custGeom>
              <a:rect b="b" l="l" r="r" t="t"/>
              <a:pathLst>
                <a:path extrusionOk="0" fill="none" h="5941" w="5941">
                  <a:moveTo>
                    <a:pt x="5941" y="2971"/>
                  </a:moveTo>
                  <a:cubicBezTo>
                    <a:pt x="5941" y="4610"/>
                    <a:pt x="4610" y="5941"/>
                    <a:pt x="2971" y="5941"/>
                  </a:cubicBezTo>
                  <a:cubicBezTo>
                    <a:pt x="1331" y="5941"/>
                    <a:pt x="1" y="4610"/>
                    <a:pt x="1" y="2971"/>
                  </a:cubicBezTo>
                  <a:cubicBezTo>
                    <a:pt x="1" y="1331"/>
                    <a:pt x="1331" y="1"/>
                    <a:pt x="2971" y="1"/>
                  </a:cubicBezTo>
                  <a:cubicBezTo>
                    <a:pt x="4610" y="1"/>
                    <a:pt x="5941" y="1331"/>
                    <a:pt x="5941" y="2971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8" name="Google Shape;838;p19"/>
            <p:cNvSpPr/>
            <p:nvPr/>
          </p:nvSpPr>
          <p:spPr>
            <a:xfrm>
              <a:off x="357713" y="997347"/>
              <a:ext cx="357454" cy="357509"/>
            </a:xfrm>
            <a:custGeom>
              <a:rect b="b" l="l" r="r" t="t"/>
              <a:pathLst>
                <a:path extrusionOk="0" fill="none" h="6540" w="6539">
                  <a:moveTo>
                    <a:pt x="3954" y="387"/>
                  </a:moveTo>
                  <a:cubicBezTo>
                    <a:pt x="5555" y="753"/>
                    <a:pt x="6538" y="2354"/>
                    <a:pt x="6152" y="3955"/>
                  </a:cubicBezTo>
                  <a:cubicBezTo>
                    <a:pt x="5767" y="5556"/>
                    <a:pt x="4166" y="6539"/>
                    <a:pt x="2584" y="6153"/>
                  </a:cubicBezTo>
                  <a:cubicBezTo>
                    <a:pt x="984" y="5787"/>
                    <a:pt x="0" y="4186"/>
                    <a:pt x="366" y="2585"/>
                  </a:cubicBezTo>
                  <a:cubicBezTo>
                    <a:pt x="752" y="985"/>
                    <a:pt x="2353" y="1"/>
                    <a:pt x="3954" y="387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9" name="Google Shape;839;p19"/>
            <p:cNvSpPr/>
            <p:nvPr/>
          </p:nvSpPr>
          <p:spPr>
            <a:xfrm>
              <a:off x="358751" y="1200863"/>
              <a:ext cx="356416" cy="356416"/>
            </a:xfrm>
            <a:custGeom>
              <a:rect b="b" l="l" r="r" t="t"/>
              <a:pathLst>
                <a:path extrusionOk="0" fill="none" h="6520" w="6520">
                  <a:moveTo>
                    <a:pt x="5362" y="1158"/>
                  </a:moveTo>
                  <a:cubicBezTo>
                    <a:pt x="6519" y="2315"/>
                    <a:pt x="6519" y="4186"/>
                    <a:pt x="5362" y="5343"/>
                  </a:cubicBezTo>
                  <a:cubicBezTo>
                    <a:pt x="4186" y="6519"/>
                    <a:pt x="2315" y="6519"/>
                    <a:pt x="1157" y="5343"/>
                  </a:cubicBezTo>
                  <a:cubicBezTo>
                    <a:pt x="0" y="4186"/>
                    <a:pt x="0" y="2315"/>
                    <a:pt x="1157" y="1158"/>
                  </a:cubicBezTo>
                  <a:cubicBezTo>
                    <a:pt x="2315" y="0"/>
                    <a:pt x="4186" y="0"/>
                    <a:pt x="5362" y="1158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40" name="Google Shape;840;p19"/>
          <p:cNvGrpSpPr/>
          <p:nvPr/>
        </p:nvGrpSpPr>
        <p:grpSpPr>
          <a:xfrm>
            <a:off x="239464" y="4378897"/>
            <a:ext cx="2019176" cy="2019176"/>
            <a:chOff x="1943325" y="-220375"/>
            <a:chExt cx="1298672" cy="1298672"/>
          </a:xfrm>
        </p:grpSpPr>
        <p:sp>
          <p:nvSpPr>
            <p:cNvPr id="841" name="Google Shape;841;p19"/>
            <p:cNvSpPr/>
            <p:nvPr/>
          </p:nvSpPr>
          <p:spPr>
            <a:xfrm>
              <a:off x="2582255" y="-220375"/>
              <a:ext cx="49" cy="460871"/>
            </a:xfrm>
            <a:custGeom>
              <a:rect b="b" l="l" r="r" t="t"/>
              <a:pathLst>
                <a:path extrusionOk="0" fill="none" h="9432" w="1">
                  <a:moveTo>
                    <a:pt x="0" y="0"/>
                  </a:moveTo>
                  <a:lnTo>
                    <a:pt x="0" y="9431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2" name="Google Shape;842;p19"/>
            <p:cNvSpPr/>
            <p:nvPr/>
          </p:nvSpPr>
          <p:spPr>
            <a:xfrm>
              <a:off x="2414509" y="-195895"/>
              <a:ext cx="118785" cy="444844"/>
            </a:xfrm>
            <a:custGeom>
              <a:rect b="b" l="l" r="r" t="t"/>
              <a:pathLst>
                <a:path extrusionOk="0" fill="none" h="9104" w="2431">
                  <a:moveTo>
                    <a:pt x="0" y="1"/>
                  </a:moveTo>
                  <a:lnTo>
                    <a:pt x="2431" y="9104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3" name="Google Shape;843;p19"/>
            <p:cNvSpPr/>
            <p:nvPr/>
          </p:nvSpPr>
          <p:spPr>
            <a:xfrm>
              <a:off x="2259027" y="-128024"/>
              <a:ext cx="229996" cy="398669"/>
            </a:xfrm>
            <a:custGeom>
              <a:rect b="b" l="l" r="r" t="t"/>
              <a:pathLst>
                <a:path extrusionOk="0" fill="none" h="8159" w="4707">
                  <a:moveTo>
                    <a:pt x="0" y="0"/>
                  </a:moveTo>
                  <a:lnTo>
                    <a:pt x="4706" y="8158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4" name="Google Shape;844;p19"/>
            <p:cNvSpPr/>
            <p:nvPr/>
          </p:nvSpPr>
          <p:spPr>
            <a:xfrm>
              <a:off x="2126121" y="-22481"/>
              <a:ext cx="325180" cy="325180"/>
            </a:xfrm>
            <a:custGeom>
              <a:rect b="b" l="l" r="r" t="t"/>
              <a:pathLst>
                <a:path extrusionOk="0" fill="none" h="6655" w="6655">
                  <a:moveTo>
                    <a:pt x="1" y="0"/>
                  </a:moveTo>
                  <a:lnTo>
                    <a:pt x="6655" y="6654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5" name="Google Shape;845;p19"/>
            <p:cNvSpPr/>
            <p:nvPr/>
          </p:nvSpPr>
          <p:spPr>
            <a:xfrm>
              <a:off x="2025317" y="113211"/>
              <a:ext cx="398669" cy="230924"/>
            </a:xfrm>
            <a:custGeom>
              <a:rect b="b" l="l" r="r" t="t"/>
              <a:pathLst>
                <a:path extrusionOk="0" fill="none" h="4726" w="8159">
                  <a:moveTo>
                    <a:pt x="0" y="1"/>
                  </a:moveTo>
                  <a:lnTo>
                    <a:pt x="8158" y="4726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6" name="Google Shape;846;p19"/>
            <p:cNvSpPr/>
            <p:nvPr/>
          </p:nvSpPr>
          <p:spPr>
            <a:xfrm>
              <a:off x="1963114" y="270598"/>
              <a:ext cx="444844" cy="119713"/>
            </a:xfrm>
            <a:custGeom>
              <a:rect b="b" l="l" r="r" t="t"/>
              <a:pathLst>
                <a:path extrusionOk="0" fill="none" h="2450" w="9104">
                  <a:moveTo>
                    <a:pt x="0" y="0"/>
                  </a:moveTo>
                  <a:lnTo>
                    <a:pt x="9103" y="24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7" name="Google Shape;847;p19"/>
            <p:cNvSpPr/>
            <p:nvPr/>
          </p:nvSpPr>
          <p:spPr>
            <a:xfrm>
              <a:off x="1943325" y="439273"/>
              <a:ext cx="460871" cy="49"/>
            </a:xfrm>
            <a:custGeom>
              <a:rect b="b" l="l" r="r" t="t"/>
              <a:pathLst>
                <a:path extrusionOk="0" fill="none" h="1" w="9432">
                  <a:moveTo>
                    <a:pt x="0" y="1"/>
                  </a:moveTo>
                  <a:lnTo>
                    <a:pt x="9431" y="1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8" name="Google Shape;848;p19"/>
            <p:cNvSpPr/>
            <p:nvPr/>
          </p:nvSpPr>
          <p:spPr>
            <a:xfrm>
              <a:off x="1967805" y="487354"/>
              <a:ext cx="445821" cy="119713"/>
            </a:xfrm>
            <a:custGeom>
              <a:rect b="b" l="l" r="r" t="t"/>
              <a:pathLst>
                <a:path extrusionOk="0" fill="none" h="2450" w="9124">
                  <a:moveTo>
                    <a:pt x="1" y="2450"/>
                  </a:moveTo>
                  <a:lnTo>
                    <a:pt x="9123" y="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9" name="Google Shape;849;p19"/>
            <p:cNvSpPr/>
            <p:nvPr/>
          </p:nvSpPr>
          <p:spPr>
            <a:xfrm>
              <a:off x="2035676" y="532600"/>
              <a:ext cx="398669" cy="229996"/>
            </a:xfrm>
            <a:custGeom>
              <a:rect b="b" l="l" r="r" t="t"/>
              <a:pathLst>
                <a:path extrusionOk="0" fill="none" h="4707" w="8159">
                  <a:moveTo>
                    <a:pt x="0" y="4706"/>
                  </a:moveTo>
                  <a:lnTo>
                    <a:pt x="8158" y="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0" name="Google Shape;850;p19"/>
            <p:cNvSpPr/>
            <p:nvPr/>
          </p:nvSpPr>
          <p:spPr>
            <a:xfrm>
              <a:off x="2141219" y="569345"/>
              <a:ext cx="326108" cy="326108"/>
            </a:xfrm>
            <a:custGeom>
              <a:rect b="b" l="l" r="r" t="t"/>
              <a:pathLst>
                <a:path extrusionOk="0" fill="none" h="6674" w="6674">
                  <a:moveTo>
                    <a:pt x="0" y="6674"/>
                  </a:moveTo>
                  <a:lnTo>
                    <a:pt x="6673" y="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1" name="Google Shape;851;p19"/>
            <p:cNvSpPr/>
            <p:nvPr/>
          </p:nvSpPr>
          <p:spPr>
            <a:xfrm>
              <a:off x="2277840" y="597588"/>
              <a:ext cx="229996" cy="398718"/>
            </a:xfrm>
            <a:custGeom>
              <a:rect b="b" l="l" r="r" t="t"/>
              <a:pathLst>
                <a:path extrusionOk="0" fill="none" h="8160" w="4707">
                  <a:moveTo>
                    <a:pt x="1" y="8159"/>
                  </a:moveTo>
                  <a:lnTo>
                    <a:pt x="4707" y="1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2" name="Google Shape;852;p19"/>
            <p:cNvSpPr/>
            <p:nvPr/>
          </p:nvSpPr>
          <p:spPr>
            <a:xfrm>
              <a:off x="2435227" y="613615"/>
              <a:ext cx="118785" cy="444893"/>
            </a:xfrm>
            <a:custGeom>
              <a:rect b="b" l="l" r="r" t="t"/>
              <a:pathLst>
                <a:path extrusionOk="0" fill="none" h="9105" w="2431">
                  <a:moveTo>
                    <a:pt x="1" y="9104"/>
                  </a:moveTo>
                  <a:lnTo>
                    <a:pt x="2431" y="1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3" name="Google Shape;853;p19"/>
            <p:cNvSpPr/>
            <p:nvPr/>
          </p:nvSpPr>
          <p:spPr>
            <a:xfrm>
              <a:off x="2602973" y="617377"/>
              <a:ext cx="49" cy="460920"/>
            </a:xfrm>
            <a:custGeom>
              <a:rect b="b" l="l" r="r" t="t"/>
              <a:pathLst>
                <a:path extrusionOk="0" fill="none" h="9433" w="1">
                  <a:moveTo>
                    <a:pt x="1" y="9432"/>
                  </a:moveTo>
                  <a:lnTo>
                    <a:pt x="1" y="1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4" name="Google Shape;854;p19"/>
            <p:cNvSpPr/>
            <p:nvPr/>
          </p:nvSpPr>
          <p:spPr>
            <a:xfrm>
              <a:off x="2651982" y="607996"/>
              <a:ext cx="118785" cy="444844"/>
            </a:xfrm>
            <a:custGeom>
              <a:rect b="b" l="l" r="r" t="t"/>
              <a:pathLst>
                <a:path extrusionOk="0" fill="none" h="9104" w="2431">
                  <a:moveTo>
                    <a:pt x="2431" y="9103"/>
                  </a:moveTo>
                  <a:lnTo>
                    <a:pt x="1" y="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5" name="Google Shape;855;p19"/>
            <p:cNvSpPr/>
            <p:nvPr/>
          </p:nvSpPr>
          <p:spPr>
            <a:xfrm>
              <a:off x="2696300" y="586301"/>
              <a:ext cx="229996" cy="398669"/>
            </a:xfrm>
            <a:custGeom>
              <a:rect b="b" l="l" r="r" t="t"/>
              <a:pathLst>
                <a:path extrusionOk="0" fill="none" h="8159" w="4707">
                  <a:moveTo>
                    <a:pt x="4706" y="8159"/>
                  </a:moveTo>
                  <a:lnTo>
                    <a:pt x="0" y="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6" name="Google Shape;856;p19"/>
            <p:cNvSpPr/>
            <p:nvPr/>
          </p:nvSpPr>
          <p:spPr>
            <a:xfrm>
              <a:off x="2733974" y="554247"/>
              <a:ext cx="325180" cy="326108"/>
            </a:xfrm>
            <a:custGeom>
              <a:rect b="b" l="l" r="r" t="t"/>
              <a:pathLst>
                <a:path extrusionOk="0" fill="none" h="6674" w="6655">
                  <a:moveTo>
                    <a:pt x="6655" y="6674"/>
                  </a:moveTo>
                  <a:lnTo>
                    <a:pt x="1" y="1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7" name="Google Shape;857;p19"/>
            <p:cNvSpPr/>
            <p:nvPr/>
          </p:nvSpPr>
          <p:spPr>
            <a:xfrm>
              <a:off x="2761288" y="513739"/>
              <a:ext cx="398718" cy="229996"/>
            </a:xfrm>
            <a:custGeom>
              <a:rect b="b" l="l" r="r" t="t"/>
              <a:pathLst>
                <a:path extrusionOk="0" fill="none" h="4707" w="8160">
                  <a:moveTo>
                    <a:pt x="8159" y="4706"/>
                  </a:moveTo>
                  <a:lnTo>
                    <a:pt x="1" y="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8" name="Google Shape;858;p19"/>
            <p:cNvSpPr/>
            <p:nvPr/>
          </p:nvSpPr>
          <p:spPr>
            <a:xfrm>
              <a:off x="2777315" y="466636"/>
              <a:ext cx="444893" cy="119713"/>
            </a:xfrm>
            <a:custGeom>
              <a:rect b="b" l="l" r="r" t="t"/>
              <a:pathLst>
                <a:path extrusionOk="0" fill="none" h="2450" w="9105">
                  <a:moveTo>
                    <a:pt x="9104" y="2449"/>
                  </a:moveTo>
                  <a:lnTo>
                    <a:pt x="1" y="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9" name="Google Shape;859;p19"/>
            <p:cNvSpPr/>
            <p:nvPr/>
          </p:nvSpPr>
          <p:spPr>
            <a:xfrm>
              <a:off x="2781077" y="417626"/>
              <a:ext cx="460920" cy="49"/>
            </a:xfrm>
            <a:custGeom>
              <a:rect b="b" l="l" r="r" t="t"/>
              <a:pathLst>
                <a:path extrusionOk="0" fill="none" h="1" w="9433">
                  <a:moveTo>
                    <a:pt x="9432" y="0"/>
                  </a:moveTo>
                  <a:lnTo>
                    <a:pt x="1" y="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0" name="Google Shape;860;p19"/>
            <p:cNvSpPr/>
            <p:nvPr/>
          </p:nvSpPr>
          <p:spPr>
            <a:xfrm>
              <a:off x="2771696" y="249880"/>
              <a:ext cx="444844" cy="119713"/>
            </a:xfrm>
            <a:custGeom>
              <a:rect b="b" l="l" r="r" t="t"/>
              <a:pathLst>
                <a:path extrusionOk="0" fill="none" h="2450" w="9104">
                  <a:moveTo>
                    <a:pt x="9103" y="0"/>
                  </a:moveTo>
                  <a:lnTo>
                    <a:pt x="0" y="24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1" name="Google Shape;861;p19"/>
            <p:cNvSpPr/>
            <p:nvPr/>
          </p:nvSpPr>
          <p:spPr>
            <a:xfrm>
              <a:off x="2750929" y="94350"/>
              <a:ext cx="398718" cy="230973"/>
            </a:xfrm>
            <a:custGeom>
              <a:rect b="b" l="l" r="r" t="t"/>
              <a:pathLst>
                <a:path extrusionOk="0" fill="none" h="4727" w="8160">
                  <a:moveTo>
                    <a:pt x="8159" y="1"/>
                  </a:moveTo>
                  <a:lnTo>
                    <a:pt x="1" y="4726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2" name="Google Shape;862;p19"/>
            <p:cNvSpPr/>
            <p:nvPr/>
          </p:nvSpPr>
          <p:spPr>
            <a:xfrm>
              <a:off x="2717947" y="-38508"/>
              <a:ext cx="326108" cy="326108"/>
            </a:xfrm>
            <a:custGeom>
              <a:rect b="b" l="l" r="r" t="t"/>
              <a:pathLst>
                <a:path extrusionOk="0" fill="none" h="6674" w="6674">
                  <a:moveTo>
                    <a:pt x="6674" y="0"/>
                  </a:moveTo>
                  <a:lnTo>
                    <a:pt x="1" y="6674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3" name="Google Shape;863;p19"/>
            <p:cNvSpPr/>
            <p:nvPr/>
          </p:nvSpPr>
          <p:spPr>
            <a:xfrm>
              <a:off x="2677439" y="-139361"/>
              <a:ext cx="229996" cy="399646"/>
            </a:xfrm>
            <a:custGeom>
              <a:rect b="b" l="l" r="r" t="t"/>
              <a:pathLst>
                <a:path extrusionOk="0" fill="none" h="8179" w="4707">
                  <a:moveTo>
                    <a:pt x="4706" y="1"/>
                  </a:moveTo>
                  <a:lnTo>
                    <a:pt x="0" y="8178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4" name="Google Shape;864;p19"/>
            <p:cNvSpPr/>
            <p:nvPr/>
          </p:nvSpPr>
          <p:spPr>
            <a:xfrm>
              <a:off x="2631264" y="-201563"/>
              <a:ext cx="118785" cy="444893"/>
            </a:xfrm>
            <a:custGeom>
              <a:rect b="b" l="l" r="r" t="t"/>
              <a:pathLst>
                <a:path extrusionOk="0" fill="none" h="9105" w="2431">
                  <a:moveTo>
                    <a:pt x="2430" y="1"/>
                  </a:moveTo>
                  <a:lnTo>
                    <a:pt x="0" y="9104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5" name="Google Shape;865;p19"/>
            <p:cNvSpPr/>
            <p:nvPr/>
          </p:nvSpPr>
          <p:spPr>
            <a:xfrm>
              <a:off x="2607712" y="-215684"/>
              <a:ext cx="62251" cy="456180"/>
            </a:xfrm>
            <a:custGeom>
              <a:rect b="b" l="l" r="r" t="t"/>
              <a:pathLst>
                <a:path extrusionOk="0" fill="none" h="9336" w="1274">
                  <a:moveTo>
                    <a:pt x="1273" y="0"/>
                  </a:moveTo>
                  <a:lnTo>
                    <a:pt x="0" y="9335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6" name="Google Shape;866;p19"/>
            <p:cNvSpPr/>
            <p:nvPr/>
          </p:nvSpPr>
          <p:spPr>
            <a:xfrm>
              <a:off x="2500263" y="-213779"/>
              <a:ext cx="57511" cy="457109"/>
            </a:xfrm>
            <a:custGeom>
              <a:rect b="b" l="l" r="r" t="t"/>
              <a:pathLst>
                <a:path extrusionOk="0" fill="none" h="9355" w="1177">
                  <a:moveTo>
                    <a:pt x="1" y="0"/>
                  </a:moveTo>
                  <a:lnTo>
                    <a:pt x="1177" y="9354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7" name="Google Shape;867;p19"/>
            <p:cNvSpPr/>
            <p:nvPr/>
          </p:nvSpPr>
          <p:spPr>
            <a:xfrm>
              <a:off x="2337208" y="-168580"/>
              <a:ext cx="174390" cy="426961"/>
            </a:xfrm>
            <a:custGeom>
              <a:rect b="b" l="l" r="r" t="t"/>
              <a:pathLst>
                <a:path extrusionOk="0" fill="none" h="8738" w="3569">
                  <a:moveTo>
                    <a:pt x="1" y="1"/>
                  </a:moveTo>
                  <a:lnTo>
                    <a:pt x="3569" y="8738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8" name="Google Shape;868;p19"/>
            <p:cNvSpPr/>
            <p:nvPr/>
          </p:nvSpPr>
          <p:spPr>
            <a:xfrm>
              <a:off x="2191157" y="-81849"/>
              <a:ext cx="279005" cy="366615"/>
            </a:xfrm>
            <a:custGeom>
              <a:rect b="b" l="l" r="r" t="t"/>
              <a:pathLst>
                <a:path extrusionOk="0" fill="none" h="7503" w="5710">
                  <a:moveTo>
                    <a:pt x="0" y="0"/>
                  </a:moveTo>
                  <a:lnTo>
                    <a:pt x="5709" y="7503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9" name="Google Shape;869;p19"/>
            <p:cNvSpPr/>
            <p:nvPr/>
          </p:nvSpPr>
          <p:spPr>
            <a:xfrm>
              <a:off x="2072420" y="39722"/>
              <a:ext cx="364759" cy="281790"/>
            </a:xfrm>
            <a:custGeom>
              <a:rect b="b" l="l" r="r" t="t"/>
              <a:pathLst>
                <a:path extrusionOk="0" fill="none" h="5767" w="7465">
                  <a:moveTo>
                    <a:pt x="0" y="0"/>
                  </a:moveTo>
                  <a:lnTo>
                    <a:pt x="7464" y="5767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0" name="Google Shape;870;p19"/>
            <p:cNvSpPr/>
            <p:nvPr/>
          </p:nvSpPr>
          <p:spPr>
            <a:xfrm>
              <a:off x="1989500" y="187678"/>
              <a:ext cx="425055" cy="178153"/>
            </a:xfrm>
            <a:custGeom>
              <a:rect b="b" l="l" r="r" t="t"/>
              <a:pathLst>
                <a:path extrusionOk="0" fill="none" h="3646" w="8699">
                  <a:moveTo>
                    <a:pt x="0" y="0"/>
                  </a:moveTo>
                  <a:lnTo>
                    <a:pt x="8698" y="3645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1" name="Google Shape;871;p19"/>
            <p:cNvSpPr/>
            <p:nvPr/>
          </p:nvSpPr>
          <p:spPr>
            <a:xfrm>
              <a:off x="1948016" y="351662"/>
              <a:ext cx="456180" cy="62251"/>
            </a:xfrm>
            <a:custGeom>
              <a:rect b="b" l="l" r="r" t="t"/>
              <a:pathLst>
                <a:path extrusionOk="0" fill="none" h="1274" w="9336">
                  <a:moveTo>
                    <a:pt x="1" y="0"/>
                  </a:moveTo>
                  <a:lnTo>
                    <a:pt x="9335" y="1273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2" name="Google Shape;872;p19"/>
            <p:cNvSpPr/>
            <p:nvPr/>
          </p:nvSpPr>
          <p:spPr>
            <a:xfrm>
              <a:off x="1949921" y="462824"/>
              <a:ext cx="457109" cy="58488"/>
            </a:xfrm>
            <a:custGeom>
              <a:rect b="b" l="l" r="r" t="t"/>
              <a:pathLst>
                <a:path extrusionOk="0" fill="none" h="1197" w="9355">
                  <a:moveTo>
                    <a:pt x="0" y="1197"/>
                  </a:moveTo>
                  <a:lnTo>
                    <a:pt x="9354" y="1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3" name="Google Shape;873;p19"/>
            <p:cNvSpPr/>
            <p:nvPr/>
          </p:nvSpPr>
          <p:spPr>
            <a:xfrm>
              <a:off x="1996097" y="509977"/>
              <a:ext cx="425983" cy="174390"/>
            </a:xfrm>
            <a:custGeom>
              <a:rect b="b" l="l" r="r" t="t"/>
              <a:pathLst>
                <a:path extrusionOk="0" fill="none" h="3569" w="8718">
                  <a:moveTo>
                    <a:pt x="0" y="3568"/>
                  </a:moveTo>
                  <a:lnTo>
                    <a:pt x="8718" y="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4" name="Google Shape;874;p19"/>
            <p:cNvSpPr/>
            <p:nvPr/>
          </p:nvSpPr>
          <p:spPr>
            <a:xfrm>
              <a:off x="2081851" y="551413"/>
              <a:ext cx="367593" cy="279005"/>
            </a:xfrm>
            <a:custGeom>
              <a:rect b="b" l="l" r="r" t="t"/>
              <a:pathLst>
                <a:path extrusionOk="0" fill="none" h="5710" w="7523">
                  <a:moveTo>
                    <a:pt x="0" y="5710"/>
                  </a:moveTo>
                  <a:lnTo>
                    <a:pt x="7522" y="1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5" name="Google Shape;875;p19"/>
            <p:cNvSpPr/>
            <p:nvPr/>
          </p:nvSpPr>
          <p:spPr>
            <a:xfrm>
              <a:off x="2203422" y="584395"/>
              <a:ext cx="281790" cy="363830"/>
            </a:xfrm>
            <a:custGeom>
              <a:rect b="b" l="l" r="r" t="t"/>
              <a:pathLst>
                <a:path extrusionOk="0" fill="none" h="7446" w="5767">
                  <a:moveTo>
                    <a:pt x="0" y="7446"/>
                  </a:moveTo>
                  <a:lnTo>
                    <a:pt x="5767" y="1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6" name="Google Shape;876;p19"/>
            <p:cNvSpPr/>
            <p:nvPr/>
          </p:nvSpPr>
          <p:spPr>
            <a:xfrm>
              <a:off x="2351378" y="607018"/>
              <a:ext cx="178153" cy="424126"/>
            </a:xfrm>
            <a:custGeom>
              <a:rect b="b" l="l" r="r" t="t"/>
              <a:pathLst>
                <a:path extrusionOk="0" fill="none" h="8680" w="3646">
                  <a:moveTo>
                    <a:pt x="0" y="8680"/>
                  </a:moveTo>
                  <a:lnTo>
                    <a:pt x="3645" y="1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7" name="Google Shape;877;p19"/>
            <p:cNvSpPr/>
            <p:nvPr/>
          </p:nvSpPr>
          <p:spPr>
            <a:xfrm>
              <a:off x="2515362" y="616449"/>
              <a:ext cx="62251" cy="457109"/>
            </a:xfrm>
            <a:custGeom>
              <a:rect b="b" l="l" r="r" t="t"/>
              <a:pathLst>
                <a:path extrusionOk="0" fill="none" h="9355" w="1274">
                  <a:moveTo>
                    <a:pt x="0" y="9355"/>
                  </a:moveTo>
                  <a:lnTo>
                    <a:pt x="1273" y="1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8" name="Google Shape;878;p19"/>
            <p:cNvSpPr/>
            <p:nvPr/>
          </p:nvSpPr>
          <p:spPr>
            <a:xfrm>
              <a:off x="2626524" y="614592"/>
              <a:ext cx="58488" cy="457109"/>
            </a:xfrm>
            <a:custGeom>
              <a:rect b="b" l="l" r="r" t="t"/>
              <a:pathLst>
                <a:path extrusionOk="0" fill="none" h="9355" w="1197">
                  <a:moveTo>
                    <a:pt x="1197" y="9354"/>
                  </a:moveTo>
                  <a:lnTo>
                    <a:pt x="1" y="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9" name="Google Shape;879;p19"/>
            <p:cNvSpPr/>
            <p:nvPr/>
          </p:nvSpPr>
          <p:spPr>
            <a:xfrm>
              <a:off x="2673677" y="598565"/>
              <a:ext cx="174390" cy="426961"/>
            </a:xfrm>
            <a:custGeom>
              <a:rect b="b" l="l" r="r" t="t"/>
              <a:pathLst>
                <a:path extrusionOk="0" fill="none" h="8738" w="3569">
                  <a:moveTo>
                    <a:pt x="3568" y="8737"/>
                  </a:moveTo>
                  <a:lnTo>
                    <a:pt x="0" y="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0" name="Google Shape;880;p19"/>
            <p:cNvSpPr/>
            <p:nvPr/>
          </p:nvSpPr>
          <p:spPr>
            <a:xfrm>
              <a:off x="2715113" y="572179"/>
              <a:ext cx="279005" cy="366615"/>
            </a:xfrm>
            <a:custGeom>
              <a:rect b="b" l="l" r="r" t="t"/>
              <a:pathLst>
                <a:path extrusionOk="0" fill="none" h="7503" w="5710">
                  <a:moveTo>
                    <a:pt x="5710" y="7503"/>
                  </a:moveTo>
                  <a:lnTo>
                    <a:pt x="1" y="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1" name="Google Shape;881;p19"/>
            <p:cNvSpPr/>
            <p:nvPr/>
          </p:nvSpPr>
          <p:spPr>
            <a:xfrm>
              <a:off x="2748095" y="535386"/>
              <a:ext cx="364759" cy="281839"/>
            </a:xfrm>
            <a:custGeom>
              <a:rect b="b" l="l" r="r" t="t"/>
              <a:pathLst>
                <a:path extrusionOk="0" fill="none" h="5768" w="7465">
                  <a:moveTo>
                    <a:pt x="7465" y="5768"/>
                  </a:moveTo>
                  <a:lnTo>
                    <a:pt x="1" y="1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2" name="Google Shape;882;p19"/>
            <p:cNvSpPr/>
            <p:nvPr/>
          </p:nvSpPr>
          <p:spPr>
            <a:xfrm>
              <a:off x="2770718" y="491116"/>
              <a:ext cx="424126" cy="179081"/>
            </a:xfrm>
            <a:custGeom>
              <a:rect b="b" l="l" r="r" t="t"/>
              <a:pathLst>
                <a:path extrusionOk="0" fill="none" h="3665" w="8680">
                  <a:moveTo>
                    <a:pt x="8680" y="3665"/>
                  </a:moveTo>
                  <a:lnTo>
                    <a:pt x="1" y="1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3" name="Google Shape;883;p19"/>
            <p:cNvSpPr/>
            <p:nvPr/>
          </p:nvSpPr>
          <p:spPr>
            <a:xfrm>
              <a:off x="2781077" y="443035"/>
              <a:ext cx="456180" cy="62251"/>
            </a:xfrm>
            <a:custGeom>
              <a:rect b="b" l="l" r="r" t="t"/>
              <a:pathLst>
                <a:path extrusionOk="0" fill="none" h="1274" w="9336">
                  <a:moveTo>
                    <a:pt x="9336" y="1274"/>
                  </a:moveTo>
                  <a:lnTo>
                    <a:pt x="1" y="1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4" name="Google Shape;884;p19"/>
            <p:cNvSpPr/>
            <p:nvPr/>
          </p:nvSpPr>
          <p:spPr>
            <a:xfrm>
              <a:off x="2778292" y="335635"/>
              <a:ext cx="457109" cy="58440"/>
            </a:xfrm>
            <a:custGeom>
              <a:rect b="b" l="l" r="r" t="t"/>
              <a:pathLst>
                <a:path extrusionOk="0" fill="none" h="1196" w="9355">
                  <a:moveTo>
                    <a:pt x="9354" y="0"/>
                  </a:moveTo>
                  <a:lnTo>
                    <a:pt x="0" y="1196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5" name="Google Shape;885;p19"/>
            <p:cNvSpPr/>
            <p:nvPr/>
          </p:nvSpPr>
          <p:spPr>
            <a:xfrm>
              <a:off x="2763194" y="172579"/>
              <a:ext cx="426032" cy="174390"/>
            </a:xfrm>
            <a:custGeom>
              <a:rect b="b" l="l" r="r" t="t"/>
              <a:pathLst>
                <a:path extrusionOk="0" fill="none" h="3569" w="8719">
                  <a:moveTo>
                    <a:pt x="8718" y="1"/>
                  </a:moveTo>
                  <a:lnTo>
                    <a:pt x="1" y="3569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6" name="Google Shape;886;p19"/>
            <p:cNvSpPr/>
            <p:nvPr/>
          </p:nvSpPr>
          <p:spPr>
            <a:xfrm>
              <a:off x="2735879" y="27457"/>
              <a:ext cx="366615" cy="278076"/>
            </a:xfrm>
            <a:custGeom>
              <a:rect b="b" l="l" r="r" t="t"/>
              <a:pathLst>
                <a:path extrusionOk="0" fill="none" h="5691" w="7503">
                  <a:moveTo>
                    <a:pt x="7503" y="0"/>
                  </a:moveTo>
                  <a:lnTo>
                    <a:pt x="0" y="569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7" name="Google Shape;887;p19"/>
            <p:cNvSpPr/>
            <p:nvPr/>
          </p:nvSpPr>
          <p:spPr>
            <a:xfrm>
              <a:off x="2699135" y="-91280"/>
              <a:ext cx="282767" cy="364759"/>
            </a:xfrm>
            <a:custGeom>
              <a:rect b="b" l="l" r="r" t="t"/>
              <a:pathLst>
                <a:path extrusionOk="0" fill="none" h="7465" w="5787">
                  <a:moveTo>
                    <a:pt x="5786" y="0"/>
                  </a:moveTo>
                  <a:lnTo>
                    <a:pt x="0" y="7464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8" name="Google Shape;888;p19"/>
            <p:cNvSpPr/>
            <p:nvPr/>
          </p:nvSpPr>
          <p:spPr>
            <a:xfrm>
              <a:off x="2655744" y="-174200"/>
              <a:ext cx="178153" cy="425055"/>
            </a:xfrm>
            <a:custGeom>
              <a:rect b="b" l="l" r="r" t="t"/>
              <a:pathLst>
                <a:path extrusionOk="0" fill="none" h="8699" w="3646">
                  <a:moveTo>
                    <a:pt x="3646" y="0"/>
                  </a:moveTo>
                  <a:lnTo>
                    <a:pt x="1" y="8698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89" name="Google Shape;889;p19"/>
          <p:cNvGrpSpPr/>
          <p:nvPr/>
        </p:nvGrpSpPr>
        <p:grpSpPr>
          <a:xfrm>
            <a:off x="7985565" y="3429220"/>
            <a:ext cx="1965289" cy="517060"/>
            <a:chOff x="3539975" y="3523525"/>
            <a:chExt cx="745925" cy="196250"/>
          </a:xfrm>
        </p:grpSpPr>
        <p:sp>
          <p:nvSpPr>
            <p:cNvPr id="890" name="Google Shape;890;p19"/>
            <p:cNvSpPr/>
            <p:nvPr/>
          </p:nvSpPr>
          <p:spPr>
            <a:xfrm>
              <a:off x="3539975" y="3523525"/>
              <a:ext cx="196250" cy="196250"/>
            </a:xfrm>
            <a:custGeom>
              <a:rect b="b" l="l" r="r" t="t"/>
              <a:pathLst>
                <a:path extrusionOk="0" fill="none" h="7850" w="785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1" name="Google Shape;891;p19"/>
            <p:cNvSpPr/>
            <p:nvPr/>
          </p:nvSpPr>
          <p:spPr>
            <a:xfrm>
              <a:off x="3576625" y="3523525"/>
              <a:ext cx="196250" cy="196250"/>
            </a:xfrm>
            <a:custGeom>
              <a:rect b="b" l="l" r="r" t="t"/>
              <a:pathLst>
                <a:path extrusionOk="0" fill="none" h="7850" w="785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2" name="Google Shape;892;p19"/>
            <p:cNvSpPr/>
            <p:nvPr/>
          </p:nvSpPr>
          <p:spPr>
            <a:xfrm>
              <a:off x="3613250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1" y="0"/>
                  </a:moveTo>
                  <a:lnTo>
                    <a:pt x="7851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3" name="Google Shape;893;p19"/>
            <p:cNvSpPr/>
            <p:nvPr/>
          </p:nvSpPr>
          <p:spPr>
            <a:xfrm>
              <a:off x="3649900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1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4" name="Google Shape;894;p19"/>
            <p:cNvSpPr/>
            <p:nvPr/>
          </p:nvSpPr>
          <p:spPr>
            <a:xfrm>
              <a:off x="3686550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5" name="Google Shape;895;p19"/>
            <p:cNvSpPr/>
            <p:nvPr/>
          </p:nvSpPr>
          <p:spPr>
            <a:xfrm>
              <a:off x="3723200" y="3523525"/>
              <a:ext cx="196250" cy="196250"/>
            </a:xfrm>
            <a:custGeom>
              <a:rect b="b" l="l" r="r" t="t"/>
              <a:pathLst>
                <a:path extrusionOk="0" fill="none" h="7850" w="785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6" name="Google Shape;896;p19"/>
            <p:cNvSpPr/>
            <p:nvPr/>
          </p:nvSpPr>
          <p:spPr>
            <a:xfrm>
              <a:off x="3759825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1" y="0"/>
                  </a:moveTo>
                  <a:lnTo>
                    <a:pt x="7851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7" name="Google Shape;897;p19"/>
            <p:cNvSpPr/>
            <p:nvPr/>
          </p:nvSpPr>
          <p:spPr>
            <a:xfrm>
              <a:off x="3796475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1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8" name="Google Shape;898;p19"/>
            <p:cNvSpPr/>
            <p:nvPr/>
          </p:nvSpPr>
          <p:spPr>
            <a:xfrm>
              <a:off x="3833125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1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9" name="Google Shape;899;p19"/>
            <p:cNvSpPr/>
            <p:nvPr/>
          </p:nvSpPr>
          <p:spPr>
            <a:xfrm>
              <a:off x="3869775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0" name="Google Shape;900;p19"/>
            <p:cNvSpPr/>
            <p:nvPr/>
          </p:nvSpPr>
          <p:spPr>
            <a:xfrm>
              <a:off x="3906425" y="3523525"/>
              <a:ext cx="196250" cy="196250"/>
            </a:xfrm>
            <a:custGeom>
              <a:rect b="b" l="l" r="r" t="t"/>
              <a:pathLst>
                <a:path extrusionOk="0" fill="none" h="7850" w="785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1" name="Google Shape;901;p19"/>
            <p:cNvSpPr/>
            <p:nvPr/>
          </p:nvSpPr>
          <p:spPr>
            <a:xfrm>
              <a:off x="3943050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1" y="0"/>
                  </a:moveTo>
                  <a:lnTo>
                    <a:pt x="7851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2" name="Google Shape;902;p19"/>
            <p:cNvSpPr/>
            <p:nvPr/>
          </p:nvSpPr>
          <p:spPr>
            <a:xfrm>
              <a:off x="3979700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1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3" name="Google Shape;903;p19"/>
            <p:cNvSpPr/>
            <p:nvPr/>
          </p:nvSpPr>
          <p:spPr>
            <a:xfrm>
              <a:off x="4016350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1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4" name="Google Shape;904;p19"/>
            <p:cNvSpPr/>
            <p:nvPr/>
          </p:nvSpPr>
          <p:spPr>
            <a:xfrm>
              <a:off x="4053000" y="3523525"/>
              <a:ext cx="196250" cy="196250"/>
            </a:xfrm>
            <a:custGeom>
              <a:rect b="b" l="l" r="r" t="t"/>
              <a:pathLst>
                <a:path extrusionOk="0" fill="none" h="7850" w="785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5" name="Google Shape;905;p19"/>
            <p:cNvSpPr/>
            <p:nvPr/>
          </p:nvSpPr>
          <p:spPr>
            <a:xfrm>
              <a:off x="4089650" y="3523525"/>
              <a:ext cx="196250" cy="196250"/>
            </a:xfrm>
            <a:custGeom>
              <a:rect b="b" l="l" r="r" t="t"/>
              <a:pathLst>
                <a:path extrusionOk="0" fill="none" h="7850" w="785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06" name="Google Shape;906;p19"/>
          <p:cNvSpPr/>
          <p:nvPr/>
        </p:nvSpPr>
        <p:spPr>
          <a:xfrm>
            <a:off x="1020350" y="2391735"/>
            <a:ext cx="555517" cy="554294"/>
          </a:xfrm>
          <a:custGeom>
            <a:rect b="b" l="l" r="r" t="t"/>
            <a:pathLst>
              <a:path extrusionOk="0" h="11337" w="11362">
                <a:moveTo>
                  <a:pt x="11362" y="5668"/>
                </a:moveTo>
                <a:cubicBezTo>
                  <a:pt x="11362" y="8798"/>
                  <a:pt x="8823" y="11337"/>
                  <a:pt x="5669" y="11337"/>
                </a:cubicBezTo>
                <a:cubicBezTo>
                  <a:pt x="2539" y="11337"/>
                  <a:pt x="1" y="8798"/>
                  <a:pt x="1" y="5668"/>
                </a:cubicBezTo>
                <a:cubicBezTo>
                  <a:pt x="1" y="2539"/>
                  <a:pt x="2539" y="0"/>
                  <a:pt x="5669" y="0"/>
                </a:cubicBezTo>
                <a:cubicBezTo>
                  <a:pt x="8823" y="0"/>
                  <a:pt x="11362" y="2539"/>
                  <a:pt x="11362" y="5668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 2">
  <p:cSld name="CUSTOM_1_1_1_1_1_2_1_1">
    <p:spTree>
      <p:nvGrpSpPr>
        <p:cNvPr id="907" name="Shape 9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8" name="Google Shape;908;p20"/>
          <p:cNvPicPr preferRelativeResize="0"/>
          <p:nvPr/>
        </p:nvPicPr>
        <p:blipFill rotWithShape="1">
          <a:blip r:embed="rId2">
            <a:alphaModFix amt="60000"/>
          </a:blip>
          <a:srcRect b="10" l="0" r="0" t="10"/>
          <a:stretch/>
        </p:blipFill>
        <p:spPr>
          <a:xfrm>
            <a:off x="0" y="1"/>
            <a:ext cx="9144002" cy="5143499"/>
          </a:xfrm>
          <a:prstGeom prst="rect">
            <a:avLst/>
          </a:prstGeom>
          <a:noFill/>
          <a:ln>
            <a:noFill/>
          </a:ln>
        </p:spPr>
      </p:pic>
      <p:sp>
        <p:nvSpPr>
          <p:cNvPr id="909" name="Google Shape;909;p20"/>
          <p:cNvSpPr txBox="1"/>
          <p:nvPr>
            <p:ph idx="1" type="subTitle"/>
          </p:nvPr>
        </p:nvSpPr>
        <p:spPr>
          <a:xfrm>
            <a:off x="6500284" y="2800350"/>
            <a:ext cx="1928100" cy="354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100">
                <a:latin typeface="Aldrich"/>
                <a:ea typeface="Aldrich"/>
                <a:cs typeface="Aldrich"/>
                <a:sym typeface="Aldrich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10" name="Google Shape;910;p20"/>
          <p:cNvSpPr txBox="1"/>
          <p:nvPr>
            <p:ph idx="2" type="subTitle"/>
          </p:nvPr>
        </p:nvSpPr>
        <p:spPr>
          <a:xfrm>
            <a:off x="6500273" y="3062422"/>
            <a:ext cx="1928100" cy="762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11" name="Google Shape;911;p20"/>
          <p:cNvSpPr txBox="1"/>
          <p:nvPr>
            <p:ph idx="3" type="subTitle"/>
          </p:nvPr>
        </p:nvSpPr>
        <p:spPr>
          <a:xfrm>
            <a:off x="4572006" y="2800350"/>
            <a:ext cx="1928100" cy="354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2100">
                <a:latin typeface="Aldrich"/>
                <a:ea typeface="Aldrich"/>
                <a:cs typeface="Aldrich"/>
                <a:sym typeface="Aldrich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12" name="Google Shape;912;p20"/>
          <p:cNvSpPr txBox="1"/>
          <p:nvPr>
            <p:ph idx="4" type="subTitle"/>
          </p:nvPr>
        </p:nvSpPr>
        <p:spPr>
          <a:xfrm>
            <a:off x="4571984" y="3062422"/>
            <a:ext cx="1928100" cy="762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13" name="Google Shape;913;p20"/>
          <p:cNvSpPr txBox="1"/>
          <p:nvPr>
            <p:ph type="title"/>
          </p:nvPr>
        </p:nvSpPr>
        <p:spPr>
          <a:xfrm>
            <a:off x="715500" y="538250"/>
            <a:ext cx="7713000" cy="4206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900"/>
              <a:buNone/>
              <a:defRPr sz="2900">
                <a:latin typeface="Aldrich"/>
                <a:ea typeface="Aldrich"/>
                <a:cs typeface="Aldrich"/>
                <a:sym typeface="Aldrich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9pPr>
          </a:lstStyle>
          <a:p/>
        </p:txBody>
      </p:sp>
      <p:sp>
        <p:nvSpPr>
          <p:cNvPr id="914" name="Google Shape;914;p20"/>
          <p:cNvSpPr txBox="1"/>
          <p:nvPr>
            <p:ph idx="5" type="subTitle"/>
          </p:nvPr>
        </p:nvSpPr>
        <p:spPr>
          <a:xfrm>
            <a:off x="2643734" y="2800363"/>
            <a:ext cx="1928100" cy="354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2100">
                <a:latin typeface="Aldrich"/>
                <a:ea typeface="Aldrich"/>
                <a:cs typeface="Aldrich"/>
                <a:sym typeface="Aldrich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15" name="Google Shape;915;p20"/>
          <p:cNvSpPr txBox="1"/>
          <p:nvPr>
            <p:ph idx="6" type="subTitle"/>
          </p:nvPr>
        </p:nvSpPr>
        <p:spPr>
          <a:xfrm>
            <a:off x="2643718" y="3062447"/>
            <a:ext cx="1928100" cy="762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16" name="Google Shape;916;p20"/>
          <p:cNvSpPr txBox="1"/>
          <p:nvPr>
            <p:ph idx="7" type="subTitle"/>
          </p:nvPr>
        </p:nvSpPr>
        <p:spPr>
          <a:xfrm>
            <a:off x="715527" y="2800363"/>
            <a:ext cx="1928100" cy="354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2100">
                <a:latin typeface="Aldrich"/>
                <a:ea typeface="Aldrich"/>
                <a:cs typeface="Aldrich"/>
                <a:sym typeface="Aldrich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17" name="Google Shape;917;p20"/>
          <p:cNvSpPr txBox="1"/>
          <p:nvPr>
            <p:ph idx="8" type="subTitle"/>
          </p:nvPr>
        </p:nvSpPr>
        <p:spPr>
          <a:xfrm>
            <a:off x="715500" y="3062447"/>
            <a:ext cx="1928100" cy="762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918" name="Google Shape;918;p20"/>
          <p:cNvGrpSpPr/>
          <p:nvPr/>
        </p:nvGrpSpPr>
        <p:grpSpPr>
          <a:xfrm>
            <a:off x="398750" y="1564070"/>
            <a:ext cx="282284" cy="284718"/>
            <a:chOff x="431259" y="3302025"/>
            <a:chExt cx="215616" cy="217475"/>
          </a:xfrm>
        </p:grpSpPr>
        <p:sp>
          <p:nvSpPr>
            <p:cNvPr id="919" name="Google Shape;919;p20"/>
            <p:cNvSpPr/>
            <p:nvPr/>
          </p:nvSpPr>
          <p:spPr>
            <a:xfrm>
              <a:off x="431259" y="3425950"/>
              <a:ext cx="214125" cy="93550"/>
            </a:xfrm>
            <a:custGeom>
              <a:rect b="b" l="l" r="r" t="t"/>
              <a:pathLst>
                <a:path extrusionOk="0" h="3742" w="8565">
                  <a:moveTo>
                    <a:pt x="1" y="0"/>
                  </a:moveTo>
                  <a:cubicBezTo>
                    <a:pt x="290" y="2141"/>
                    <a:pt x="2122" y="3742"/>
                    <a:pt x="4283" y="3742"/>
                  </a:cubicBezTo>
                  <a:cubicBezTo>
                    <a:pt x="6443" y="3742"/>
                    <a:pt x="8275" y="2141"/>
                    <a:pt x="856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0" name="Google Shape;920;p20"/>
            <p:cNvSpPr/>
            <p:nvPr/>
          </p:nvSpPr>
          <p:spPr>
            <a:xfrm>
              <a:off x="432750" y="3302025"/>
              <a:ext cx="214125" cy="94050"/>
            </a:xfrm>
            <a:custGeom>
              <a:rect b="b" l="l" r="r" t="t"/>
              <a:pathLst>
                <a:path extrusionOk="0" h="3762" w="8565">
                  <a:moveTo>
                    <a:pt x="1" y="0"/>
                  </a:moveTo>
                  <a:cubicBezTo>
                    <a:pt x="271" y="2141"/>
                    <a:pt x="2103" y="3761"/>
                    <a:pt x="4283" y="3761"/>
                  </a:cubicBezTo>
                  <a:cubicBezTo>
                    <a:pt x="6443" y="3761"/>
                    <a:pt x="8275" y="2141"/>
                    <a:pt x="856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921" name="Google Shape;921;p20"/>
          <p:cNvGrpSpPr/>
          <p:nvPr/>
        </p:nvGrpSpPr>
        <p:grpSpPr>
          <a:xfrm>
            <a:off x="357713" y="3191775"/>
            <a:ext cx="357454" cy="956304"/>
            <a:chOff x="357713" y="600975"/>
            <a:chExt cx="357454" cy="956304"/>
          </a:xfrm>
        </p:grpSpPr>
        <p:sp>
          <p:nvSpPr>
            <p:cNvPr id="922" name="Google Shape;922;p20"/>
            <p:cNvSpPr/>
            <p:nvPr/>
          </p:nvSpPr>
          <p:spPr>
            <a:xfrm>
              <a:off x="357713" y="600975"/>
              <a:ext cx="357454" cy="357454"/>
            </a:xfrm>
            <a:custGeom>
              <a:rect b="b" l="l" r="r" t="t"/>
              <a:pathLst>
                <a:path extrusionOk="0" fill="none" h="6539" w="6539">
                  <a:moveTo>
                    <a:pt x="3954" y="367"/>
                  </a:moveTo>
                  <a:cubicBezTo>
                    <a:pt x="5535" y="752"/>
                    <a:pt x="6538" y="2353"/>
                    <a:pt x="6152" y="3954"/>
                  </a:cubicBezTo>
                  <a:cubicBezTo>
                    <a:pt x="5767" y="5535"/>
                    <a:pt x="4166" y="6538"/>
                    <a:pt x="2584" y="6153"/>
                  </a:cubicBezTo>
                  <a:cubicBezTo>
                    <a:pt x="984" y="5767"/>
                    <a:pt x="0" y="4166"/>
                    <a:pt x="366" y="2585"/>
                  </a:cubicBezTo>
                  <a:cubicBezTo>
                    <a:pt x="752" y="984"/>
                    <a:pt x="2353" y="0"/>
                    <a:pt x="3954" y="367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3" name="Google Shape;923;p20"/>
            <p:cNvSpPr/>
            <p:nvPr/>
          </p:nvSpPr>
          <p:spPr>
            <a:xfrm>
              <a:off x="374549" y="819196"/>
              <a:ext cx="324765" cy="324765"/>
            </a:xfrm>
            <a:custGeom>
              <a:rect b="b" l="l" r="r" t="t"/>
              <a:pathLst>
                <a:path extrusionOk="0" fill="none" h="5941" w="5941">
                  <a:moveTo>
                    <a:pt x="5941" y="2971"/>
                  </a:moveTo>
                  <a:cubicBezTo>
                    <a:pt x="5941" y="4610"/>
                    <a:pt x="4610" y="5941"/>
                    <a:pt x="2971" y="5941"/>
                  </a:cubicBezTo>
                  <a:cubicBezTo>
                    <a:pt x="1331" y="5941"/>
                    <a:pt x="1" y="4610"/>
                    <a:pt x="1" y="2971"/>
                  </a:cubicBezTo>
                  <a:cubicBezTo>
                    <a:pt x="1" y="1331"/>
                    <a:pt x="1331" y="1"/>
                    <a:pt x="2971" y="1"/>
                  </a:cubicBezTo>
                  <a:cubicBezTo>
                    <a:pt x="4610" y="1"/>
                    <a:pt x="5941" y="1331"/>
                    <a:pt x="5941" y="2971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4" name="Google Shape;924;p20"/>
            <p:cNvSpPr/>
            <p:nvPr/>
          </p:nvSpPr>
          <p:spPr>
            <a:xfrm>
              <a:off x="357713" y="997347"/>
              <a:ext cx="357454" cy="357509"/>
            </a:xfrm>
            <a:custGeom>
              <a:rect b="b" l="l" r="r" t="t"/>
              <a:pathLst>
                <a:path extrusionOk="0" fill="none" h="6540" w="6539">
                  <a:moveTo>
                    <a:pt x="3954" y="387"/>
                  </a:moveTo>
                  <a:cubicBezTo>
                    <a:pt x="5555" y="753"/>
                    <a:pt x="6538" y="2354"/>
                    <a:pt x="6152" y="3955"/>
                  </a:cubicBezTo>
                  <a:cubicBezTo>
                    <a:pt x="5767" y="5556"/>
                    <a:pt x="4166" y="6539"/>
                    <a:pt x="2584" y="6153"/>
                  </a:cubicBezTo>
                  <a:cubicBezTo>
                    <a:pt x="984" y="5787"/>
                    <a:pt x="0" y="4186"/>
                    <a:pt x="366" y="2585"/>
                  </a:cubicBezTo>
                  <a:cubicBezTo>
                    <a:pt x="752" y="985"/>
                    <a:pt x="2353" y="1"/>
                    <a:pt x="3954" y="387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5" name="Google Shape;925;p20"/>
            <p:cNvSpPr/>
            <p:nvPr/>
          </p:nvSpPr>
          <p:spPr>
            <a:xfrm>
              <a:off x="358751" y="1200863"/>
              <a:ext cx="356416" cy="356416"/>
            </a:xfrm>
            <a:custGeom>
              <a:rect b="b" l="l" r="r" t="t"/>
              <a:pathLst>
                <a:path extrusionOk="0" fill="none" h="6520" w="6520">
                  <a:moveTo>
                    <a:pt x="5362" y="1158"/>
                  </a:moveTo>
                  <a:cubicBezTo>
                    <a:pt x="6519" y="2315"/>
                    <a:pt x="6519" y="4186"/>
                    <a:pt x="5362" y="5343"/>
                  </a:cubicBezTo>
                  <a:cubicBezTo>
                    <a:pt x="4186" y="6519"/>
                    <a:pt x="2315" y="6519"/>
                    <a:pt x="1157" y="5343"/>
                  </a:cubicBezTo>
                  <a:cubicBezTo>
                    <a:pt x="0" y="4186"/>
                    <a:pt x="0" y="2315"/>
                    <a:pt x="1157" y="1158"/>
                  </a:cubicBezTo>
                  <a:cubicBezTo>
                    <a:pt x="2315" y="0"/>
                    <a:pt x="4186" y="0"/>
                    <a:pt x="5362" y="1158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926" name="Google Shape;926;p20"/>
          <p:cNvGrpSpPr/>
          <p:nvPr/>
        </p:nvGrpSpPr>
        <p:grpSpPr>
          <a:xfrm>
            <a:off x="239464" y="4378897"/>
            <a:ext cx="2019176" cy="2019176"/>
            <a:chOff x="1943325" y="-220375"/>
            <a:chExt cx="1298672" cy="1298672"/>
          </a:xfrm>
        </p:grpSpPr>
        <p:sp>
          <p:nvSpPr>
            <p:cNvPr id="927" name="Google Shape;927;p20"/>
            <p:cNvSpPr/>
            <p:nvPr/>
          </p:nvSpPr>
          <p:spPr>
            <a:xfrm>
              <a:off x="2582255" y="-220375"/>
              <a:ext cx="49" cy="460871"/>
            </a:xfrm>
            <a:custGeom>
              <a:rect b="b" l="l" r="r" t="t"/>
              <a:pathLst>
                <a:path extrusionOk="0" fill="none" h="9432" w="1">
                  <a:moveTo>
                    <a:pt x="0" y="0"/>
                  </a:moveTo>
                  <a:lnTo>
                    <a:pt x="0" y="9431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8" name="Google Shape;928;p20"/>
            <p:cNvSpPr/>
            <p:nvPr/>
          </p:nvSpPr>
          <p:spPr>
            <a:xfrm>
              <a:off x="2414509" y="-195895"/>
              <a:ext cx="118785" cy="444844"/>
            </a:xfrm>
            <a:custGeom>
              <a:rect b="b" l="l" r="r" t="t"/>
              <a:pathLst>
                <a:path extrusionOk="0" fill="none" h="9104" w="2431">
                  <a:moveTo>
                    <a:pt x="0" y="1"/>
                  </a:moveTo>
                  <a:lnTo>
                    <a:pt x="2431" y="9104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9" name="Google Shape;929;p20"/>
            <p:cNvSpPr/>
            <p:nvPr/>
          </p:nvSpPr>
          <p:spPr>
            <a:xfrm>
              <a:off x="2259027" y="-128024"/>
              <a:ext cx="229996" cy="398669"/>
            </a:xfrm>
            <a:custGeom>
              <a:rect b="b" l="l" r="r" t="t"/>
              <a:pathLst>
                <a:path extrusionOk="0" fill="none" h="8159" w="4707">
                  <a:moveTo>
                    <a:pt x="0" y="0"/>
                  </a:moveTo>
                  <a:lnTo>
                    <a:pt x="4706" y="8158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0" name="Google Shape;930;p20"/>
            <p:cNvSpPr/>
            <p:nvPr/>
          </p:nvSpPr>
          <p:spPr>
            <a:xfrm>
              <a:off x="2126121" y="-22481"/>
              <a:ext cx="325180" cy="325180"/>
            </a:xfrm>
            <a:custGeom>
              <a:rect b="b" l="l" r="r" t="t"/>
              <a:pathLst>
                <a:path extrusionOk="0" fill="none" h="6655" w="6655">
                  <a:moveTo>
                    <a:pt x="1" y="0"/>
                  </a:moveTo>
                  <a:lnTo>
                    <a:pt x="6655" y="6654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1" name="Google Shape;931;p20"/>
            <p:cNvSpPr/>
            <p:nvPr/>
          </p:nvSpPr>
          <p:spPr>
            <a:xfrm>
              <a:off x="2025317" y="113211"/>
              <a:ext cx="398669" cy="230924"/>
            </a:xfrm>
            <a:custGeom>
              <a:rect b="b" l="l" r="r" t="t"/>
              <a:pathLst>
                <a:path extrusionOk="0" fill="none" h="4726" w="8159">
                  <a:moveTo>
                    <a:pt x="0" y="1"/>
                  </a:moveTo>
                  <a:lnTo>
                    <a:pt x="8158" y="4726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2" name="Google Shape;932;p20"/>
            <p:cNvSpPr/>
            <p:nvPr/>
          </p:nvSpPr>
          <p:spPr>
            <a:xfrm>
              <a:off x="1963114" y="270598"/>
              <a:ext cx="444844" cy="119713"/>
            </a:xfrm>
            <a:custGeom>
              <a:rect b="b" l="l" r="r" t="t"/>
              <a:pathLst>
                <a:path extrusionOk="0" fill="none" h="2450" w="9104">
                  <a:moveTo>
                    <a:pt x="0" y="0"/>
                  </a:moveTo>
                  <a:lnTo>
                    <a:pt x="9103" y="24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3" name="Google Shape;933;p20"/>
            <p:cNvSpPr/>
            <p:nvPr/>
          </p:nvSpPr>
          <p:spPr>
            <a:xfrm>
              <a:off x="1943325" y="439273"/>
              <a:ext cx="460871" cy="49"/>
            </a:xfrm>
            <a:custGeom>
              <a:rect b="b" l="l" r="r" t="t"/>
              <a:pathLst>
                <a:path extrusionOk="0" fill="none" h="1" w="9432">
                  <a:moveTo>
                    <a:pt x="0" y="1"/>
                  </a:moveTo>
                  <a:lnTo>
                    <a:pt x="9431" y="1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4" name="Google Shape;934;p20"/>
            <p:cNvSpPr/>
            <p:nvPr/>
          </p:nvSpPr>
          <p:spPr>
            <a:xfrm>
              <a:off x="1967805" y="487354"/>
              <a:ext cx="445821" cy="119713"/>
            </a:xfrm>
            <a:custGeom>
              <a:rect b="b" l="l" r="r" t="t"/>
              <a:pathLst>
                <a:path extrusionOk="0" fill="none" h="2450" w="9124">
                  <a:moveTo>
                    <a:pt x="1" y="2450"/>
                  </a:moveTo>
                  <a:lnTo>
                    <a:pt x="9123" y="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5" name="Google Shape;935;p20"/>
            <p:cNvSpPr/>
            <p:nvPr/>
          </p:nvSpPr>
          <p:spPr>
            <a:xfrm>
              <a:off x="2035676" y="532600"/>
              <a:ext cx="398669" cy="229996"/>
            </a:xfrm>
            <a:custGeom>
              <a:rect b="b" l="l" r="r" t="t"/>
              <a:pathLst>
                <a:path extrusionOk="0" fill="none" h="4707" w="8159">
                  <a:moveTo>
                    <a:pt x="0" y="4706"/>
                  </a:moveTo>
                  <a:lnTo>
                    <a:pt x="8158" y="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6" name="Google Shape;936;p20"/>
            <p:cNvSpPr/>
            <p:nvPr/>
          </p:nvSpPr>
          <p:spPr>
            <a:xfrm>
              <a:off x="2141219" y="569345"/>
              <a:ext cx="326108" cy="326108"/>
            </a:xfrm>
            <a:custGeom>
              <a:rect b="b" l="l" r="r" t="t"/>
              <a:pathLst>
                <a:path extrusionOk="0" fill="none" h="6674" w="6674">
                  <a:moveTo>
                    <a:pt x="0" y="6674"/>
                  </a:moveTo>
                  <a:lnTo>
                    <a:pt x="6673" y="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7" name="Google Shape;937;p20"/>
            <p:cNvSpPr/>
            <p:nvPr/>
          </p:nvSpPr>
          <p:spPr>
            <a:xfrm>
              <a:off x="2277840" y="597588"/>
              <a:ext cx="229996" cy="398718"/>
            </a:xfrm>
            <a:custGeom>
              <a:rect b="b" l="l" r="r" t="t"/>
              <a:pathLst>
                <a:path extrusionOk="0" fill="none" h="8160" w="4707">
                  <a:moveTo>
                    <a:pt x="1" y="8159"/>
                  </a:moveTo>
                  <a:lnTo>
                    <a:pt x="4707" y="1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8" name="Google Shape;938;p20"/>
            <p:cNvSpPr/>
            <p:nvPr/>
          </p:nvSpPr>
          <p:spPr>
            <a:xfrm>
              <a:off x="2435227" y="613615"/>
              <a:ext cx="118785" cy="444893"/>
            </a:xfrm>
            <a:custGeom>
              <a:rect b="b" l="l" r="r" t="t"/>
              <a:pathLst>
                <a:path extrusionOk="0" fill="none" h="9105" w="2431">
                  <a:moveTo>
                    <a:pt x="1" y="9104"/>
                  </a:moveTo>
                  <a:lnTo>
                    <a:pt x="2431" y="1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9" name="Google Shape;939;p20"/>
            <p:cNvSpPr/>
            <p:nvPr/>
          </p:nvSpPr>
          <p:spPr>
            <a:xfrm>
              <a:off x="2602973" y="617377"/>
              <a:ext cx="49" cy="460920"/>
            </a:xfrm>
            <a:custGeom>
              <a:rect b="b" l="l" r="r" t="t"/>
              <a:pathLst>
                <a:path extrusionOk="0" fill="none" h="9433" w="1">
                  <a:moveTo>
                    <a:pt x="1" y="9432"/>
                  </a:moveTo>
                  <a:lnTo>
                    <a:pt x="1" y="1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0" name="Google Shape;940;p20"/>
            <p:cNvSpPr/>
            <p:nvPr/>
          </p:nvSpPr>
          <p:spPr>
            <a:xfrm>
              <a:off x="2651982" y="607996"/>
              <a:ext cx="118785" cy="444844"/>
            </a:xfrm>
            <a:custGeom>
              <a:rect b="b" l="l" r="r" t="t"/>
              <a:pathLst>
                <a:path extrusionOk="0" fill="none" h="9104" w="2431">
                  <a:moveTo>
                    <a:pt x="2431" y="9103"/>
                  </a:moveTo>
                  <a:lnTo>
                    <a:pt x="1" y="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1" name="Google Shape;941;p20"/>
            <p:cNvSpPr/>
            <p:nvPr/>
          </p:nvSpPr>
          <p:spPr>
            <a:xfrm>
              <a:off x="2696300" y="586301"/>
              <a:ext cx="229996" cy="398669"/>
            </a:xfrm>
            <a:custGeom>
              <a:rect b="b" l="l" r="r" t="t"/>
              <a:pathLst>
                <a:path extrusionOk="0" fill="none" h="8159" w="4707">
                  <a:moveTo>
                    <a:pt x="4706" y="8159"/>
                  </a:moveTo>
                  <a:lnTo>
                    <a:pt x="0" y="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2" name="Google Shape;942;p20"/>
            <p:cNvSpPr/>
            <p:nvPr/>
          </p:nvSpPr>
          <p:spPr>
            <a:xfrm>
              <a:off x="2733974" y="554247"/>
              <a:ext cx="325180" cy="326108"/>
            </a:xfrm>
            <a:custGeom>
              <a:rect b="b" l="l" r="r" t="t"/>
              <a:pathLst>
                <a:path extrusionOk="0" fill="none" h="6674" w="6655">
                  <a:moveTo>
                    <a:pt x="6655" y="6674"/>
                  </a:moveTo>
                  <a:lnTo>
                    <a:pt x="1" y="1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3" name="Google Shape;943;p20"/>
            <p:cNvSpPr/>
            <p:nvPr/>
          </p:nvSpPr>
          <p:spPr>
            <a:xfrm>
              <a:off x="2761288" y="513739"/>
              <a:ext cx="398718" cy="229996"/>
            </a:xfrm>
            <a:custGeom>
              <a:rect b="b" l="l" r="r" t="t"/>
              <a:pathLst>
                <a:path extrusionOk="0" fill="none" h="4707" w="8160">
                  <a:moveTo>
                    <a:pt x="8159" y="4706"/>
                  </a:moveTo>
                  <a:lnTo>
                    <a:pt x="1" y="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4" name="Google Shape;944;p20"/>
            <p:cNvSpPr/>
            <p:nvPr/>
          </p:nvSpPr>
          <p:spPr>
            <a:xfrm>
              <a:off x="2777315" y="466636"/>
              <a:ext cx="444893" cy="119713"/>
            </a:xfrm>
            <a:custGeom>
              <a:rect b="b" l="l" r="r" t="t"/>
              <a:pathLst>
                <a:path extrusionOk="0" fill="none" h="2450" w="9105">
                  <a:moveTo>
                    <a:pt x="9104" y="2449"/>
                  </a:moveTo>
                  <a:lnTo>
                    <a:pt x="1" y="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5" name="Google Shape;945;p20"/>
            <p:cNvSpPr/>
            <p:nvPr/>
          </p:nvSpPr>
          <p:spPr>
            <a:xfrm>
              <a:off x="2781077" y="417626"/>
              <a:ext cx="460920" cy="49"/>
            </a:xfrm>
            <a:custGeom>
              <a:rect b="b" l="l" r="r" t="t"/>
              <a:pathLst>
                <a:path extrusionOk="0" fill="none" h="1" w="9433">
                  <a:moveTo>
                    <a:pt x="9432" y="0"/>
                  </a:moveTo>
                  <a:lnTo>
                    <a:pt x="1" y="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6" name="Google Shape;946;p20"/>
            <p:cNvSpPr/>
            <p:nvPr/>
          </p:nvSpPr>
          <p:spPr>
            <a:xfrm>
              <a:off x="2771696" y="249880"/>
              <a:ext cx="444844" cy="119713"/>
            </a:xfrm>
            <a:custGeom>
              <a:rect b="b" l="l" r="r" t="t"/>
              <a:pathLst>
                <a:path extrusionOk="0" fill="none" h="2450" w="9104">
                  <a:moveTo>
                    <a:pt x="9103" y="0"/>
                  </a:moveTo>
                  <a:lnTo>
                    <a:pt x="0" y="24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7" name="Google Shape;947;p20"/>
            <p:cNvSpPr/>
            <p:nvPr/>
          </p:nvSpPr>
          <p:spPr>
            <a:xfrm>
              <a:off x="2750929" y="94350"/>
              <a:ext cx="398718" cy="230973"/>
            </a:xfrm>
            <a:custGeom>
              <a:rect b="b" l="l" r="r" t="t"/>
              <a:pathLst>
                <a:path extrusionOk="0" fill="none" h="4727" w="8160">
                  <a:moveTo>
                    <a:pt x="8159" y="1"/>
                  </a:moveTo>
                  <a:lnTo>
                    <a:pt x="1" y="4726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8" name="Google Shape;948;p20"/>
            <p:cNvSpPr/>
            <p:nvPr/>
          </p:nvSpPr>
          <p:spPr>
            <a:xfrm>
              <a:off x="2717947" y="-38508"/>
              <a:ext cx="326108" cy="326108"/>
            </a:xfrm>
            <a:custGeom>
              <a:rect b="b" l="l" r="r" t="t"/>
              <a:pathLst>
                <a:path extrusionOk="0" fill="none" h="6674" w="6674">
                  <a:moveTo>
                    <a:pt x="6674" y="0"/>
                  </a:moveTo>
                  <a:lnTo>
                    <a:pt x="1" y="6674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9" name="Google Shape;949;p20"/>
            <p:cNvSpPr/>
            <p:nvPr/>
          </p:nvSpPr>
          <p:spPr>
            <a:xfrm>
              <a:off x="2677439" y="-139361"/>
              <a:ext cx="229996" cy="399646"/>
            </a:xfrm>
            <a:custGeom>
              <a:rect b="b" l="l" r="r" t="t"/>
              <a:pathLst>
                <a:path extrusionOk="0" fill="none" h="8179" w="4707">
                  <a:moveTo>
                    <a:pt x="4706" y="1"/>
                  </a:moveTo>
                  <a:lnTo>
                    <a:pt x="0" y="8178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0" name="Google Shape;950;p20"/>
            <p:cNvSpPr/>
            <p:nvPr/>
          </p:nvSpPr>
          <p:spPr>
            <a:xfrm>
              <a:off x="2631264" y="-201563"/>
              <a:ext cx="118785" cy="444893"/>
            </a:xfrm>
            <a:custGeom>
              <a:rect b="b" l="l" r="r" t="t"/>
              <a:pathLst>
                <a:path extrusionOk="0" fill="none" h="9105" w="2431">
                  <a:moveTo>
                    <a:pt x="2430" y="1"/>
                  </a:moveTo>
                  <a:lnTo>
                    <a:pt x="0" y="9104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1" name="Google Shape;951;p20"/>
            <p:cNvSpPr/>
            <p:nvPr/>
          </p:nvSpPr>
          <p:spPr>
            <a:xfrm>
              <a:off x="2607712" y="-215684"/>
              <a:ext cx="62251" cy="456180"/>
            </a:xfrm>
            <a:custGeom>
              <a:rect b="b" l="l" r="r" t="t"/>
              <a:pathLst>
                <a:path extrusionOk="0" fill="none" h="9336" w="1274">
                  <a:moveTo>
                    <a:pt x="1273" y="0"/>
                  </a:moveTo>
                  <a:lnTo>
                    <a:pt x="0" y="9335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2" name="Google Shape;952;p20"/>
            <p:cNvSpPr/>
            <p:nvPr/>
          </p:nvSpPr>
          <p:spPr>
            <a:xfrm>
              <a:off x="2500263" y="-213779"/>
              <a:ext cx="57511" cy="457109"/>
            </a:xfrm>
            <a:custGeom>
              <a:rect b="b" l="l" r="r" t="t"/>
              <a:pathLst>
                <a:path extrusionOk="0" fill="none" h="9355" w="1177">
                  <a:moveTo>
                    <a:pt x="1" y="0"/>
                  </a:moveTo>
                  <a:lnTo>
                    <a:pt x="1177" y="9354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3" name="Google Shape;953;p20"/>
            <p:cNvSpPr/>
            <p:nvPr/>
          </p:nvSpPr>
          <p:spPr>
            <a:xfrm>
              <a:off x="2337208" y="-168580"/>
              <a:ext cx="174390" cy="426961"/>
            </a:xfrm>
            <a:custGeom>
              <a:rect b="b" l="l" r="r" t="t"/>
              <a:pathLst>
                <a:path extrusionOk="0" fill="none" h="8738" w="3569">
                  <a:moveTo>
                    <a:pt x="1" y="1"/>
                  </a:moveTo>
                  <a:lnTo>
                    <a:pt x="3569" y="8738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4" name="Google Shape;954;p20"/>
            <p:cNvSpPr/>
            <p:nvPr/>
          </p:nvSpPr>
          <p:spPr>
            <a:xfrm>
              <a:off x="2191157" y="-81849"/>
              <a:ext cx="279005" cy="366615"/>
            </a:xfrm>
            <a:custGeom>
              <a:rect b="b" l="l" r="r" t="t"/>
              <a:pathLst>
                <a:path extrusionOk="0" fill="none" h="7503" w="5710">
                  <a:moveTo>
                    <a:pt x="0" y="0"/>
                  </a:moveTo>
                  <a:lnTo>
                    <a:pt x="5709" y="7503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5" name="Google Shape;955;p20"/>
            <p:cNvSpPr/>
            <p:nvPr/>
          </p:nvSpPr>
          <p:spPr>
            <a:xfrm>
              <a:off x="2072420" y="39722"/>
              <a:ext cx="364759" cy="281790"/>
            </a:xfrm>
            <a:custGeom>
              <a:rect b="b" l="l" r="r" t="t"/>
              <a:pathLst>
                <a:path extrusionOk="0" fill="none" h="5767" w="7465">
                  <a:moveTo>
                    <a:pt x="0" y="0"/>
                  </a:moveTo>
                  <a:lnTo>
                    <a:pt x="7464" y="5767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6" name="Google Shape;956;p20"/>
            <p:cNvSpPr/>
            <p:nvPr/>
          </p:nvSpPr>
          <p:spPr>
            <a:xfrm>
              <a:off x="1989500" y="187678"/>
              <a:ext cx="425055" cy="178153"/>
            </a:xfrm>
            <a:custGeom>
              <a:rect b="b" l="l" r="r" t="t"/>
              <a:pathLst>
                <a:path extrusionOk="0" fill="none" h="3646" w="8699">
                  <a:moveTo>
                    <a:pt x="0" y="0"/>
                  </a:moveTo>
                  <a:lnTo>
                    <a:pt x="8698" y="3645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7" name="Google Shape;957;p20"/>
            <p:cNvSpPr/>
            <p:nvPr/>
          </p:nvSpPr>
          <p:spPr>
            <a:xfrm>
              <a:off x="1948016" y="351662"/>
              <a:ext cx="456180" cy="62251"/>
            </a:xfrm>
            <a:custGeom>
              <a:rect b="b" l="l" r="r" t="t"/>
              <a:pathLst>
                <a:path extrusionOk="0" fill="none" h="1274" w="9336">
                  <a:moveTo>
                    <a:pt x="1" y="0"/>
                  </a:moveTo>
                  <a:lnTo>
                    <a:pt x="9335" y="1273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8" name="Google Shape;958;p20"/>
            <p:cNvSpPr/>
            <p:nvPr/>
          </p:nvSpPr>
          <p:spPr>
            <a:xfrm>
              <a:off x="1949921" y="462824"/>
              <a:ext cx="457109" cy="58488"/>
            </a:xfrm>
            <a:custGeom>
              <a:rect b="b" l="l" r="r" t="t"/>
              <a:pathLst>
                <a:path extrusionOk="0" fill="none" h="1197" w="9355">
                  <a:moveTo>
                    <a:pt x="0" y="1197"/>
                  </a:moveTo>
                  <a:lnTo>
                    <a:pt x="9354" y="1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9" name="Google Shape;959;p20"/>
            <p:cNvSpPr/>
            <p:nvPr/>
          </p:nvSpPr>
          <p:spPr>
            <a:xfrm>
              <a:off x="1996097" y="509977"/>
              <a:ext cx="425983" cy="174390"/>
            </a:xfrm>
            <a:custGeom>
              <a:rect b="b" l="l" r="r" t="t"/>
              <a:pathLst>
                <a:path extrusionOk="0" fill="none" h="3569" w="8718">
                  <a:moveTo>
                    <a:pt x="0" y="3568"/>
                  </a:moveTo>
                  <a:lnTo>
                    <a:pt x="8718" y="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0" name="Google Shape;960;p20"/>
            <p:cNvSpPr/>
            <p:nvPr/>
          </p:nvSpPr>
          <p:spPr>
            <a:xfrm>
              <a:off x="2081851" y="551413"/>
              <a:ext cx="367593" cy="279005"/>
            </a:xfrm>
            <a:custGeom>
              <a:rect b="b" l="l" r="r" t="t"/>
              <a:pathLst>
                <a:path extrusionOk="0" fill="none" h="5710" w="7523">
                  <a:moveTo>
                    <a:pt x="0" y="5710"/>
                  </a:moveTo>
                  <a:lnTo>
                    <a:pt x="7522" y="1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1" name="Google Shape;961;p20"/>
            <p:cNvSpPr/>
            <p:nvPr/>
          </p:nvSpPr>
          <p:spPr>
            <a:xfrm>
              <a:off x="2203422" y="584395"/>
              <a:ext cx="281790" cy="363830"/>
            </a:xfrm>
            <a:custGeom>
              <a:rect b="b" l="l" r="r" t="t"/>
              <a:pathLst>
                <a:path extrusionOk="0" fill="none" h="7446" w="5767">
                  <a:moveTo>
                    <a:pt x="0" y="7446"/>
                  </a:moveTo>
                  <a:lnTo>
                    <a:pt x="5767" y="1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2" name="Google Shape;962;p20"/>
            <p:cNvSpPr/>
            <p:nvPr/>
          </p:nvSpPr>
          <p:spPr>
            <a:xfrm>
              <a:off x="2351378" y="607018"/>
              <a:ext cx="178153" cy="424126"/>
            </a:xfrm>
            <a:custGeom>
              <a:rect b="b" l="l" r="r" t="t"/>
              <a:pathLst>
                <a:path extrusionOk="0" fill="none" h="8680" w="3646">
                  <a:moveTo>
                    <a:pt x="0" y="8680"/>
                  </a:moveTo>
                  <a:lnTo>
                    <a:pt x="3645" y="1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3" name="Google Shape;963;p20"/>
            <p:cNvSpPr/>
            <p:nvPr/>
          </p:nvSpPr>
          <p:spPr>
            <a:xfrm>
              <a:off x="2515362" y="616449"/>
              <a:ext cx="62251" cy="457109"/>
            </a:xfrm>
            <a:custGeom>
              <a:rect b="b" l="l" r="r" t="t"/>
              <a:pathLst>
                <a:path extrusionOk="0" fill="none" h="9355" w="1274">
                  <a:moveTo>
                    <a:pt x="0" y="9355"/>
                  </a:moveTo>
                  <a:lnTo>
                    <a:pt x="1273" y="1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4" name="Google Shape;964;p20"/>
            <p:cNvSpPr/>
            <p:nvPr/>
          </p:nvSpPr>
          <p:spPr>
            <a:xfrm>
              <a:off x="2626524" y="614592"/>
              <a:ext cx="58488" cy="457109"/>
            </a:xfrm>
            <a:custGeom>
              <a:rect b="b" l="l" r="r" t="t"/>
              <a:pathLst>
                <a:path extrusionOk="0" fill="none" h="9355" w="1197">
                  <a:moveTo>
                    <a:pt x="1197" y="9354"/>
                  </a:moveTo>
                  <a:lnTo>
                    <a:pt x="1" y="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5" name="Google Shape;965;p20"/>
            <p:cNvSpPr/>
            <p:nvPr/>
          </p:nvSpPr>
          <p:spPr>
            <a:xfrm>
              <a:off x="2673677" y="598565"/>
              <a:ext cx="174390" cy="426961"/>
            </a:xfrm>
            <a:custGeom>
              <a:rect b="b" l="l" r="r" t="t"/>
              <a:pathLst>
                <a:path extrusionOk="0" fill="none" h="8738" w="3569">
                  <a:moveTo>
                    <a:pt x="3568" y="8737"/>
                  </a:moveTo>
                  <a:lnTo>
                    <a:pt x="0" y="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6" name="Google Shape;966;p20"/>
            <p:cNvSpPr/>
            <p:nvPr/>
          </p:nvSpPr>
          <p:spPr>
            <a:xfrm>
              <a:off x="2715113" y="572179"/>
              <a:ext cx="279005" cy="366615"/>
            </a:xfrm>
            <a:custGeom>
              <a:rect b="b" l="l" r="r" t="t"/>
              <a:pathLst>
                <a:path extrusionOk="0" fill="none" h="7503" w="5710">
                  <a:moveTo>
                    <a:pt x="5710" y="7503"/>
                  </a:moveTo>
                  <a:lnTo>
                    <a:pt x="1" y="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7" name="Google Shape;967;p20"/>
            <p:cNvSpPr/>
            <p:nvPr/>
          </p:nvSpPr>
          <p:spPr>
            <a:xfrm>
              <a:off x="2748095" y="535386"/>
              <a:ext cx="364759" cy="281839"/>
            </a:xfrm>
            <a:custGeom>
              <a:rect b="b" l="l" r="r" t="t"/>
              <a:pathLst>
                <a:path extrusionOk="0" fill="none" h="5768" w="7465">
                  <a:moveTo>
                    <a:pt x="7465" y="5768"/>
                  </a:moveTo>
                  <a:lnTo>
                    <a:pt x="1" y="1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8" name="Google Shape;968;p20"/>
            <p:cNvSpPr/>
            <p:nvPr/>
          </p:nvSpPr>
          <p:spPr>
            <a:xfrm>
              <a:off x="2770718" y="491116"/>
              <a:ext cx="424126" cy="179081"/>
            </a:xfrm>
            <a:custGeom>
              <a:rect b="b" l="l" r="r" t="t"/>
              <a:pathLst>
                <a:path extrusionOk="0" fill="none" h="3665" w="8680">
                  <a:moveTo>
                    <a:pt x="8680" y="3665"/>
                  </a:moveTo>
                  <a:lnTo>
                    <a:pt x="1" y="1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9" name="Google Shape;969;p20"/>
            <p:cNvSpPr/>
            <p:nvPr/>
          </p:nvSpPr>
          <p:spPr>
            <a:xfrm>
              <a:off x="2781077" y="443035"/>
              <a:ext cx="456180" cy="62251"/>
            </a:xfrm>
            <a:custGeom>
              <a:rect b="b" l="l" r="r" t="t"/>
              <a:pathLst>
                <a:path extrusionOk="0" fill="none" h="1274" w="9336">
                  <a:moveTo>
                    <a:pt x="9336" y="1274"/>
                  </a:moveTo>
                  <a:lnTo>
                    <a:pt x="1" y="1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0" name="Google Shape;970;p20"/>
            <p:cNvSpPr/>
            <p:nvPr/>
          </p:nvSpPr>
          <p:spPr>
            <a:xfrm>
              <a:off x="2778292" y="335635"/>
              <a:ext cx="457109" cy="58440"/>
            </a:xfrm>
            <a:custGeom>
              <a:rect b="b" l="l" r="r" t="t"/>
              <a:pathLst>
                <a:path extrusionOk="0" fill="none" h="1196" w="9355">
                  <a:moveTo>
                    <a:pt x="9354" y="0"/>
                  </a:moveTo>
                  <a:lnTo>
                    <a:pt x="0" y="1196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1" name="Google Shape;971;p20"/>
            <p:cNvSpPr/>
            <p:nvPr/>
          </p:nvSpPr>
          <p:spPr>
            <a:xfrm>
              <a:off x="2763194" y="172579"/>
              <a:ext cx="426032" cy="174390"/>
            </a:xfrm>
            <a:custGeom>
              <a:rect b="b" l="l" r="r" t="t"/>
              <a:pathLst>
                <a:path extrusionOk="0" fill="none" h="3569" w="8719">
                  <a:moveTo>
                    <a:pt x="8718" y="1"/>
                  </a:moveTo>
                  <a:lnTo>
                    <a:pt x="1" y="3569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2" name="Google Shape;972;p20"/>
            <p:cNvSpPr/>
            <p:nvPr/>
          </p:nvSpPr>
          <p:spPr>
            <a:xfrm>
              <a:off x="2735879" y="27457"/>
              <a:ext cx="366615" cy="278076"/>
            </a:xfrm>
            <a:custGeom>
              <a:rect b="b" l="l" r="r" t="t"/>
              <a:pathLst>
                <a:path extrusionOk="0" fill="none" h="5691" w="7503">
                  <a:moveTo>
                    <a:pt x="7503" y="0"/>
                  </a:moveTo>
                  <a:lnTo>
                    <a:pt x="0" y="569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3" name="Google Shape;973;p20"/>
            <p:cNvSpPr/>
            <p:nvPr/>
          </p:nvSpPr>
          <p:spPr>
            <a:xfrm>
              <a:off x="2699135" y="-91280"/>
              <a:ext cx="282767" cy="364759"/>
            </a:xfrm>
            <a:custGeom>
              <a:rect b="b" l="l" r="r" t="t"/>
              <a:pathLst>
                <a:path extrusionOk="0" fill="none" h="7465" w="5787">
                  <a:moveTo>
                    <a:pt x="5786" y="0"/>
                  </a:moveTo>
                  <a:lnTo>
                    <a:pt x="0" y="7464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4" name="Google Shape;974;p20"/>
            <p:cNvSpPr/>
            <p:nvPr/>
          </p:nvSpPr>
          <p:spPr>
            <a:xfrm>
              <a:off x="2655744" y="-174200"/>
              <a:ext cx="178153" cy="425055"/>
            </a:xfrm>
            <a:custGeom>
              <a:rect b="b" l="l" r="r" t="t"/>
              <a:pathLst>
                <a:path extrusionOk="0" fill="none" h="8699" w="3646">
                  <a:moveTo>
                    <a:pt x="3646" y="0"/>
                  </a:moveTo>
                  <a:lnTo>
                    <a:pt x="1" y="8698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975" name="Google Shape;975;p20"/>
          <p:cNvGrpSpPr/>
          <p:nvPr/>
        </p:nvGrpSpPr>
        <p:grpSpPr>
          <a:xfrm>
            <a:off x="7987940" y="1294445"/>
            <a:ext cx="1965289" cy="517060"/>
            <a:chOff x="3539975" y="3523525"/>
            <a:chExt cx="745925" cy="196250"/>
          </a:xfrm>
        </p:grpSpPr>
        <p:sp>
          <p:nvSpPr>
            <p:cNvPr id="976" name="Google Shape;976;p20"/>
            <p:cNvSpPr/>
            <p:nvPr/>
          </p:nvSpPr>
          <p:spPr>
            <a:xfrm>
              <a:off x="3539975" y="3523525"/>
              <a:ext cx="196250" cy="196250"/>
            </a:xfrm>
            <a:custGeom>
              <a:rect b="b" l="l" r="r" t="t"/>
              <a:pathLst>
                <a:path extrusionOk="0" fill="none" h="7850" w="785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7" name="Google Shape;977;p20"/>
            <p:cNvSpPr/>
            <p:nvPr/>
          </p:nvSpPr>
          <p:spPr>
            <a:xfrm>
              <a:off x="3576625" y="3523525"/>
              <a:ext cx="196250" cy="196250"/>
            </a:xfrm>
            <a:custGeom>
              <a:rect b="b" l="l" r="r" t="t"/>
              <a:pathLst>
                <a:path extrusionOk="0" fill="none" h="7850" w="785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8" name="Google Shape;978;p20"/>
            <p:cNvSpPr/>
            <p:nvPr/>
          </p:nvSpPr>
          <p:spPr>
            <a:xfrm>
              <a:off x="3613250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1" y="0"/>
                  </a:moveTo>
                  <a:lnTo>
                    <a:pt x="7851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9" name="Google Shape;979;p20"/>
            <p:cNvSpPr/>
            <p:nvPr/>
          </p:nvSpPr>
          <p:spPr>
            <a:xfrm>
              <a:off x="3649900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1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0" name="Google Shape;980;p20"/>
            <p:cNvSpPr/>
            <p:nvPr/>
          </p:nvSpPr>
          <p:spPr>
            <a:xfrm>
              <a:off x="3686550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1" name="Google Shape;981;p20"/>
            <p:cNvSpPr/>
            <p:nvPr/>
          </p:nvSpPr>
          <p:spPr>
            <a:xfrm>
              <a:off x="3723200" y="3523525"/>
              <a:ext cx="196250" cy="196250"/>
            </a:xfrm>
            <a:custGeom>
              <a:rect b="b" l="l" r="r" t="t"/>
              <a:pathLst>
                <a:path extrusionOk="0" fill="none" h="7850" w="785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2" name="Google Shape;982;p20"/>
            <p:cNvSpPr/>
            <p:nvPr/>
          </p:nvSpPr>
          <p:spPr>
            <a:xfrm>
              <a:off x="3759825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1" y="0"/>
                  </a:moveTo>
                  <a:lnTo>
                    <a:pt x="7851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3" name="Google Shape;983;p20"/>
            <p:cNvSpPr/>
            <p:nvPr/>
          </p:nvSpPr>
          <p:spPr>
            <a:xfrm>
              <a:off x="3796475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1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4" name="Google Shape;984;p20"/>
            <p:cNvSpPr/>
            <p:nvPr/>
          </p:nvSpPr>
          <p:spPr>
            <a:xfrm>
              <a:off x="3833125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1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5" name="Google Shape;985;p20"/>
            <p:cNvSpPr/>
            <p:nvPr/>
          </p:nvSpPr>
          <p:spPr>
            <a:xfrm>
              <a:off x="3869775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6" name="Google Shape;986;p20"/>
            <p:cNvSpPr/>
            <p:nvPr/>
          </p:nvSpPr>
          <p:spPr>
            <a:xfrm>
              <a:off x="3906425" y="3523525"/>
              <a:ext cx="196250" cy="196250"/>
            </a:xfrm>
            <a:custGeom>
              <a:rect b="b" l="l" r="r" t="t"/>
              <a:pathLst>
                <a:path extrusionOk="0" fill="none" h="7850" w="785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7" name="Google Shape;987;p20"/>
            <p:cNvSpPr/>
            <p:nvPr/>
          </p:nvSpPr>
          <p:spPr>
            <a:xfrm>
              <a:off x="3943050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1" y="0"/>
                  </a:moveTo>
                  <a:lnTo>
                    <a:pt x="7851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8" name="Google Shape;988;p20"/>
            <p:cNvSpPr/>
            <p:nvPr/>
          </p:nvSpPr>
          <p:spPr>
            <a:xfrm>
              <a:off x="3979700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1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9" name="Google Shape;989;p20"/>
            <p:cNvSpPr/>
            <p:nvPr/>
          </p:nvSpPr>
          <p:spPr>
            <a:xfrm>
              <a:off x="4016350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1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0" name="Google Shape;990;p20"/>
            <p:cNvSpPr/>
            <p:nvPr/>
          </p:nvSpPr>
          <p:spPr>
            <a:xfrm>
              <a:off x="4053000" y="3523525"/>
              <a:ext cx="196250" cy="196250"/>
            </a:xfrm>
            <a:custGeom>
              <a:rect b="b" l="l" r="r" t="t"/>
              <a:pathLst>
                <a:path extrusionOk="0" fill="none" h="7850" w="785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1" name="Google Shape;991;p20"/>
            <p:cNvSpPr/>
            <p:nvPr/>
          </p:nvSpPr>
          <p:spPr>
            <a:xfrm>
              <a:off x="4089650" y="3523525"/>
              <a:ext cx="196250" cy="196250"/>
            </a:xfrm>
            <a:custGeom>
              <a:rect b="b" l="l" r="r" t="t"/>
              <a:pathLst>
                <a:path extrusionOk="0" fill="none" h="7850" w="785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 3">
  <p:cSld name="CUSTOM_1_1_1_1_1_2_1_1_1">
    <p:spTree>
      <p:nvGrpSpPr>
        <p:cNvPr id="992" name="Shape 9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3" name="Google Shape;993;p21"/>
          <p:cNvPicPr preferRelativeResize="0"/>
          <p:nvPr/>
        </p:nvPicPr>
        <p:blipFill rotWithShape="1">
          <a:blip r:embed="rId2">
            <a:alphaModFix amt="60000"/>
          </a:blip>
          <a:srcRect b="0" l="40" r="30" t="0"/>
          <a:stretch/>
        </p:blipFill>
        <p:spPr>
          <a:xfrm flipH="1" rot="10800000">
            <a:off x="0" y="1"/>
            <a:ext cx="9144002" cy="5143499"/>
          </a:xfrm>
          <a:prstGeom prst="rect">
            <a:avLst/>
          </a:prstGeom>
          <a:noFill/>
          <a:ln>
            <a:noFill/>
          </a:ln>
        </p:spPr>
      </p:pic>
      <p:sp>
        <p:nvSpPr>
          <p:cNvPr id="994" name="Google Shape;994;p21"/>
          <p:cNvSpPr txBox="1"/>
          <p:nvPr>
            <p:ph idx="1" type="subTitle"/>
          </p:nvPr>
        </p:nvSpPr>
        <p:spPr>
          <a:xfrm>
            <a:off x="2439200" y="3075306"/>
            <a:ext cx="2099100" cy="443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100">
                <a:latin typeface="Aldrich"/>
                <a:ea typeface="Aldrich"/>
                <a:cs typeface="Aldrich"/>
                <a:sym typeface="Aldrich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95" name="Google Shape;995;p21"/>
          <p:cNvSpPr txBox="1"/>
          <p:nvPr>
            <p:ph idx="2" type="subTitle"/>
          </p:nvPr>
        </p:nvSpPr>
        <p:spPr>
          <a:xfrm>
            <a:off x="2439201" y="3411801"/>
            <a:ext cx="2099100" cy="668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96" name="Google Shape;996;p21"/>
          <p:cNvSpPr txBox="1"/>
          <p:nvPr>
            <p:ph idx="3" type="subTitle"/>
          </p:nvPr>
        </p:nvSpPr>
        <p:spPr>
          <a:xfrm>
            <a:off x="2439209" y="1551800"/>
            <a:ext cx="2099100" cy="443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100">
                <a:latin typeface="Aldrich"/>
                <a:ea typeface="Aldrich"/>
                <a:cs typeface="Aldrich"/>
                <a:sym typeface="Aldrich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97" name="Google Shape;997;p21"/>
          <p:cNvSpPr txBox="1"/>
          <p:nvPr>
            <p:ph idx="4" type="subTitle"/>
          </p:nvPr>
        </p:nvSpPr>
        <p:spPr>
          <a:xfrm>
            <a:off x="2439205" y="1888295"/>
            <a:ext cx="2099100" cy="668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98" name="Google Shape;998;p21"/>
          <p:cNvSpPr txBox="1"/>
          <p:nvPr>
            <p:ph type="title"/>
          </p:nvPr>
        </p:nvSpPr>
        <p:spPr>
          <a:xfrm>
            <a:off x="715500" y="538250"/>
            <a:ext cx="7713000" cy="4206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900"/>
              <a:buNone/>
              <a:defRPr sz="2900">
                <a:latin typeface="Aldrich"/>
                <a:ea typeface="Aldrich"/>
                <a:cs typeface="Aldrich"/>
                <a:sym typeface="Aldrich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9pPr>
          </a:lstStyle>
          <a:p/>
        </p:txBody>
      </p:sp>
      <p:pic>
        <p:nvPicPr>
          <p:cNvPr id="999" name="Google Shape;999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10800000">
            <a:off x="536574" y="3946275"/>
            <a:ext cx="9353213" cy="268125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000" name="Google Shape;1000;p21"/>
          <p:cNvGrpSpPr/>
          <p:nvPr/>
        </p:nvGrpSpPr>
        <p:grpSpPr>
          <a:xfrm flipH="1" rot="10800000">
            <a:off x="400702" y="1439175"/>
            <a:ext cx="283332" cy="284718"/>
            <a:chOff x="432750" y="3302025"/>
            <a:chExt cx="216416" cy="217475"/>
          </a:xfrm>
        </p:grpSpPr>
        <p:sp>
          <p:nvSpPr>
            <p:cNvPr id="1001" name="Google Shape;1001;p21"/>
            <p:cNvSpPr/>
            <p:nvPr/>
          </p:nvSpPr>
          <p:spPr>
            <a:xfrm>
              <a:off x="435041" y="3425950"/>
              <a:ext cx="214125" cy="93550"/>
            </a:xfrm>
            <a:custGeom>
              <a:rect b="b" l="l" r="r" t="t"/>
              <a:pathLst>
                <a:path extrusionOk="0" h="3742" w="8565">
                  <a:moveTo>
                    <a:pt x="1" y="0"/>
                  </a:moveTo>
                  <a:cubicBezTo>
                    <a:pt x="290" y="2141"/>
                    <a:pt x="2122" y="3742"/>
                    <a:pt x="4283" y="3742"/>
                  </a:cubicBezTo>
                  <a:cubicBezTo>
                    <a:pt x="6443" y="3742"/>
                    <a:pt x="8275" y="2141"/>
                    <a:pt x="856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2" name="Google Shape;1002;p21"/>
            <p:cNvSpPr/>
            <p:nvPr/>
          </p:nvSpPr>
          <p:spPr>
            <a:xfrm>
              <a:off x="432750" y="3302025"/>
              <a:ext cx="214125" cy="94050"/>
            </a:xfrm>
            <a:custGeom>
              <a:rect b="b" l="l" r="r" t="t"/>
              <a:pathLst>
                <a:path extrusionOk="0" h="3762" w="8565">
                  <a:moveTo>
                    <a:pt x="1" y="0"/>
                  </a:moveTo>
                  <a:cubicBezTo>
                    <a:pt x="271" y="2141"/>
                    <a:pt x="2103" y="3761"/>
                    <a:pt x="4283" y="3761"/>
                  </a:cubicBezTo>
                  <a:cubicBezTo>
                    <a:pt x="6443" y="3761"/>
                    <a:pt x="8275" y="2141"/>
                    <a:pt x="856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003" name="Google Shape;1003;p21"/>
          <p:cNvGrpSpPr/>
          <p:nvPr/>
        </p:nvGrpSpPr>
        <p:grpSpPr>
          <a:xfrm flipH="1" rot="10800000">
            <a:off x="357713" y="2873685"/>
            <a:ext cx="357454" cy="956304"/>
            <a:chOff x="357713" y="600975"/>
            <a:chExt cx="357454" cy="956304"/>
          </a:xfrm>
        </p:grpSpPr>
        <p:sp>
          <p:nvSpPr>
            <p:cNvPr id="1004" name="Google Shape;1004;p21"/>
            <p:cNvSpPr/>
            <p:nvPr/>
          </p:nvSpPr>
          <p:spPr>
            <a:xfrm>
              <a:off x="357713" y="600975"/>
              <a:ext cx="357454" cy="357454"/>
            </a:xfrm>
            <a:custGeom>
              <a:rect b="b" l="l" r="r" t="t"/>
              <a:pathLst>
                <a:path extrusionOk="0" fill="none" h="6539" w="6539">
                  <a:moveTo>
                    <a:pt x="3954" y="367"/>
                  </a:moveTo>
                  <a:cubicBezTo>
                    <a:pt x="5535" y="752"/>
                    <a:pt x="6538" y="2353"/>
                    <a:pt x="6152" y="3954"/>
                  </a:cubicBezTo>
                  <a:cubicBezTo>
                    <a:pt x="5767" y="5535"/>
                    <a:pt x="4166" y="6538"/>
                    <a:pt x="2584" y="6153"/>
                  </a:cubicBezTo>
                  <a:cubicBezTo>
                    <a:pt x="984" y="5767"/>
                    <a:pt x="0" y="4166"/>
                    <a:pt x="366" y="2585"/>
                  </a:cubicBezTo>
                  <a:cubicBezTo>
                    <a:pt x="752" y="984"/>
                    <a:pt x="2353" y="0"/>
                    <a:pt x="3954" y="367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5" name="Google Shape;1005;p21"/>
            <p:cNvSpPr/>
            <p:nvPr/>
          </p:nvSpPr>
          <p:spPr>
            <a:xfrm>
              <a:off x="374549" y="819196"/>
              <a:ext cx="324765" cy="324765"/>
            </a:xfrm>
            <a:custGeom>
              <a:rect b="b" l="l" r="r" t="t"/>
              <a:pathLst>
                <a:path extrusionOk="0" fill="none" h="5941" w="5941">
                  <a:moveTo>
                    <a:pt x="5941" y="2971"/>
                  </a:moveTo>
                  <a:cubicBezTo>
                    <a:pt x="5941" y="4610"/>
                    <a:pt x="4610" y="5941"/>
                    <a:pt x="2971" y="5941"/>
                  </a:cubicBezTo>
                  <a:cubicBezTo>
                    <a:pt x="1331" y="5941"/>
                    <a:pt x="1" y="4610"/>
                    <a:pt x="1" y="2971"/>
                  </a:cubicBezTo>
                  <a:cubicBezTo>
                    <a:pt x="1" y="1331"/>
                    <a:pt x="1331" y="1"/>
                    <a:pt x="2971" y="1"/>
                  </a:cubicBezTo>
                  <a:cubicBezTo>
                    <a:pt x="4610" y="1"/>
                    <a:pt x="5941" y="1331"/>
                    <a:pt x="5941" y="2971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6" name="Google Shape;1006;p21"/>
            <p:cNvSpPr/>
            <p:nvPr/>
          </p:nvSpPr>
          <p:spPr>
            <a:xfrm>
              <a:off x="357713" y="997347"/>
              <a:ext cx="357454" cy="357509"/>
            </a:xfrm>
            <a:custGeom>
              <a:rect b="b" l="l" r="r" t="t"/>
              <a:pathLst>
                <a:path extrusionOk="0" fill="none" h="6540" w="6539">
                  <a:moveTo>
                    <a:pt x="3954" y="387"/>
                  </a:moveTo>
                  <a:cubicBezTo>
                    <a:pt x="5555" y="753"/>
                    <a:pt x="6538" y="2354"/>
                    <a:pt x="6152" y="3955"/>
                  </a:cubicBezTo>
                  <a:cubicBezTo>
                    <a:pt x="5767" y="5556"/>
                    <a:pt x="4166" y="6539"/>
                    <a:pt x="2584" y="6153"/>
                  </a:cubicBezTo>
                  <a:cubicBezTo>
                    <a:pt x="984" y="5787"/>
                    <a:pt x="0" y="4186"/>
                    <a:pt x="366" y="2585"/>
                  </a:cubicBezTo>
                  <a:cubicBezTo>
                    <a:pt x="752" y="985"/>
                    <a:pt x="2353" y="1"/>
                    <a:pt x="3954" y="387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7" name="Google Shape;1007;p21"/>
            <p:cNvSpPr/>
            <p:nvPr/>
          </p:nvSpPr>
          <p:spPr>
            <a:xfrm>
              <a:off x="358751" y="1200863"/>
              <a:ext cx="356416" cy="356416"/>
            </a:xfrm>
            <a:custGeom>
              <a:rect b="b" l="l" r="r" t="t"/>
              <a:pathLst>
                <a:path extrusionOk="0" fill="none" h="6520" w="6520">
                  <a:moveTo>
                    <a:pt x="5362" y="1158"/>
                  </a:moveTo>
                  <a:cubicBezTo>
                    <a:pt x="6519" y="2315"/>
                    <a:pt x="6519" y="4186"/>
                    <a:pt x="5362" y="5343"/>
                  </a:cubicBezTo>
                  <a:cubicBezTo>
                    <a:pt x="4186" y="6519"/>
                    <a:pt x="2315" y="6519"/>
                    <a:pt x="1157" y="5343"/>
                  </a:cubicBezTo>
                  <a:cubicBezTo>
                    <a:pt x="0" y="4186"/>
                    <a:pt x="0" y="2315"/>
                    <a:pt x="1157" y="1158"/>
                  </a:cubicBezTo>
                  <a:cubicBezTo>
                    <a:pt x="2315" y="0"/>
                    <a:pt x="4186" y="0"/>
                    <a:pt x="5362" y="1158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008" name="Google Shape;1008;p21"/>
          <p:cNvGrpSpPr/>
          <p:nvPr/>
        </p:nvGrpSpPr>
        <p:grpSpPr>
          <a:xfrm>
            <a:off x="8079415" y="2873670"/>
            <a:ext cx="1965289" cy="517060"/>
            <a:chOff x="3539975" y="3523525"/>
            <a:chExt cx="745925" cy="196250"/>
          </a:xfrm>
        </p:grpSpPr>
        <p:sp>
          <p:nvSpPr>
            <p:cNvPr id="1009" name="Google Shape;1009;p21"/>
            <p:cNvSpPr/>
            <p:nvPr/>
          </p:nvSpPr>
          <p:spPr>
            <a:xfrm>
              <a:off x="3539975" y="3523525"/>
              <a:ext cx="196250" cy="196250"/>
            </a:xfrm>
            <a:custGeom>
              <a:rect b="b" l="l" r="r" t="t"/>
              <a:pathLst>
                <a:path extrusionOk="0" fill="none" h="7850" w="785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0" name="Google Shape;1010;p21"/>
            <p:cNvSpPr/>
            <p:nvPr/>
          </p:nvSpPr>
          <p:spPr>
            <a:xfrm>
              <a:off x="3576625" y="3523525"/>
              <a:ext cx="196250" cy="196250"/>
            </a:xfrm>
            <a:custGeom>
              <a:rect b="b" l="l" r="r" t="t"/>
              <a:pathLst>
                <a:path extrusionOk="0" fill="none" h="7850" w="785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1" name="Google Shape;1011;p21"/>
            <p:cNvSpPr/>
            <p:nvPr/>
          </p:nvSpPr>
          <p:spPr>
            <a:xfrm>
              <a:off x="3613250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1" y="0"/>
                  </a:moveTo>
                  <a:lnTo>
                    <a:pt x="7851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2" name="Google Shape;1012;p21"/>
            <p:cNvSpPr/>
            <p:nvPr/>
          </p:nvSpPr>
          <p:spPr>
            <a:xfrm>
              <a:off x="3649900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1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3" name="Google Shape;1013;p21"/>
            <p:cNvSpPr/>
            <p:nvPr/>
          </p:nvSpPr>
          <p:spPr>
            <a:xfrm>
              <a:off x="3686550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4" name="Google Shape;1014;p21"/>
            <p:cNvSpPr/>
            <p:nvPr/>
          </p:nvSpPr>
          <p:spPr>
            <a:xfrm>
              <a:off x="3723200" y="3523525"/>
              <a:ext cx="196250" cy="196250"/>
            </a:xfrm>
            <a:custGeom>
              <a:rect b="b" l="l" r="r" t="t"/>
              <a:pathLst>
                <a:path extrusionOk="0" fill="none" h="7850" w="785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5" name="Google Shape;1015;p21"/>
            <p:cNvSpPr/>
            <p:nvPr/>
          </p:nvSpPr>
          <p:spPr>
            <a:xfrm>
              <a:off x="3759825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1" y="0"/>
                  </a:moveTo>
                  <a:lnTo>
                    <a:pt x="7851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6" name="Google Shape;1016;p21"/>
            <p:cNvSpPr/>
            <p:nvPr/>
          </p:nvSpPr>
          <p:spPr>
            <a:xfrm>
              <a:off x="3796475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1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7" name="Google Shape;1017;p21"/>
            <p:cNvSpPr/>
            <p:nvPr/>
          </p:nvSpPr>
          <p:spPr>
            <a:xfrm>
              <a:off x="3833125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1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8" name="Google Shape;1018;p21"/>
            <p:cNvSpPr/>
            <p:nvPr/>
          </p:nvSpPr>
          <p:spPr>
            <a:xfrm>
              <a:off x="3869775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9" name="Google Shape;1019;p21"/>
            <p:cNvSpPr/>
            <p:nvPr/>
          </p:nvSpPr>
          <p:spPr>
            <a:xfrm>
              <a:off x="3906425" y="3523525"/>
              <a:ext cx="196250" cy="196250"/>
            </a:xfrm>
            <a:custGeom>
              <a:rect b="b" l="l" r="r" t="t"/>
              <a:pathLst>
                <a:path extrusionOk="0" fill="none" h="7850" w="785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0" name="Google Shape;1020;p21"/>
            <p:cNvSpPr/>
            <p:nvPr/>
          </p:nvSpPr>
          <p:spPr>
            <a:xfrm>
              <a:off x="3943050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1" y="0"/>
                  </a:moveTo>
                  <a:lnTo>
                    <a:pt x="7851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1" name="Google Shape;1021;p21"/>
            <p:cNvSpPr/>
            <p:nvPr/>
          </p:nvSpPr>
          <p:spPr>
            <a:xfrm>
              <a:off x="3979700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1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2" name="Google Shape;1022;p21"/>
            <p:cNvSpPr/>
            <p:nvPr/>
          </p:nvSpPr>
          <p:spPr>
            <a:xfrm>
              <a:off x="4016350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1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3" name="Google Shape;1023;p21"/>
            <p:cNvSpPr/>
            <p:nvPr/>
          </p:nvSpPr>
          <p:spPr>
            <a:xfrm>
              <a:off x="4053000" y="3523525"/>
              <a:ext cx="196250" cy="196250"/>
            </a:xfrm>
            <a:custGeom>
              <a:rect b="b" l="l" r="r" t="t"/>
              <a:pathLst>
                <a:path extrusionOk="0" fill="none" h="7850" w="785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4" name="Google Shape;1024;p21"/>
            <p:cNvSpPr/>
            <p:nvPr/>
          </p:nvSpPr>
          <p:spPr>
            <a:xfrm>
              <a:off x="4089650" y="3523525"/>
              <a:ext cx="196250" cy="196250"/>
            </a:xfrm>
            <a:custGeom>
              <a:rect b="b" l="l" r="r" t="t"/>
              <a:pathLst>
                <a:path extrusionOk="0" fill="none" h="7850" w="785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25" name="Google Shape;1025;p21"/>
          <p:cNvSpPr txBox="1"/>
          <p:nvPr>
            <p:ph idx="5" type="subTitle"/>
          </p:nvPr>
        </p:nvSpPr>
        <p:spPr>
          <a:xfrm>
            <a:off x="5979475" y="3075306"/>
            <a:ext cx="2099100" cy="443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100">
                <a:latin typeface="Aldrich"/>
                <a:ea typeface="Aldrich"/>
                <a:cs typeface="Aldrich"/>
                <a:sym typeface="Aldrich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26" name="Google Shape;1026;p21"/>
          <p:cNvSpPr txBox="1"/>
          <p:nvPr>
            <p:ph idx="6" type="subTitle"/>
          </p:nvPr>
        </p:nvSpPr>
        <p:spPr>
          <a:xfrm>
            <a:off x="5979476" y="3411801"/>
            <a:ext cx="2099100" cy="668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27" name="Google Shape;1027;p21"/>
          <p:cNvSpPr txBox="1"/>
          <p:nvPr>
            <p:ph idx="7" type="subTitle"/>
          </p:nvPr>
        </p:nvSpPr>
        <p:spPr>
          <a:xfrm>
            <a:off x="5979484" y="1551800"/>
            <a:ext cx="2099100" cy="443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100">
                <a:latin typeface="Aldrich"/>
                <a:ea typeface="Aldrich"/>
                <a:cs typeface="Aldrich"/>
                <a:sym typeface="Aldrich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28" name="Google Shape;1028;p21"/>
          <p:cNvSpPr txBox="1"/>
          <p:nvPr>
            <p:ph idx="8" type="subTitle"/>
          </p:nvPr>
        </p:nvSpPr>
        <p:spPr>
          <a:xfrm>
            <a:off x="5979480" y="1888295"/>
            <a:ext cx="2099100" cy="668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">
  <p:cSld name="CUSTOM_1">
    <p:spTree>
      <p:nvGrpSpPr>
        <p:cNvPr id="1029" name="Shape 10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0" name="Google Shape;1030;p22"/>
          <p:cNvPicPr preferRelativeResize="0"/>
          <p:nvPr/>
        </p:nvPicPr>
        <p:blipFill rotWithShape="1">
          <a:blip r:embed="rId2">
            <a:alphaModFix amt="60000"/>
          </a:blip>
          <a:srcRect b="10" l="0" r="0" t="10"/>
          <a:stretch/>
        </p:blipFill>
        <p:spPr>
          <a:xfrm flipH="1" rot="10800000">
            <a:off x="0" y="1"/>
            <a:ext cx="9144002" cy="5143499"/>
          </a:xfrm>
          <a:prstGeom prst="rect">
            <a:avLst/>
          </a:prstGeom>
          <a:noFill/>
          <a:ln>
            <a:noFill/>
          </a:ln>
        </p:spPr>
      </p:pic>
      <p:sp>
        <p:nvSpPr>
          <p:cNvPr id="1031" name="Google Shape;1031;p22"/>
          <p:cNvSpPr txBox="1"/>
          <p:nvPr>
            <p:ph idx="1" type="subTitle"/>
          </p:nvPr>
        </p:nvSpPr>
        <p:spPr>
          <a:xfrm>
            <a:off x="3256861" y="1320575"/>
            <a:ext cx="2204400" cy="44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2100">
                <a:latin typeface="Aldrich"/>
                <a:ea typeface="Aldrich"/>
                <a:cs typeface="Aldrich"/>
                <a:sym typeface="Aldrich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32" name="Google Shape;1032;p22"/>
          <p:cNvSpPr txBox="1"/>
          <p:nvPr>
            <p:ph idx="2" type="subTitle"/>
          </p:nvPr>
        </p:nvSpPr>
        <p:spPr>
          <a:xfrm>
            <a:off x="3256856" y="1785026"/>
            <a:ext cx="3280200" cy="48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33" name="Google Shape;1033;p22"/>
          <p:cNvSpPr txBox="1"/>
          <p:nvPr>
            <p:ph idx="3" type="subTitle"/>
          </p:nvPr>
        </p:nvSpPr>
        <p:spPr>
          <a:xfrm>
            <a:off x="3256861" y="2435975"/>
            <a:ext cx="2204400" cy="44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2100">
                <a:latin typeface="Aldrich"/>
                <a:ea typeface="Aldrich"/>
                <a:cs typeface="Aldrich"/>
                <a:sym typeface="Aldrich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34" name="Google Shape;1034;p22"/>
          <p:cNvSpPr txBox="1"/>
          <p:nvPr>
            <p:ph idx="4" type="subTitle"/>
          </p:nvPr>
        </p:nvSpPr>
        <p:spPr>
          <a:xfrm>
            <a:off x="3256856" y="2900426"/>
            <a:ext cx="3280200" cy="48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35" name="Google Shape;1035;p22"/>
          <p:cNvSpPr txBox="1"/>
          <p:nvPr>
            <p:ph idx="5" type="subTitle"/>
          </p:nvPr>
        </p:nvSpPr>
        <p:spPr>
          <a:xfrm>
            <a:off x="3256861" y="3551375"/>
            <a:ext cx="2204400" cy="44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2100">
                <a:latin typeface="Aldrich"/>
                <a:ea typeface="Aldrich"/>
                <a:cs typeface="Aldrich"/>
                <a:sym typeface="Aldrich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36" name="Google Shape;1036;p22"/>
          <p:cNvSpPr txBox="1"/>
          <p:nvPr>
            <p:ph idx="6" type="subTitle"/>
          </p:nvPr>
        </p:nvSpPr>
        <p:spPr>
          <a:xfrm>
            <a:off x="3256856" y="4015826"/>
            <a:ext cx="3280200" cy="48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37" name="Google Shape;1037;p22"/>
          <p:cNvSpPr txBox="1"/>
          <p:nvPr>
            <p:ph type="title"/>
          </p:nvPr>
        </p:nvSpPr>
        <p:spPr>
          <a:xfrm>
            <a:off x="715500" y="538250"/>
            <a:ext cx="7713000" cy="4206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900"/>
              <a:buNone/>
              <a:defRPr sz="2900">
                <a:latin typeface="Aldrich"/>
                <a:ea typeface="Aldrich"/>
                <a:cs typeface="Aldrich"/>
                <a:sym typeface="Aldrich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9pPr>
          </a:lstStyle>
          <a:p/>
        </p:txBody>
      </p:sp>
      <p:grpSp>
        <p:nvGrpSpPr>
          <p:cNvPr id="1038" name="Google Shape;1038;p22"/>
          <p:cNvGrpSpPr/>
          <p:nvPr/>
        </p:nvGrpSpPr>
        <p:grpSpPr>
          <a:xfrm flipH="1">
            <a:off x="-760312" y="4088195"/>
            <a:ext cx="1965289" cy="517060"/>
            <a:chOff x="3539975" y="3523525"/>
            <a:chExt cx="745925" cy="196250"/>
          </a:xfrm>
        </p:grpSpPr>
        <p:sp>
          <p:nvSpPr>
            <p:cNvPr id="1039" name="Google Shape;1039;p22"/>
            <p:cNvSpPr/>
            <p:nvPr/>
          </p:nvSpPr>
          <p:spPr>
            <a:xfrm>
              <a:off x="3539975" y="3523525"/>
              <a:ext cx="196250" cy="196250"/>
            </a:xfrm>
            <a:custGeom>
              <a:rect b="b" l="l" r="r" t="t"/>
              <a:pathLst>
                <a:path extrusionOk="0" fill="none" h="7850" w="785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0" name="Google Shape;1040;p22"/>
            <p:cNvSpPr/>
            <p:nvPr/>
          </p:nvSpPr>
          <p:spPr>
            <a:xfrm>
              <a:off x="3576625" y="3523525"/>
              <a:ext cx="196250" cy="196250"/>
            </a:xfrm>
            <a:custGeom>
              <a:rect b="b" l="l" r="r" t="t"/>
              <a:pathLst>
                <a:path extrusionOk="0" fill="none" h="7850" w="785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1" name="Google Shape;1041;p22"/>
            <p:cNvSpPr/>
            <p:nvPr/>
          </p:nvSpPr>
          <p:spPr>
            <a:xfrm>
              <a:off x="3613250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1" y="0"/>
                  </a:moveTo>
                  <a:lnTo>
                    <a:pt x="7851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2" name="Google Shape;1042;p22"/>
            <p:cNvSpPr/>
            <p:nvPr/>
          </p:nvSpPr>
          <p:spPr>
            <a:xfrm>
              <a:off x="3649900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1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3" name="Google Shape;1043;p22"/>
            <p:cNvSpPr/>
            <p:nvPr/>
          </p:nvSpPr>
          <p:spPr>
            <a:xfrm>
              <a:off x="3686550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4" name="Google Shape;1044;p22"/>
            <p:cNvSpPr/>
            <p:nvPr/>
          </p:nvSpPr>
          <p:spPr>
            <a:xfrm>
              <a:off x="3723200" y="3523525"/>
              <a:ext cx="196250" cy="196250"/>
            </a:xfrm>
            <a:custGeom>
              <a:rect b="b" l="l" r="r" t="t"/>
              <a:pathLst>
                <a:path extrusionOk="0" fill="none" h="7850" w="785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5" name="Google Shape;1045;p22"/>
            <p:cNvSpPr/>
            <p:nvPr/>
          </p:nvSpPr>
          <p:spPr>
            <a:xfrm>
              <a:off x="3759825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1" y="0"/>
                  </a:moveTo>
                  <a:lnTo>
                    <a:pt x="7851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6" name="Google Shape;1046;p22"/>
            <p:cNvSpPr/>
            <p:nvPr/>
          </p:nvSpPr>
          <p:spPr>
            <a:xfrm>
              <a:off x="3796475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1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7" name="Google Shape;1047;p22"/>
            <p:cNvSpPr/>
            <p:nvPr/>
          </p:nvSpPr>
          <p:spPr>
            <a:xfrm>
              <a:off x="3833125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1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8" name="Google Shape;1048;p22"/>
            <p:cNvSpPr/>
            <p:nvPr/>
          </p:nvSpPr>
          <p:spPr>
            <a:xfrm>
              <a:off x="3869775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9" name="Google Shape;1049;p22"/>
            <p:cNvSpPr/>
            <p:nvPr/>
          </p:nvSpPr>
          <p:spPr>
            <a:xfrm>
              <a:off x="3906425" y="3523525"/>
              <a:ext cx="196250" cy="196250"/>
            </a:xfrm>
            <a:custGeom>
              <a:rect b="b" l="l" r="r" t="t"/>
              <a:pathLst>
                <a:path extrusionOk="0" fill="none" h="7850" w="785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0" name="Google Shape;1050;p22"/>
            <p:cNvSpPr/>
            <p:nvPr/>
          </p:nvSpPr>
          <p:spPr>
            <a:xfrm>
              <a:off x="3943050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1" y="0"/>
                  </a:moveTo>
                  <a:lnTo>
                    <a:pt x="7851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1" name="Google Shape;1051;p22"/>
            <p:cNvSpPr/>
            <p:nvPr/>
          </p:nvSpPr>
          <p:spPr>
            <a:xfrm>
              <a:off x="3979700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1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2" name="Google Shape;1052;p22"/>
            <p:cNvSpPr/>
            <p:nvPr/>
          </p:nvSpPr>
          <p:spPr>
            <a:xfrm>
              <a:off x="4016350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1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3" name="Google Shape;1053;p22"/>
            <p:cNvSpPr/>
            <p:nvPr/>
          </p:nvSpPr>
          <p:spPr>
            <a:xfrm>
              <a:off x="4053000" y="3523525"/>
              <a:ext cx="196250" cy="196250"/>
            </a:xfrm>
            <a:custGeom>
              <a:rect b="b" l="l" r="r" t="t"/>
              <a:pathLst>
                <a:path extrusionOk="0" fill="none" h="7850" w="785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4" name="Google Shape;1054;p22"/>
            <p:cNvSpPr/>
            <p:nvPr/>
          </p:nvSpPr>
          <p:spPr>
            <a:xfrm>
              <a:off x="4089650" y="3523525"/>
              <a:ext cx="196250" cy="196250"/>
            </a:xfrm>
            <a:custGeom>
              <a:rect b="b" l="l" r="r" t="t"/>
              <a:pathLst>
                <a:path extrusionOk="0" fill="none" h="7850" w="785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055" name="Google Shape;1055;p22"/>
          <p:cNvGrpSpPr/>
          <p:nvPr/>
        </p:nvGrpSpPr>
        <p:grpSpPr>
          <a:xfrm>
            <a:off x="743688" y="1615450"/>
            <a:ext cx="357454" cy="956304"/>
            <a:chOff x="357713" y="600975"/>
            <a:chExt cx="357454" cy="956304"/>
          </a:xfrm>
        </p:grpSpPr>
        <p:sp>
          <p:nvSpPr>
            <p:cNvPr id="1056" name="Google Shape;1056;p22"/>
            <p:cNvSpPr/>
            <p:nvPr/>
          </p:nvSpPr>
          <p:spPr>
            <a:xfrm>
              <a:off x="357713" y="600975"/>
              <a:ext cx="357454" cy="357454"/>
            </a:xfrm>
            <a:custGeom>
              <a:rect b="b" l="l" r="r" t="t"/>
              <a:pathLst>
                <a:path extrusionOk="0" fill="none" h="6539" w="6539">
                  <a:moveTo>
                    <a:pt x="3954" y="367"/>
                  </a:moveTo>
                  <a:cubicBezTo>
                    <a:pt x="5535" y="752"/>
                    <a:pt x="6538" y="2353"/>
                    <a:pt x="6152" y="3954"/>
                  </a:cubicBezTo>
                  <a:cubicBezTo>
                    <a:pt x="5767" y="5535"/>
                    <a:pt x="4166" y="6538"/>
                    <a:pt x="2584" y="6153"/>
                  </a:cubicBezTo>
                  <a:cubicBezTo>
                    <a:pt x="984" y="5767"/>
                    <a:pt x="0" y="4166"/>
                    <a:pt x="366" y="2585"/>
                  </a:cubicBezTo>
                  <a:cubicBezTo>
                    <a:pt x="752" y="984"/>
                    <a:pt x="2353" y="0"/>
                    <a:pt x="3954" y="367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7" name="Google Shape;1057;p22"/>
            <p:cNvSpPr/>
            <p:nvPr/>
          </p:nvSpPr>
          <p:spPr>
            <a:xfrm>
              <a:off x="374549" y="819196"/>
              <a:ext cx="324765" cy="324765"/>
            </a:xfrm>
            <a:custGeom>
              <a:rect b="b" l="l" r="r" t="t"/>
              <a:pathLst>
                <a:path extrusionOk="0" fill="none" h="5941" w="5941">
                  <a:moveTo>
                    <a:pt x="5941" y="2971"/>
                  </a:moveTo>
                  <a:cubicBezTo>
                    <a:pt x="5941" y="4610"/>
                    <a:pt x="4610" y="5941"/>
                    <a:pt x="2971" y="5941"/>
                  </a:cubicBezTo>
                  <a:cubicBezTo>
                    <a:pt x="1331" y="5941"/>
                    <a:pt x="1" y="4610"/>
                    <a:pt x="1" y="2971"/>
                  </a:cubicBezTo>
                  <a:cubicBezTo>
                    <a:pt x="1" y="1331"/>
                    <a:pt x="1331" y="1"/>
                    <a:pt x="2971" y="1"/>
                  </a:cubicBezTo>
                  <a:cubicBezTo>
                    <a:pt x="4610" y="1"/>
                    <a:pt x="5941" y="1331"/>
                    <a:pt x="5941" y="2971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8" name="Google Shape;1058;p22"/>
            <p:cNvSpPr/>
            <p:nvPr/>
          </p:nvSpPr>
          <p:spPr>
            <a:xfrm>
              <a:off x="357713" y="997347"/>
              <a:ext cx="357454" cy="357509"/>
            </a:xfrm>
            <a:custGeom>
              <a:rect b="b" l="l" r="r" t="t"/>
              <a:pathLst>
                <a:path extrusionOk="0" fill="none" h="6540" w="6539">
                  <a:moveTo>
                    <a:pt x="3954" y="387"/>
                  </a:moveTo>
                  <a:cubicBezTo>
                    <a:pt x="5555" y="753"/>
                    <a:pt x="6538" y="2354"/>
                    <a:pt x="6152" y="3955"/>
                  </a:cubicBezTo>
                  <a:cubicBezTo>
                    <a:pt x="5767" y="5556"/>
                    <a:pt x="4166" y="6539"/>
                    <a:pt x="2584" y="6153"/>
                  </a:cubicBezTo>
                  <a:cubicBezTo>
                    <a:pt x="984" y="5787"/>
                    <a:pt x="0" y="4186"/>
                    <a:pt x="366" y="2585"/>
                  </a:cubicBezTo>
                  <a:cubicBezTo>
                    <a:pt x="752" y="985"/>
                    <a:pt x="2353" y="1"/>
                    <a:pt x="3954" y="387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9" name="Google Shape;1059;p22"/>
            <p:cNvSpPr/>
            <p:nvPr/>
          </p:nvSpPr>
          <p:spPr>
            <a:xfrm>
              <a:off x="358751" y="1200863"/>
              <a:ext cx="356416" cy="356416"/>
            </a:xfrm>
            <a:custGeom>
              <a:rect b="b" l="l" r="r" t="t"/>
              <a:pathLst>
                <a:path extrusionOk="0" fill="none" h="6520" w="6520">
                  <a:moveTo>
                    <a:pt x="5362" y="1158"/>
                  </a:moveTo>
                  <a:cubicBezTo>
                    <a:pt x="6519" y="2315"/>
                    <a:pt x="6519" y="4186"/>
                    <a:pt x="5362" y="5343"/>
                  </a:cubicBezTo>
                  <a:cubicBezTo>
                    <a:pt x="4186" y="6519"/>
                    <a:pt x="2315" y="6519"/>
                    <a:pt x="1157" y="5343"/>
                  </a:cubicBezTo>
                  <a:cubicBezTo>
                    <a:pt x="0" y="4186"/>
                    <a:pt x="0" y="2315"/>
                    <a:pt x="1157" y="1158"/>
                  </a:cubicBezTo>
                  <a:cubicBezTo>
                    <a:pt x="2315" y="0"/>
                    <a:pt x="4186" y="0"/>
                    <a:pt x="5362" y="1158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 1">
  <p:cSld name="CUSTOM_1_1">
    <p:spTree>
      <p:nvGrpSpPr>
        <p:cNvPr id="1060" name="Shape 10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61" name="Google Shape;1061;p23"/>
          <p:cNvPicPr preferRelativeResize="0"/>
          <p:nvPr/>
        </p:nvPicPr>
        <p:blipFill rotWithShape="1">
          <a:blip r:embed="rId2">
            <a:alphaModFix amt="60000"/>
          </a:blip>
          <a:srcRect b="10" l="0" r="0" t="10"/>
          <a:stretch/>
        </p:blipFill>
        <p:spPr>
          <a:xfrm rot="10800000">
            <a:off x="0" y="1"/>
            <a:ext cx="9144002" cy="5143499"/>
          </a:xfrm>
          <a:prstGeom prst="rect">
            <a:avLst/>
          </a:prstGeom>
          <a:noFill/>
          <a:ln>
            <a:noFill/>
          </a:ln>
        </p:spPr>
      </p:pic>
      <p:sp>
        <p:nvSpPr>
          <p:cNvPr id="1062" name="Google Shape;1062;p23"/>
          <p:cNvSpPr txBox="1"/>
          <p:nvPr>
            <p:ph idx="1" type="subTitle"/>
          </p:nvPr>
        </p:nvSpPr>
        <p:spPr>
          <a:xfrm>
            <a:off x="3358449" y="2462609"/>
            <a:ext cx="2474400" cy="44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100">
                <a:latin typeface="Aldrich"/>
                <a:ea typeface="Aldrich"/>
                <a:cs typeface="Aldrich"/>
                <a:sym typeface="Aldrich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63" name="Google Shape;1063;p23"/>
          <p:cNvSpPr txBox="1"/>
          <p:nvPr>
            <p:ph idx="2" type="subTitle"/>
          </p:nvPr>
        </p:nvSpPr>
        <p:spPr>
          <a:xfrm>
            <a:off x="3358449" y="3003259"/>
            <a:ext cx="2474400" cy="76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64" name="Google Shape;1064;p23"/>
          <p:cNvSpPr txBox="1"/>
          <p:nvPr>
            <p:ph idx="3" type="subTitle"/>
          </p:nvPr>
        </p:nvSpPr>
        <p:spPr>
          <a:xfrm>
            <a:off x="5977723" y="2462609"/>
            <a:ext cx="2474400" cy="44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100">
                <a:latin typeface="Aldrich"/>
                <a:ea typeface="Aldrich"/>
                <a:cs typeface="Aldrich"/>
                <a:sym typeface="Aldrich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65" name="Google Shape;1065;p23"/>
          <p:cNvSpPr txBox="1"/>
          <p:nvPr>
            <p:ph idx="4" type="subTitle"/>
          </p:nvPr>
        </p:nvSpPr>
        <p:spPr>
          <a:xfrm>
            <a:off x="5977723" y="3003259"/>
            <a:ext cx="2474400" cy="76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66" name="Google Shape;1066;p23"/>
          <p:cNvSpPr txBox="1"/>
          <p:nvPr>
            <p:ph idx="5" type="subTitle"/>
          </p:nvPr>
        </p:nvSpPr>
        <p:spPr>
          <a:xfrm>
            <a:off x="739174" y="2462609"/>
            <a:ext cx="2474400" cy="44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100">
                <a:latin typeface="Aldrich"/>
                <a:ea typeface="Aldrich"/>
                <a:cs typeface="Aldrich"/>
                <a:sym typeface="Aldrich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67" name="Google Shape;1067;p23"/>
          <p:cNvSpPr txBox="1"/>
          <p:nvPr>
            <p:ph idx="6" type="subTitle"/>
          </p:nvPr>
        </p:nvSpPr>
        <p:spPr>
          <a:xfrm>
            <a:off x="739174" y="3003259"/>
            <a:ext cx="2474400" cy="76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68" name="Google Shape;1068;p23"/>
          <p:cNvSpPr txBox="1"/>
          <p:nvPr>
            <p:ph type="title"/>
          </p:nvPr>
        </p:nvSpPr>
        <p:spPr>
          <a:xfrm>
            <a:off x="715500" y="538250"/>
            <a:ext cx="7713000" cy="4206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900"/>
              <a:buNone/>
              <a:defRPr sz="2900">
                <a:latin typeface="Aldrich"/>
                <a:ea typeface="Aldrich"/>
                <a:cs typeface="Aldrich"/>
                <a:sym typeface="Aldrich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9pPr>
          </a:lstStyle>
          <a:p/>
        </p:txBody>
      </p:sp>
      <p:pic>
        <p:nvPicPr>
          <p:cNvPr id="1069" name="Google Shape;1069;p23"/>
          <p:cNvPicPr preferRelativeResize="0"/>
          <p:nvPr/>
        </p:nvPicPr>
        <p:blipFill rotWithShape="1">
          <a:blip r:embed="rId3">
            <a:alphaModFix/>
          </a:blip>
          <a:srcRect b="0" l="229" r="239" t="0"/>
          <a:stretch/>
        </p:blipFill>
        <p:spPr>
          <a:xfrm>
            <a:off x="-272534" y="3684650"/>
            <a:ext cx="9353213" cy="268125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070" name="Google Shape;1070;p23"/>
          <p:cNvGrpSpPr/>
          <p:nvPr/>
        </p:nvGrpSpPr>
        <p:grpSpPr>
          <a:xfrm flipH="1">
            <a:off x="6673896" y="4291395"/>
            <a:ext cx="283980" cy="284718"/>
            <a:chOff x="432750" y="3302025"/>
            <a:chExt cx="216911" cy="217475"/>
          </a:xfrm>
        </p:grpSpPr>
        <p:sp>
          <p:nvSpPr>
            <p:cNvPr id="1071" name="Google Shape;1071;p23"/>
            <p:cNvSpPr/>
            <p:nvPr/>
          </p:nvSpPr>
          <p:spPr>
            <a:xfrm>
              <a:off x="435536" y="3425950"/>
              <a:ext cx="214125" cy="93550"/>
            </a:xfrm>
            <a:custGeom>
              <a:rect b="b" l="l" r="r" t="t"/>
              <a:pathLst>
                <a:path extrusionOk="0" h="3742" w="8565">
                  <a:moveTo>
                    <a:pt x="1" y="0"/>
                  </a:moveTo>
                  <a:cubicBezTo>
                    <a:pt x="290" y="2141"/>
                    <a:pt x="2122" y="3742"/>
                    <a:pt x="4283" y="3742"/>
                  </a:cubicBezTo>
                  <a:cubicBezTo>
                    <a:pt x="6443" y="3742"/>
                    <a:pt x="8275" y="2141"/>
                    <a:pt x="856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2" name="Google Shape;1072;p23"/>
            <p:cNvSpPr/>
            <p:nvPr/>
          </p:nvSpPr>
          <p:spPr>
            <a:xfrm>
              <a:off x="432750" y="3302025"/>
              <a:ext cx="214125" cy="94050"/>
            </a:xfrm>
            <a:custGeom>
              <a:rect b="b" l="l" r="r" t="t"/>
              <a:pathLst>
                <a:path extrusionOk="0" h="3762" w="8565">
                  <a:moveTo>
                    <a:pt x="1" y="0"/>
                  </a:moveTo>
                  <a:cubicBezTo>
                    <a:pt x="271" y="2141"/>
                    <a:pt x="2103" y="3761"/>
                    <a:pt x="4283" y="3761"/>
                  </a:cubicBezTo>
                  <a:cubicBezTo>
                    <a:pt x="6443" y="3761"/>
                    <a:pt x="8275" y="2141"/>
                    <a:pt x="856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073" name="Google Shape;1073;p23"/>
          <p:cNvGrpSpPr/>
          <p:nvPr/>
        </p:nvGrpSpPr>
        <p:grpSpPr>
          <a:xfrm flipH="1">
            <a:off x="-875276" y="4152020"/>
            <a:ext cx="1965289" cy="517060"/>
            <a:chOff x="3539975" y="3523525"/>
            <a:chExt cx="745925" cy="196250"/>
          </a:xfrm>
        </p:grpSpPr>
        <p:sp>
          <p:nvSpPr>
            <p:cNvPr id="1074" name="Google Shape;1074;p23"/>
            <p:cNvSpPr/>
            <p:nvPr/>
          </p:nvSpPr>
          <p:spPr>
            <a:xfrm>
              <a:off x="3539975" y="3523525"/>
              <a:ext cx="196250" cy="196250"/>
            </a:xfrm>
            <a:custGeom>
              <a:rect b="b" l="l" r="r" t="t"/>
              <a:pathLst>
                <a:path extrusionOk="0" fill="none" h="7850" w="785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5" name="Google Shape;1075;p23"/>
            <p:cNvSpPr/>
            <p:nvPr/>
          </p:nvSpPr>
          <p:spPr>
            <a:xfrm>
              <a:off x="3576625" y="3523525"/>
              <a:ext cx="196250" cy="196250"/>
            </a:xfrm>
            <a:custGeom>
              <a:rect b="b" l="l" r="r" t="t"/>
              <a:pathLst>
                <a:path extrusionOk="0" fill="none" h="7850" w="785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6" name="Google Shape;1076;p23"/>
            <p:cNvSpPr/>
            <p:nvPr/>
          </p:nvSpPr>
          <p:spPr>
            <a:xfrm>
              <a:off x="3613250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1" y="0"/>
                  </a:moveTo>
                  <a:lnTo>
                    <a:pt x="7851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7" name="Google Shape;1077;p23"/>
            <p:cNvSpPr/>
            <p:nvPr/>
          </p:nvSpPr>
          <p:spPr>
            <a:xfrm>
              <a:off x="3649900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1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8" name="Google Shape;1078;p23"/>
            <p:cNvSpPr/>
            <p:nvPr/>
          </p:nvSpPr>
          <p:spPr>
            <a:xfrm>
              <a:off x="3686550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9" name="Google Shape;1079;p23"/>
            <p:cNvSpPr/>
            <p:nvPr/>
          </p:nvSpPr>
          <p:spPr>
            <a:xfrm>
              <a:off x="3723200" y="3523525"/>
              <a:ext cx="196250" cy="196250"/>
            </a:xfrm>
            <a:custGeom>
              <a:rect b="b" l="l" r="r" t="t"/>
              <a:pathLst>
                <a:path extrusionOk="0" fill="none" h="7850" w="785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0" name="Google Shape;1080;p23"/>
            <p:cNvSpPr/>
            <p:nvPr/>
          </p:nvSpPr>
          <p:spPr>
            <a:xfrm>
              <a:off x="3759825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1" y="0"/>
                  </a:moveTo>
                  <a:lnTo>
                    <a:pt x="7851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1" name="Google Shape;1081;p23"/>
            <p:cNvSpPr/>
            <p:nvPr/>
          </p:nvSpPr>
          <p:spPr>
            <a:xfrm>
              <a:off x="3796475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1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2" name="Google Shape;1082;p23"/>
            <p:cNvSpPr/>
            <p:nvPr/>
          </p:nvSpPr>
          <p:spPr>
            <a:xfrm>
              <a:off x="3833125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1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3" name="Google Shape;1083;p23"/>
            <p:cNvSpPr/>
            <p:nvPr/>
          </p:nvSpPr>
          <p:spPr>
            <a:xfrm>
              <a:off x="3869775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4" name="Google Shape;1084;p23"/>
            <p:cNvSpPr/>
            <p:nvPr/>
          </p:nvSpPr>
          <p:spPr>
            <a:xfrm>
              <a:off x="3906425" y="3523525"/>
              <a:ext cx="196250" cy="196250"/>
            </a:xfrm>
            <a:custGeom>
              <a:rect b="b" l="l" r="r" t="t"/>
              <a:pathLst>
                <a:path extrusionOk="0" fill="none" h="7850" w="785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5" name="Google Shape;1085;p23"/>
            <p:cNvSpPr/>
            <p:nvPr/>
          </p:nvSpPr>
          <p:spPr>
            <a:xfrm>
              <a:off x="3943050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1" y="0"/>
                  </a:moveTo>
                  <a:lnTo>
                    <a:pt x="7851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6" name="Google Shape;1086;p23"/>
            <p:cNvSpPr/>
            <p:nvPr/>
          </p:nvSpPr>
          <p:spPr>
            <a:xfrm>
              <a:off x="3979700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1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7" name="Google Shape;1087;p23"/>
            <p:cNvSpPr/>
            <p:nvPr/>
          </p:nvSpPr>
          <p:spPr>
            <a:xfrm>
              <a:off x="4016350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1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8" name="Google Shape;1088;p23"/>
            <p:cNvSpPr/>
            <p:nvPr/>
          </p:nvSpPr>
          <p:spPr>
            <a:xfrm>
              <a:off x="4053000" y="3523525"/>
              <a:ext cx="196250" cy="196250"/>
            </a:xfrm>
            <a:custGeom>
              <a:rect b="b" l="l" r="r" t="t"/>
              <a:pathLst>
                <a:path extrusionOk="0" fill="none" h="7850" w="785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9" name="Google Shape;1089;p23"/>
            <p:cNvSpPr/>
            <p:nvPr/>
          </p:nvSpPr>
          <p:spPr>
            <a:xfrm>
              <a:off x="4089650" y="3523525"/>
              <a:ext cx="196250" cy="196250"/>
            </a:xfrm>
            <a:custGeom>
              <a:rect b="b" l="l" r="r" t="t"/>
              <a:pathLst>
                <a:path extrusionOk="0" fill="none" h="7850" w="785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90" name="Google Shape;1090;p23"/>
          <p:cNvSpPr/>
          <p:nvPr/>
        </p:nvSpPr>
        <p:spPr>
          <a:xfrm flipH="1">
            <a:off x="3358461" y="4156623"/>
            <a:ext cx="555517" cy="554294"/>
          </a:xfrm>
          <a:custGeom>
            <a:rect b="b" l="l" r="r" t="t"/>
            <a:pathLst>
              <a:path extrusionOk="0" h="11337" w="11362">
                <a:moveTo>
                  <a:pt x="11362" y="5668"/>
                </a:moveTo>
                <a:cubicBezTo>
                  <a:pt x="11362" y="8798"/>
                  <a:pt x="8823" y="11337"/>
                  <a:pt x="5669" y="11337"/>
                </a:cubicBezTo>
                <a:cubicBezTo>
                  <a:pt x="2539" y="11337"/>
                  <a:pt x="1" y="8798"/>
                  <a:pt x="1" y="5668"/>
                </a:cubicBezTo>
                <a:cubicBezTo>
                  <a:pt x="1" y="2539"/>
                  <a:pt x="2539" y="0"/>
                  <a:pt x="5669" y="0"/>
                </a:cubicBezTo>
                <a:cubicBezTo>
                  <a:pt x="8823" y="0"/>
                  <a:pt x="11362" y="2539"/>
                  <a:pt x="11362" y="5668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 2">
  <p:cSld name="CUSTOM_1_1_1_1">
    <p:spTree>
      <p:nvGrpSpPr>
        <p:cNvPr id="1091" name="Shape 10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92" name="Google Shape;1092;p24"/>
          <p:cNvPicPr preferRelativeResize="0"/>
          <p:nvPr/>
        </p:nvPicPr>
        <p:blipFill rotWithShape="1">
          <a:blip r:embed="rId2">
            <a:alphaModFix amt="60000"/>
          </a:blip>
          <a:srcRect b="10" l="0" r="0" t="10"/>
          <a:stretch/>
        </p:blipFill>
        <p:spPr>
          <a:xfrm>
            <a:off x="0" y="1"/>
            <a:ext cx="9144002" cy="5143499"/>
          </a:xfrm>
          <a:prstGeom prst="rect">
            <a:avLst/>
          </a:prstGeom>
          <a:noFill/>
          <a:ln>
            <a:noFill/>
          </a:ln>
        </p:spPr>
      </p:pic>
      <p:sp>
        <p:nvSpPr>
          <p:cNvPr id="1093" name="Google Shape;1093;p24"/>
          <p:cNvSpPr txBox="1"/>
          <p:nvPr>
            <p:ph idx="1" type="subTitle"/>
          </p:nvPr>
        </p:nvSpPr>
        <p:spPr>
          <a:xfrm>
            <a:off x="3431104" y="2569860"/>
            <a:ext cx="2281800" cy="44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100">
                <a:latin typeface="Aldrich"/>
                <a:ea typeface="Aldrich"/>
                <a:cs typeface="Aldrich"/>
                <a:sym typeface="Aldrich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94" name="Google Shape;1094;p24"/>
          <p:cNvSpPr txBox="1"/>
          <p:nvPr>
            <p:ph idx="2" type="subTitle"/>
          </p:nvPr>
        </p:nvSpPr>
        <p:spPr>
          <a:xfrm>
            <a:off x="3431096" y="3096475"/>
            <a:ext cx="2281800" cy="76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95" name="Google Shape;1095;p24"/>
          <p:cNvSpPr txBox="1"/>
          <p:nvPr>
            <p:ph idx="3" type="subTitle"/>
          </p:nvPr>
        </p:nvSpPr>
        <p:spPr>
          <a:xfrm>
            <a:off x="5846645" y="1960260"/>
            <a:ext cx="2281800" cy="44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100">
                <a:latin typeface="Aldrich"/>
                <a:ea typeface="Aldrich"/>
                <a:cs typeface="Aldrich"/>
                <a:sym typeface="Aldrich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96" name="Google Shape;1096;p24"/>
          <p:cNvSpPr txBox="1"/>
          <p:nvPr>
            <p:ph idx="4" type="subTitle"/>
          </p:nvPr>
        </p:nvSpPr>
        <p:spPr>
          <a:xfrm>
            <a:off x="5846637" y="2486875"/>
            <a:ext cx="2281800" cy="76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97" name="Google Shape;1097;p24"/>
          <p:cNvSpPr txBox="1"/>
          <p:nvPr>
            <p:ph idx="5" type="subTitle"/>
          </p:nvPr>
        </p:nvSpPr>
        <p:spPr>
          <a:xfrm>
            <a:off x="1015564" y="3179460"/>
            <a:ext cx="2281800" cy="44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100">
                <a:latin typeface="Aldrich"/>
                <a:ea typeface="Aldrich"/>
                <a:cs typeface="Aldrich"/>
                <a:sym typeface="Aldrich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98" name="Google Shape;1098;p24"/>
          <p:cNvSpPr txBox="1"/>
          <p:nvPr>
            <p:ph idx="6" type="subTitle"/>
          </p:nvPr>
        </p:nvSpPr>
        <p:spPr>
          <a:xfrm>
            <a:off x="1015555" y="3706075"/>
            <a:ext cx="2281800" cy="76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99" name="Google Shape;1099;p24"/>
          <p:cNvSpPr txBox="1"/>
          <p:nvPr>
            <p:ph type="title"/>
          </p:nvPr>
        </p:nvSpPr>
        <p:spPr>
          <a:xfrm>
            <a:off x="715500" y="538250"/>
            <a:ext cx="7713000" cy="4206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900"/>
              <a:buNone/>
              <a:defRPr sz="2900">
                <a:latin typeface="Aldrich"/>
                <a:ea typeface="Aldrich"/>
                <a:cs typeface="Aldrich"/>
                <a:sym typeface="Aldrich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9pPr>
          </a:lstStyle>
          <a:p/>
        </p:txBody>
      </p:sp>
      <p:pic>
        <p:nvPicPr>
          <p:cNvPr id="1100" name="Google Shape;1100;p24"/>
          <p:cNvPicPr preferRelativeResize="0"/>
          <p:nvPr/>
        </p:nvPicPr>
        <p:blipFill rotWithShape="1">
          <a:blip r:embed="rId3">
            <a:alphaModFix/>
          </a:blip>
          <a:srcRect b="0" l="229" r="239" t="0"/>
          <a:stretch/>
        </p:blipFill>
        <p:spPr>
          <a:xfrm flipH="1">
            <a:off x="-1010334" y="4059150"/>
            <a:ext cx="9353213" cy="268125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101" name="Google Shape;1101;p24"/>
          <p:cNvGrpSpPr/>
          <p:nvPr/>
        </p:nvGrpSpPr>
        <p:grpSpPr>
          <a:xfrm flipH="1">
            <a:off x="8437331" y="1819645"/>
            <a:ext cx="283332" cy="284718"/>
            <a:chOff x="423709" y="3302025"/>
            <a:chExt cx="216416" cy="217475"/>
          </a:xfrm>
        </p:grpSpPr>
        <p:sp>
          <p:nvSpPr>
            <p:cNvPr id="1102" name="Google Shape;1102;p24"/>
            <p:cNvSpPr/>
            <p:nvPr/>
          </p:nvSpPr>
          <p:spPr>
            <a:xfrm>
              <a:off x="426000" y="3425950"/>
              <a:ext cx="214125" cy="93550"/>
            </a:xfrm>
            <a:custGeom>
              <a:rect b="b" l="l" r="r" t="t"/>
              <a:pathLst>
                <a:path extrusionOk="0" h="3742" w="8565">
                  <a:moveTo>
                    <a:pt x="1" y="0"/>
                  </a:moveTo>
                  <a:cubicBezTo>
                    <a:pt x="290" y="2141"/>
                    <a:pt x="2122" y="3742"/>
                    <a:pt x="4283" y="3742"/>
                  </a:cubicBezTo>
                  <a:cubicBezTo>
                    <a:pt x="6443" y="3742"/>
                    <a:pt x="8275" y="2141"/>
                    <a:pt x="856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3" name="Google Shape;1103;p24"/>
            <p:cNvSpPr/>
            <p:nvPr/>
          </p:nvSpPr>
          <p:spPr>
            <a:xfrm>
              <a:off x="423709" y="3302025"/>
              <a:ext cx="214125" cy="94050"/>
            </a:xfrm>
            <a:custGeom>
              <a:rect b="b" l="l" r="r" t="t"/>
              <a:pathLst>
                <a:path extrusionOk="0" h="3762" w="8565">
                  <a:moveTo>
                    <a:pt x="1" y="0"/>
                  </a:moveTo>
                  <a:cubicBezTo>
                    <a:pt x="271" y="2141"/>
                    <a:pt x="2103" y="3761"/>
                    <a:pt x="4283" y="3761"/>
                  </a:cubicBezTo>
                  <a:cubicBezTo>
                    <a:pt x="6443" y="3761"/>
                    <a:pt x="8275" y="2141"/>
                    <a:pt x="856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104" name="Google Shape;1104;p24"/>
          <p:cNvGrpSpPr/>
          <p:nvPr/>
        </p:nvGrpSpPr>
        <p:grpSpPr>
          <a:xfrm flipH="1">
            <a:off x="-1085251" y="4215195"/>
            <a:ext cx="1965289" cy="517060"/>
            <a:chOff x="3539975" y="3523525"/>
            <a:chExt cx="745925" cy="196250"/>
          </a:xfrm>
        </p:grpSpPr>
        <p:sp>
          <p:nvSpPr>
            <p:cNvPr id="1105" name="Google Shape;1105;p24"/>
            <p:cNvSpPr/>
            <p:nvPr/>
          </p:nvSpPr>
          <p:spPr>
            <a:xfrm>
              <a:off x="3539975" y="3523525"/>
              <a:ext cx="196250" cy="196250"/>
            </a:xfrm>
            <a:custGeom>
              <a:rect b="b" l="l" r="r" t="t"/>
              <a:pathLst>
                <a:path extrusionOk="0" fill="none" h="7850" w="785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6" name="Google Shape;1106;p24"/>
            <p:cNvSpPr/>
            <p:nvPr/>
          </p:nvSpPr>
          <p:spPr>
            <a:xfrm>
              <a:off x="3576625" y="3523525"/>
              <a:ext cx="196250" cy="196250"/>
            </a:xfrm>
            <a:custGeom>
              <a:rect b="b" l="l" r="r" t="t"/>
              <a:pathLst>
                <a:path extrusionOk="0" fill="none" h="7850" w="785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7" name="Google Shape;1107;p24"/>
            <p:cNvSpPr/>
            <p:nvPr/>
          </p:nvSpPr>
          <p:spPr>
            <a:xfrm>
              <a:off x="3613250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1" y="0"/>
                  </a:moveTo>
                  <a:lnTo>
                    <a:pt x="7851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8" name="Google Shape;1108;p24"/>
            <p:cNvSpPr/>
            <p:nvPr/>
          </p:nvSpPr>
          <p:spPr>
            <a:xfrm>
              <a:off x="3649900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1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9" name="Google Shape;1109;p24"/>
            <p:cNvSpPr/>
            <p:nvPr/>
          </p:nvSpPr>
          <p:spPr>
            <a:xfrm>
              <a:off x="3686550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0" name="Google Shape;1110;p24"/>
            <p:cNvSpPr/>
            <p:nvPr/>
          </p:nvSpPr>
          <p:spPr>
            <a:xfrm>
              <a:off x="3723200" y="3523525"/>
              <a:ext cx="196250" cy="196250"/>
            </a:xfrm>
            <a:custGeom>
              <a:rect b="b" l="l" r="r" t="t"/>
              <a:pathLst>
                <a:path extrusionOk="0" fill="none" h="7850" w="785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1" name="Google Shape;1111;p24"/>
            <p:cNvSpPr/>
            <p:nvPr/>
          </p:nvSpPr>
          <p:spPr>
            <a:xfrm>
              <a:off x="3759825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1" y="0"/>
                  </a:moveTo>
                  <a:lnTo>
                    <a:pt x="7851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2" name="Google Shape;1112;p24"/>
            <p:cNvSpPr/>
            <p:nvPr/>
          </p:nvSpPr>
          <p:spPr>
            <a:xfrm>
              <a:off x="3796475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1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3" name="Google Shape;1113;p24"/>
            <p:cNvSpPr/>
            <p:nvPr/>
          </p:nvSpPr>
          <p:spPr>
            <a:xfrm>
              <a:off x="3833125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1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4" name="Google Shape;1114;p24"/>
            <p:cNvSpPr/>
            <p:nvPr/>
          </p:nvSpPr>
          <p:spPr>
            <a:xfrm>
              <a:off x="3869775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5" name="Google Shape;1115;p24"/>
            <p:cNvSpPr/>
            <p:nvPr/>
          </p:nvSpPr>
          <p:spPr>
            <a:xfrm>
              <a:off x="3906425" y="3523525"/>
              <a:ext cx="196250" cy="196250"/>
            </a:xfrm>
            <a:custGeom>
              <a:rect b="b" l="l" r="r" t="t"/>
              <a:pathLst>
                <a:path extrusionOk="0" fill="none" h="7850" w="785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6" name="Google Shape;1116;p24"/>
            <p:cNvSpPr/>
            <p:nvPr/>
          </p:nvSpPr>
          <p:spPr>
            <a:xfrm>
              <a:off x="3943050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1" y="0"/>
                  </a:moveTo>
                  <a:lnTo>
                    <a:pt x="7851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7" name="Google Shape;1117;p24"/>
            <p:cNvSpPr/>
            <p:nvPr/>
          </p:nvSpPr>
          <p:spPr>
            <a:xfrm>
              <a:off x="3979700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1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8" name="Google Shape;1118;p24"/>
            <p:cNvSpPr/>
            <p:nvPr/>
          </p:nvSpPr>
          <p:spPr>
            <a:xfrm>
              <a:off x="4016350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1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9" name="Google Shape;1119;p24"/>
            <p:cNvSpPr/>
            <p:nvPr/>
          </p:nvSpPr>
          <p:spPr>
            <a:xfrm>
              <a:off x="4053000" y="3523525"/>
              <a:ext cx="196250" cy="196250"/>
            </a:xfrm>
            <a:custGeom>
              <a:rect b="b" l="l" r="r" t="t"/>
              <a:pathLst>
                <a:path extrusionOk="0" fill="none" h="7850" w="785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0" name="Google Shape;1120;p24"/>
            <p:cNvSpPr/>
            <p:nvPr/>
          </p:nvSpPr>
          <p:spPr>
            <a:xfrm>
              <a:off x="4089650" y="3523525"/>
              <a:ext cx="196250" cy="196250"/>
            </a:xfrm>
            <a:custGeom>
              <a:rect b="b" l="l" r="r" t="t"/>
              <a:pathLst>
                <a:path extrusionOk="0" fill="none" h="7850" w="785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pic>
        <p:nvPicPr>
          <p:cNvPr id="1121" name="Google Shape;1121;p2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flipH="1">
            <a:off x="-1470224" y="1121525"/>
            <a:ext cx="2527512" cy="2681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 3">
  <p:cSld name="CUSTOM_1_1_1_1_1_1">
    <p:spTree>
      <p:nvGrpSpPr>
        <p:cNvPr id="1122" name="Shape 1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3" name="Google Shape;1123;p25"/>
          <p:cNvPicPr preferRelativeResize="0"/>
          <p:nvPr/>
        </p:nvPicPr>
        <p:blipFill rotWithShape="1">
          <a:blip r:embed="rId2">
            <a:alphaModFix amt="60000"/>
          </a:blip>
          <a:srcRect b="10" l="0" r="0" t="10"/>
          <a:stretch/>
        </p:blipFill>
        <p:spPr>
          <a:xfrm flipH="1" rot="10800000">
            <a:off x="0" y="1"/>
            <a:ext cx="9144002" cy="5143499"/>
          </a:xfrm>
          <a:prstGeom prst="rect">
            <a:avLst/>
          </a:prstGeom>
          <a:noFill/>
          <a:ln>
            <a:noFill/>
          </a:ln>
        </p:spPr>
      </p:pic>
      <p:sp>
        <p:nvSpPr>
          <p:cNvPr id="1124" name="Google Shape;1124;p25"/>
          <p:cNvSpPr txBox="1"/>
          <p:nvPr>
            <p:ph idx="1" type="subTitle"/>
          </p:nvPr>
        </p:nvSpPr>
        <p:spPr>
          <a:xfrm flipH="1">
            <a:off x="1015575" y="2918093"/>
            <a:ext cx="2281800" cy="35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100">
                <a:latin typeface="Aldrich"/>
                <a:ea typeface="Aldrich"/>
                <a:cs typeface="Aldrich"/>
                <a:sym typeface="Aldrich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25" name="Google Shape;1125;p25"/>
          <p:cNvSpPr txBox="1"/>
          <p:nvPr>
            <p:ph idx="2" type="subTitle"/>
          </p:nvPr>
        </p:nvSpPr>
        <p:spPr>
          <a:xfrm>
            <a:off x="3431088" y="3405290"/>
            <a:ext cx="2281800" cy="47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26" name="Google Shape;1126;p25"/>
          <p:cNvSpPr txBox="1"/>
          <p:nvPr>
            <p:ph idx="3" type="subTitle"/>
          </p:nvPr>
        </p:nvSpPr>
        <p:spPr>
          <a:xfrm>
            <a:off x="5846652" y="2918093"/>
            <a:ext cx="2281800" cy="35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100">
                <a:latin typeface="Aldrich"/>
                <a:ea typeface="Aldrich"/>
                <a:cs typeface="Aldrich"/>
                <a:sym typeface="Aldrich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27" name="Google Shape;1127;p25"/>
          <p:cNvSpPr txBox="1"/>
          <p:nvPr>
            <p:ph idx="4" type="subTitle"/>
          </p:nvPr>
        </p:nvSpPr>
        <p:spPr>
          <a:xfrm>
            <a:off x="5846625" y="3405290"/>
            <a:ext cx="2281800" cy="47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28" name="Google Shape;1128;p25"/>
          <p:cNvSpPr txBox="1"/>
          <p:nvPr>
            <p:ph idx="5" type="subTitle"/>
          </p:nvPr>
        </p:nvSpPr>
        <p:spPr>
          <a:xfrm flipH="1">
            <a:off x="3431114" y="2918093"/>
            <a:ext cx="2281800" cy="35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100">
                <a:latin typeface="Aldrich"/>
                <a:ea typeface="Aldrich"/>
                <a:cs typeface="Aldrich"/>
                <a:sym typeface="Aldrich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29" name="Google Shape;1129;p25"/>
          <p:cNvSpPr txBox="1"/>
          <p:nvPr>
            <p:ph idx="6" type="subTitle"/>
          </p:nvPr>
        </p:nvSpPr>
        <p:spPr>
          <a:xfrm>
            <a:off x="1015550" y="3405290"/>
            <a:ext cx="2281800" cy="47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30" name="Google Shape;1130;p25"/>
          <p:cNvSpPr txBox="1"/>
          <p:nvPr>
            <p:ph type="title"/>
          </p:nvPr>
        </p:nvSpPr>
        <p:spPr>
          <a:xfrm>
            <a:off x="715500" y="538250"/>
            <a:ext cx="7713000" cy="4206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900"/>
              <a:buNone/>
              <a:defRPr sz="2900">
                <a:latin typeface="Aldrich"/>
                <a:ea typeface="Aldrich"/>
                <a:cs typeface="Aldrich"/>
                <a:sym typeface="Aldrich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9pPr>
          </a:lstStyle>
          <a:p/>
        </p:txBody>
      </p:sp>
      <p:pic>
        <p:nvPicPr>
          <p:cNvPr id="1131" name="Google Shape;1131;p25"/>
          <p:cNvPicPr preferRelativeResize="0"/>
          <p:nvPr/>
        </p:nvPicPr>
        <p:blipFill rotWithShape="1">
          <a:blip r:embed="rId3">
            <a:alphaModFix/>
          </a:blip>
          <a:srcRect b="0" l="229" r="239" t="0"/>
          <a:stretch/>
        </p:blipFill>
        <p:spPr>
          <a:xfrm>
            <a:off x="-152401" y="3789475"/>
            <a:ext cx="9353213" cy="268125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132" name="Google Shape;1132;p25"/>
          <p:cNvGrpSpPr/>
          <p:nvPr/>
        </p:nvGrpSpPr>
        <p:grpSpPr>
          <a:xfrm>
            <a:off x="391864" y="3850070"/>
            <a:ext cx="289170" cy="284718"/>
            <a:chOff x="426000" y="3302025"/>
            <a:chExt cx="220875" cy="217475"/>
          </a:xfrm>
        </p:grpSpPr>
        <p:sp>
          <p:nvSpPr>
            <p:cNvPr id="1133" name="Google Shape;1133;p25"/>
            <p:cNvSpPr/>
            <p:nvPr/>
          </p:nvSpPr>
          <p:spPr>
            <a:xfrm>
              <a:off x="426000" y="3425950"/>
              <a:ext cx="214125" cy="93550"/>
            </a:xfrm>
            <a:custGeom>
              <a:rect b="b" l="l" r="r" t="t"/>
              <a:pathLst>
                <a:path extrusionOk="0" h="3742" w="8565">
                  <a:moveTo>
                    <a:pt x="1" y="0"/>
                  </a:moveTo>
                  <a:cubicBezTo>
                    <a:pt x="290" y="2141"/>
                    <a:pt x="2122" y="3742"/>
                    <a:pt x="4283" y="3742"/>
                  </a:cubicBezTo>
                  <a:cubicBezTo>
                    <a:pt x="6443" y="3742"/>
                    <a:pt x="8275" y="2141"/>
                    <a:pt x="856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4" name="Google Shape;1134;p25"/>
            <p:cNvSpPr/>
            <p:nvPr/>
          </p:nvSpPr>
          <p:spPr>
            <a:xfrm>
              <a:off x="432750" y="3302025"/>
              <a:ext cx="214125" cy="94050"/>
            </a:xfrm>
            <a:custGeom>
              <a:rect b="b" l="l" r="r" t="t"/>
              <a:pathLst>
                <a:path extrusionOk="0" h="3762" w="8565">
                  <a:moveTo>
                    <a:pt x="1" y="0"/>
                  </a:moveTo>
                  <a:cubicBezTo>
                    <a:pt x="271" y="2141"/>
                    <a:pt x="2103" y="3761"/>
                    <a:pt x="4283" y="3761"/>
                  </a:cubicBezTo>
                  <a:cubicBezTo>
                    <a:pt x="6443" y="3761"/>
                    <a:pt x="8275" y="2141"/>
                    <a:pt x="856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135" name="Google Shape;1135;p25"/>
          <p:cNvGrpSpPr/>
          <p:nvPr/>
        </p:nvGrpSpPr>
        <p:grpSpPr>
          <a:xfrm>
            <a:off x="357713" y="1134375"/>
            <a:ext cx="357454" cy="956304"/>
            <a:chOff x="357713" y="600975"/>
            <a:chExt cx="357454" cy="956304"/>
          </a:xfrm>
        </p:grpSpPr>
        <p:sp>
          <p:nvSpPr>
            <p:cNvPr id="1136" name="Google Shape;1136;p25"/>
            <p:cNvSpPr/>
            <p:nvPr/>
          </p:nvSpPr>
          <p:spPr>
            <a:xfrm>
              <a:off x="357713" y="600975"/>
              <a:ext cx="357454" cy="357454"/>
            </a:xfrm>
            <a:custGeom>
              <a:rect b="b" l="l" r="r" t="t"/>
              <a:pathLst>
                <a:path extrusionOk="0" fill="none" h="6539" w="6539">
                  <a:moveTo>
                    <a:pt x="3954" y="367"/>
                  </a:moveTo>
                  <a:cubicBezTo>
                    <a:pt x="5535" y="752"/>
                    <a:pt x="6538" y="2353"/>
                    <a:pt x="6152" y="3954"/>
                  </a:cubicBezTo>
                  <a:cubicBezTo>
                    <a:pt x="5767" y="5535"/>
                    <a:pt x="4166" y="6538"/>
                    <a:pt x="2584" y="6153"/>
                  </a:cubicBezTo>
                  <a:cubicBezTo>
                    <a:pt x="984" y="5767"/>
                    <a:pt x="0" y="4166"/>
                    <a:pt x="366" y="2585"/>
                  </a:cubicBezTo>
                  <a:cubicBezTo>
                    <a:pt x="752" y="984"/>
                    <a:pt x="2353" y="0"/>
                    <a:pt x="3954" y="367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7" name="Google Shape;1137;p25"/>
            <p:cNvSpPr/>
            <p:nvPr/>
          </p:nvSpPr>
          <p:spPr>
            <a:xfrm>
              <a:off x="374549" y="819196"/>
              <a:ext cx="324765" cy="324765"/>
            </a:xfrm>
            <a:custGeom>
              <a:rect b="b" l="l" r="r" t="t"/>
              <a:pathLst>
                <a:path extrusionOk="0" fill="none" h="5941" w="5941">
                  <a:moveTo>
                    <a:pt x="5941" y="2971"/>
                  </a:moveTo>
                  <a:cubicBezTo>
                    <a:pt x="5941" y="4610"/>
                    <a:pt x="4610" y="5941"/>
                    <a:pt x="2971" y="5941"/>
                  </a:cubicBezTo>
                  <a:cubicBezTo>
                    <a:pt x="1331" y="5941"/>
                    <a:pt x="1" y="4610"/>
                    <a:pt x="1" y="2971"/>
                  </a:cubicBezTo>
                  <a:cubicBezTo>
                    <a:pt x="1" y="1331"/>
                    <a:pt x="1331" y="1"/>
                    <a:pt x="2971" y="1"/>
                  </a:cubicBezTo>
                  <a:cubicBezTo>
                    <a:pt x="4610" y="1"/>
                    <a:pt x="5941" y="1331"/>
                    <a:pt x="5941" y="2971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8" name="Google Shape;1138;p25"/>
            <p:cNvSpPr/>
            <p:nvPr/>
          </p:nvSpPr>
          <p:spPr>
            <a:xfrm>
              <a:off x="357713" y="997347"/>
              <a:ext cx="357454" cy="357509"/>
            </a:xfrm>
            <a:custGeom>
              <a:rect b="b" l="l" r="r" t="t"/>
              <a:pathLst>
                <a:path extrusionOk="0" fill="none" h="6540" w="6539">
                  <a:moveTo>
                    <a:pt x="3954" y="387"/>
                  </a:moveTo>
                  <a:cubicBezTo>
                    <a:pt x="5555" y="753"/>
                    <a:pt x="6538" y="2354"/>
                    <a:pt x="6152" y="3955"/>
                  </a:cubicBezTo>
                  <a:cubicBezTo>
                    <a:pt x="5767" y="5556"/>
                    <a:pt x="4166" y="6539"/>
                    <a:pt x="2584" y="6153"/>
                  </a:cubicBezTo>
                  <a:cubicBezTo>
                    <a:pt x="984" y="5787"/>
                    <a:pt x="0" y="4186"/>
                    <a:pt x="366" y="2585"/>
                  </a:cubicBezTo>
                  <a:cubicBezTo>
                    <a:pt x="752" y="985"/>
                    <a:pt x="2353" y="1"/>
                    <a:pt x="3954" y="387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9" name="Google Shape;1139;p25"/>
            <p:cNvSpPr/>
            <p:nvPr/>
          </p:nvSpPr>
          <p:spPr>
            <a:xfrm>
              <a:off x="358751" y="1200863"/>
              <a:ext cx="356416" cy="356416"/>
            </a:xfrm>
            <a:custGeom>
              <a:rect b="b" l="l" r="r" t="t"/>
              <a:pathLst>
                <a:path extrusionOk="0" fill="none" h="6520" w="6520">
                  <a:moveTo>
                    <a:pt x="5362" y="1158"/>
                  </a:moveTo>
                  <a:cubicBezTo>
                    <a:pt x="6519" y="2315"/>
                    <a:pt x="6519" y="4186"/>
                    <a:pt x="5362" y="5343"/>
                  </a:cubicBezTo>
                  <a:cubicBezTo>
                    <a:pt x="4186" y="6519"/>
                    <a:pt x="2315" y="6519"/>
                    <a:pt x="1157" y="5343"/>
                  </a:cubicBezTo>
                  <a:cubicBezTo>
                    <a:pt x="0" y="4186"/>
                    <a:pt x="0" y="2315"/>
                    <a:pt x="1157" y="1158"/>
                  </a:cubicBezTo>
                  <a:cubicBezTo>
                    <a:pt x="2315" y="0"/>
                    <a:pt x="4186" y="0"/>
                    <a:pt x="5362" y="1158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140" name="Google Shape;1140;p25"/>
          <p:cNvGrpSpPr/>
          <p:nvPr/>
        </p:nvGrpSpPr>
        <p:grpSpPr>
          <a:xfrm>
            <a:off x="8262140" y="3875995"/>
            <a:ext cx="1965289" cy="517060"/>
            <a:chOff x="3539975" y="3523525"/>
            <a:chExt cx="745925" cy="196250"/>
          </a:xfrm>
        </p:grpSpPr>
        <p:sp>
          <p:nvSpPr>
            <p:cNvPr id="1141" name="Google Shape;1141;p25"/>
            <p:cNvSpPr/>
            <p:nvPr/>
          </p:nvSpPr>
          <p:spPr>
            <a:xfrm>
              <a:off x="3539975" y="3523525"/>
              <a:ext cx="196250" cy="196250"/>
            </a:xfrm>
            <a:custGeom>
              <a:rect b="b" l="l" r="r" t="t"/>
              <a:pathLst>
                <a:path extrusionOk="0" fill="none" h="7850" w="785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2" name="Google Shape;1142;p25"/>
            <p:cNvSpPr/>
            <p:nvPr/>
          </p:nvSpPr>
          <p:spPr>
            <a:xfrm>
              <a:off x="3576625" y="3523525"/>
              <a:ext cx="196250" cy="196250"/>
            </a:xfrm>
            <a:custGeom>
              <a:rect b="b" l="l" r="r" t="t"/>
              <a:pathLst>
                <a:path extrusionOk="0" fill="none" h="7850" w="785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3" name="Google Shape;1143;p25"/>
            <p:cNvSpPr/>
            <p:nvPr/>
          </p:nvSpPr>
          <p:spPr>
            <a:xfrm>
              <a:off x="3613250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1" y="0"/>
                  </a:moveTo>
                  <a:lnTo>
                    <a:pt x="7851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4" name="Google Shape;1144;p25"/>
            <p:cNvSpPr/>
            <p:nvPr/>
          </p:nvSpPr>
          <p:spPr>
            <a:xfrm>
              <a:off x="3649900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1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5" name="Google Shape;1145;p25"/>
            <p:cNvSpPr/>
            <p:nvPr/>
          </p:nvSpPr>
          <p:spPr>
            <a:xfrm>
              <a:off x="3686550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6" name="Google Shape;1146;p25"/>
            <p:cNvSpPr/>
            <p:nvPr/>
          </p:nvSpPr>
          <p:spPr>
            <a:xfrm>
              <a:off x="3723200" y="3523525"/>
              <a:ext cx="196250" cy="196250"/>
            </a:xfrm>
            <a:custGeom>
              <a:rect b="b" l="l" r="r" t="t"/>
              <a:pathLst>
                <a:path extrusionOk="0" fill="none" h="7850" w="785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7" name="Google Shape;1147;p25"/>
            <p:cNvSpPr/>
            <p:nvPr/>
          </p:nvSpPr>
          <p:spPr>
            <a:xfrm>
              <a:off x="3759825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1" y="0"/>
                  </a:moveTo>
                  <a:lnTo>
                    <a:pt x="7851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8" name="Google Shape;1148;p25"/>
            <p:cNvSpPr/>
            <p:nvPr/>
          </p:nvSpPr>
          <p:spPr>
            <a:xfrm>
              <a:off x="3796475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1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9" name="Google Shape;1149;p25"/>
            <p:cNvSpPr/>
            <p:nvPr/>
          </p:nvSpPr>
          <p:spPr>
            <a:xfrm>
              <a:off x="3833125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1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0" name="Google Shape;1150;p25"/>
            <p:cNvSpPr/>
            <p:nvPr/>
          </p:nvSpPr>
          <p:spPr>
            <a:xfrm>
              <a:off x="3869775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1" name="Google Shape;1151;p25"/>
            <p:cNvSpPr/>
            <p:nvPr/>
          </p:nvSpPr>
          <p:spPr>
            <a:xfrm>
              <a:off x="3906425" y="3523525"/>
              <a:ext cx="196250" cy="196250"/>
            </a:xfrm>
            <a:custGeom>
              <a:rect b="b" l="l" r="r" t="t"/>
              <a:pathLst>
                <a:path extrusionOk="0" fill="none" h="7850" w="785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2" name="Google Shape;1152;p25"/>
            <p:cNvSpPr/>
            <p:nvPr/>
          </p:nvSpPr>
          <p:spPr>
            <a:xfrm>
              <a:off x="3943050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1" y="0"/>
                  </a:moveTo>
                  <a:lnTo>
                    <a:pt x="7851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3" name="Google Shape;1153;p25"/>
            <p:cNvSpPr/>
            <p:nvPr/>
          </p:nvSpPr>
          <p:spPr>
            <a:xfrm>
              <a:off x="3979700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1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4" name="Google Shape;1154;p25"/>
            <p:cNvSpPr/>
            <p:nvPr/>
          </p:nvSpPr>
          <p:spPr>
            <a:xfrm>
              <a:off x="4016350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1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5" name="Google Shape;1155;p25"/>
            <p:cNvSpPr/>
            <p:nvPr/>
          </p:nvSpPr>
          <p:spPr>
            <a:xfrm>
              <a:off x="4053000" y="3523525"/>
              <a:ext cx="196250" cy="196250"/>
            </a:xfrm>
            <a:custGeom>
              <a:rect b="b" l="l" r="r" t="t"/>
              <a:pathLst>
                <a:path extrusionOk="0" fill="none" h="7850" w="785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6" name="Google Shape;1156;p25"/>
            <p:cNvSpPr/>
            <p:nvPr/>
          </p:nvSpPr>
          <p:spPr>
            <a:xfrm>
              <a:off x="4089650" y="3523525"/>
              <a:ext cx="196250" cy="196250"/>
            </a:xfrm>
            <a:custGeom>
              <a:rect b="b" l="l" r="r" t="t"/>
              <a:pathLst>
                <a:path extrusionOk="0" fill="none" h="7850" w="785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157" name="Google Shape;1157;p25"/>
          <p:cNvSpPr/>
          <p:nvPr/>
        </p:nvSpPr>
        <p:spPr>
          <a:xfrm>
            <a:off x="437788" y="2516210"/>
            <a:ext cx="555517" cy="554294"/>
          </a:xfrm>
          <a:custGeom>
            <a:rect b="b" l="l" r="r" t="t"/>
            <a:pathLst>
              <a:path extrusionOk="0" h="11337" w="11362">
                <a:moveTo>
                  <a:pt x="11362" y="5668"/>
                </a:moveTo>
                <a:cubicBezTo>
                  <a:pt x="11362" y="8798"/>
                  <a:pt x="8823" y="11337"/>
                  <a:pt x="5669" y="11337"/>
                </a:cubicBezTo>
                <a:cubicBezTo>
                  <a:pt x="2539" y="11337"/>
                  <a:pt x="1" y="8798"/>
                  <a:pt x="1" y="5668"/>
                </a:cubicBezTo>
                <a:cubicBezTo>
                  <a:pt x="1" y="2539"/>
                  <a:pt x="2539" y="0"/>
                  <a:pt x="5669" y="0"/>
                </a:cubicBezTo>
                <a:cubicBezTo>
                  <a:pt x="8823" y="0"/>
                  <a:pt x="11362" y="2539"/>
                  <a:pt x="11362" y="5668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s and text">
  <p:cSld name="CUSTOM_1_2">
    <p:spTree>
      <p:nvGrpSpPr>
        <p:cNvPr id="1158" name="Shape 1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59" name="Google Shape;1159;p26"/>
          <p:cNvPicPr preferRelativeResize="0"/>
          <p:nvPr/>
        </p:nvPicPr>
        <p:blipFill rotWithShape="1">
          <a:blip r:embed="rId2">
            <a:alphaModFix amt="60000"/>
          </a:blip>
          <a:srcRect b="10" l="0" r="0" t="10"/>
          <a:stretch/>
        </p:blipFill>
        <p:spPr>
          <a:xfrm flipH="1" rot="10800000">
            <a:off x="0" y="1"/>
            <a:ext cx="9144002" cy="5143499"/>
          </a:xfrm>
          <a:prstGeom prst="rect">
            <a:avLst/>
          </a:prstGeom>
          <a:noFill/>
          <a:ln>
            <a:noFill/>
          </a:ln>
        </p:spPr>
      </p:pic>
      <p:sp>
        <p:nvSpPr>
          <p:cNvPr id="1160" name="Google Shape;1160;p26"/>
          <p:cNvSpPr txBox="1"/>
          <p:nvPr>
            <p:ph idx="1" type="subTitle"/>
          </p:nvPr>
        </p:nvSpPr>
        <p:spPr>
          <a:xfrm>
            <a:off x="2365650" y="1194563"/>
            <a:ext cx="4412700" cy="546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61" name="Google Shape;1161;p26"/>
          <p:cNvSpPr txBox="1"/>
          <p:nvPr>
            <p:ph idx="2" type="subTitle"/>
          </p:nvPr>
        </p:nvSpPr>
        <p:spPr>
          <a:xfrm>
            <a:off x="2365650" y="2610875"/>
            <a:ext cx="4412700" cy="546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62" name="Google Shape;1162;p26"/>
          <p:cNvSpPr txBox="1"/>
          <p:nvPr>
            <p:ph idx="3" type="subTitle"/>
          </p:nvPr>
        </p:nvSpPr>
        <p:spPr>
          <a:xfrm>
            <a:off x="2365650" y="4027188"/>
            <a:ext cx="4412700" cy="546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1163" name="Google Shape;1163;p26"/>
          <p:cNvGrpSpPr/>
          <p:nvPr/>
        </p:nvGrpSpPr>
        <p:grpSpPr>
          <a:xfrm flipH="1">
            <a:off x="-760312" y="4088195"/>
            <a:ext cx="1965289" cy="517060"/>
            <a:chOff x="3539975" y="3523525"/>
            <a:chExt cx="745925" cy="196250"/>
          </a:xfrm>
        </p:grpSpPr>
        <p:sp>
          <p:nvSpPr>
            <p:cNvPr id="1164" name="Google Shape;1164;p26"/>
            <p:cNvSpPr/>
            <p:nvPr/>
          </p:nvSpPr>
          <p:spPr>
            <a:xfrm>
              <a:off x="3539975" y="3523525"/>
              <a:ext cx="196250" cy="196250"/>
            </a:xfrm>
            <a:custGeom>
              <a:rect b="b" l="l" r="r" t="t"/>
              <a:pathLst>
                <a:path extrusionOk="0" fill="none" h="7850" w="785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5" name="Google Shape;1165;p26"/>
            <p:cNvSpPr/>
            <p:nvPr/>
          </p:nvSpPr>
          <p:spPr>
            <a:xfrm>
              <a:off x="3576625" y="3523525"/>
              <a:ext cx="196250" cy="196250"/>
            </a:xfrm>
            <a:custGeom>
              <a:rect b="b" l="l" r="r" t="t"/>
              <a:pathLst>
                <a:path extrusionOk="0" fill="none" h="7850" w="785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6" name="Google Shape;1166;p26"/>
            <p:cNvSpPr/>
            <p:nvPr/>
          </p:nvSpPr>
          <p:spPr>
            <a:xfrm>
              <a:off x="3613250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1" y="0"/>
                  </a:moveTo>
                  <a:lnTo>
                    <a:pt x="7851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7" name="Google Shape;1167;p26"/>
            <p:cNvSpPr/>
            <p:nvPr/>
          </p:nvSpPr>
          <p:spPr>
            <a:xfrm>
              <a:off x="3649900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1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8" name="Google Shape;1168;p26"/>
            <p:cNvSpPr/>
            <p:nvPr/>
          </p:nvSpPr>
          <p:spPr>
            <a:xfrm>
              <a:off x="3686550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9" name="Google Shape;1169;p26"/>
            <p:cNvSpPr/>
            <p:nvPr/>
          </p:nvSpPr>
          <p:spPr>
            <a:xfrm>
              <a:off x="3723200" y="3523525"/>
              <a:ext cx="196250" cy="196250"/>
            </a:xfrm>
            <a:custGeom>
              <a:rect b="b" l="l" r="r" t="t"/>
              <a:pathLst>
                <a:path extrusionOk="0" fill="none" h="7850" w="785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0" name="Google Shape;1170;p26"/>
            <p:cNvSpPr/>
            <p:nvPr/>
          </p:nvSpPr>
          <p:spPr>
            <a:xfrm>
              <a:off x="3759825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1" y="0"/>
                  </a:moveTo>
                  <a:lnTo>
                    <a:pt x="7851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1" name="Google Shape;1171;p26"/>
            <p:cNvSpPr/>
            <p:nvPr/>
          </p:nvSpPr>
          <p:spPr>
            <a:xfrm>
              <a:off x="3796475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1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2" name="Google Shape;1172;p26"/>
            <p:cNvSpPr/>
            <p:nvPr/>
          </p:nvSpPr>
          <p:spPr>
            <a:xfrm>
              <a:off x="3833125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1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3" name="Google Shape;1173;p26"/>
            <p:cNvSpPr/>
            <p:nvPr/>
          </p:nvSpPr>
          <p:spPr>
            <a:xfrm>
              <a:off x="3869775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4" name="Google Shape;1174;p26"/>
            <p:cNvSpPr/>
            <p:nvPr/>
          </p:nvSpPr>
          <p:spPr>
            <a:xfrm>
              <a:off x="3906425" y="3523525"/>
              <a:ext cx="196250" cy="196250"/>
            </a:xfrm>
            <a:custGeom>
              <a:rect b="b" l="l" r="r" t="t"/>
              <a:pathLst>
                <a:path extrusionOk="0" fill="none" h="7850" w="785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5" name="Google Shape;1175;p26"/>
            <p:cNvSpPr/>
            <p:nvPr/>
          </p:nvSpPr>
          <p:spPr>
            <a:xfrm>
              <a:off x="3943050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1" y="0"/>
                  </a:moveTo>
                  <a:lnTo>
                    <a:pt x="7851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6" name="Google Shape;1176;p26"/>
            <p:cNvSpPr/>
            <p:nvPr/>
          </p:nvSpPr>
          <p:spPr>
            <a:xfrm>
              <a:off x="3979700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1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7" name="Google Shape;1177;p26"/>
            <p:cNvSpPr/>
            <p:nvPr/>
          </p:nvSpPr>
          <p:spPr>
            <a:xfrm>
              <a:off x="4016350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1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8" name="Google Shape;1178;p26"/>
            <p:cNvSpPr/>
            <p:nvPr/>
          </p:nvSpPr>
          <p:spPr>
            <a:xfrm>
              <a:off x="4053000" y="3523525"/>
              <a:ext cx="196250" cy="196250"/>
            </a:xfrm>
            <a:custGeom>
              <a:rect b="b" l="l" r="r" t="t"/>
              <a:pathLst>
                <a:path extrusionOk="0" fill="none" h="7850" w="785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9" name="Google Shape;1179;p26"/>
            <p:cNvSpPr/>
            <p:nvPr/>
          </p:nvSpPr>
          <p:spPr>
            <a:xfrm>
              <a:off x="4089650" y="3523525"/>
              <a:ext cx="196250" cy="196250"/>
            </a:xfrm>
            <a:custGeom>
              <a:rect b="b" l="l" r="r" t="t"/>
              <a:pathLst>
                <a:path extrusionOk="0" fill="none" h="7850" w="785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180" name="Google Shape;1180;p26"/>
          <p:cNvGrpSpPr/>
          <p:nvPr/>
        </p:nvGrpSpPr>
        <p:grpSpPr>
          <a:xfrm>
            <a:off x="743688" y="1615450"/>
            <a:ext cx="357454" cy="956304"/>
            <a:chOff x="357713" y="600975"/>
            <a:chExt cx="357454" cy="956304"/>
          </a:xfrm>
        </p:grpSpPr>
        <p:sp>
          <p:nvSpPr>
            <p:cNvPr id="1181" name="Google Shape;1181;p26"/>
            <p:cNvSpPr/>
            <p:nvPr/>
          </p:nvSpPr>
          <p:spPr>
            <a:xfrm>
              <a:off x="357713" y="600975"/>
              <a:ext cx="357454" cy="357454"/>
            </a:xfrm>
            <a:custGeom>
              <a:rect b="b" l="l" r="r" t="t"/>
              <a:pathLst>
                <a:path extrusionOk="0" fill="none" h="6539" w="6539">
                  <a:moveTo>
                    <a:pt x="3954" y="367"/>
                  </a:moveTo>
                  <a:cubicBezTo>
                    <a:pt x="5535" y="752"/>
                    <a:pt x="6538" y="2353"/>
                    <a:pt x="6152" y="3954"/>
                  </a:cubicBezTo>
                  <a:cubicBezTo>
                    <a:pt x="5767" y="5535"/>
                    <a:pt x="4166" y="6538"/>
                    <a:pt x="2584" y="6153"/>
                  </a:cubicBezTo>
                  <a:cubicBezTo>
                    <a:pt x="984" y="5767"/>
                    <a:pt x="0" y="4166"/>
                    <a:pt x="366" y="2585"/>
                  </a:cubicBezTo>
                  <a:cubicBezTo>
                    <a:pt x="752" y="984"/>
                    <a:pt x="2353" y="0"/>
                    <a:pt x="3954" y="367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2" name="Google Shape;1182;p26"/>
            <p:cNvSpPr/>
            <p:nvPr/>
          </p:nvSpPr>
          <p:spPr>
            <a:xfrm>
              <a:off x="374549" y="819196"/>
              <a:ext cx="324765" cy="324765"/>
            </a:xfrm>
            <a:custGeom>
              <a:rect b="b" l="l" r="r" t="t"/>
              <a:pathLst>
                <a:path extrusionOk="0" fill="none" h="5941" w="5941">
                  <a:moveTo>
                    <a:pt x="5941" y="2971"/>
                  </a:moveTo>
                  <a:cubicBezTo>
                    <a:pt x="5941" y="4610"/>
                    <a:pt x="4610" y="5941"/>
                    <a:pt x="2971" y="5941"/>
                  </a:cubicBezTo>
                  <a:cubicBezTo>
                    <a:pt x="1331" y="5941"/>
                    <a:pt x="1" y="4610"/>
                    <a:pt x="1" y="2971"/>
                  </a:cubicBezTo>
                  <a:cubicBezTo>
                    <a:pt x="1" y="1331"/>
                    <a:pt x="1331" y="1"/>
                    <a:pt x="2971" y="1"/>
                  </a:cubicBezTo>
                  <a:cubicBezTo>
                    <a:pt x="4610" y="1"/>
                    <a:pt x="5941" y="1331"/>
                    <a:pt x="5941" y="2971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3" name="Google Shape;1183;p26"/>
            <p:cNvSpPr/>
            <p:nvPr/>
          </p:nvSpPr>
          <p:spPr>
            <a:xfrm>
              <a:off x="357713" y="997347"/>
              <a:ext cx="357454" cy="357509"/>
            </a:xfrm>
            <a:custGeom>
              <a:rect b="b" l="l" r="r" t="t"/>
              <a:pathLst>
                <a:path extrusionOk="0" fill="none" h="6540" w="6539">
                  <a:moveTo>
                    <a:pt x="3954" y="387"/>
                  </a:moveTo>
                  <a:cubicBezTo>
                    <a:pt x="5555" y="753"/>
                    <a:pt x="6538" y="2354"/>
                    <a:pt x="6152" y="3955"/>
                  </a:cubicBezTo>
                  <a:cubicBezTo>
                    <a:pt x="5767" y="5556"/>
                    <a:pt x="4166" y="6539"/>
                    <a:pt x="2584" y="6153"/>
                  </a:cubicBezTo>
                  <a:cubicBezTo>
                    <a:pt x="984" y="5787"/>
                    <a:pt x="0" y="4186"/>
                    <a:pt x="366" y="2585"/>
                  </a:cubicBezTo>
                  <a:cubicBezTo>
                    <a:pt x="752" y="985"/>
                    <a:pt x="2353" y="1"/>
                    <a:pt x="3954" y="387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4" name="Google Shape;1184;p26"/>
            <p:cNvSpPr/>
            <p:nvPr/>
          </p:nvSpPr>
          <p:spPr>
            <a:xfrm>
              <a:off x="358751" y="1200863"/>
              <a:ext cx="356416" cy="356416"/>
            </a:xfrm>
            <a:custGeom>
              <a:rect b="b" l="l" r="r" t="t"/>
              <a:pathLst>
                <a:path extrusionOk="0" fill="none" h="6520" w="6520">
                  <a:moveTo>
                    <a:pt x="5362" y="1158"/>
                  </a:moveTo>
                  <a:cubicBezTo>
                    <a:pt x="6519" y="2315"/>
                    <a:pt x="6519" y="4186"/>
                    <a:pt x="5362" y="5343"/>
                  </a:cubicBezTo>
                  <a:cubicBezTo>
                    <a:pt x="4186" y="6519"/>
                    <a:pt x="2315" y="6519"/>
                    <a:pt x="1157" y="5343"/>
                  </a:cubicBezTo>
                  <a:cubicBezTo>
                    <a:pt x="0" y="4186"/>
                    <a:pt x="0" y="2315"/>
                    <a:pt x="1157" y="1158"/>
                  </a:cubicBezTo>
                  <a:cubicBezTo>
                    <a:pt x="2315" y="0"/>
                    <a:pt x="4186" y="0"/>
                    <a:pt x="5362" y="1158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185" name="Google Shape;1185;p26"/>
          <p:cNvSpPr txBox="1"/>
          <p:nvPr>
            <p:ph hasCustomPrompt="1" type="title"/>
          </p:nvPr>
        </p:nvSpPr>
        <p:spPr>
          <a:xfrm>
            <a:off x="2365650" y="570312"/>
            <a:ext cx="4412700" cy="6243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1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r>
              <a:t>xx%</a:t>
            </a:r>
          </a:p>
        </p:txBody>
      </p:sp>
      <p:sp>
        <p:nvSpPr>
          <p:cNvPr id="1186" name="Google Shape;1186;p26"/>
          <p:cNvSpPr txBox="1"/>
          <p:nvPr>
            <p:ph hasCustomPrompt="1" idx="4" type="title"/>
          </p:nvPr>
        </p:nvSpPr>
        <p:spPr>
          <a:xfrm>
            <a:off x="2365650" y="1980037"/>
            <a:ext cx="4412700" cy="6243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1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r>
              <a:t>xx%</a:t>
            </a:r>
          </a:p>
        </p:txBody>
      </p:sp>
      <p:sp>
        <p:nvSpPr>
          <p:cNvPr id="1187" name="Google Shape;1187;p26"/>
          <p:cNvSpPr txBox="1"/>
          <p:nvPr>
            <p:ph hasCustomPrompt="1" idx="5" type="title"/>
          </p:nvPr>
        </p:nvSpPr>
        <p:spPr>
          <a:xfrm>
            <a:off x="2365650" y="3389812"/>
            <a:ext cx="4412700" cy="6243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1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r>
              <a:t>xx%</a:t>
            </a:r>
          </a:p>
        </p:txBody>
      </p:sp>
      <p:pic>
        <p:nvPicPr>
          <p:cNvPr id="1188" name="Google Shape;1188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01689" y="-1039825"/>
            <a:ext cx="2527512" cy="2681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s and text 1">
  <p:cSld name="CUSTOM_1_2_1">
    <p:spTree>
      <p:nvGrpSpPr>
        <p:cNvPr id="1189" name="Shape 1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90" name="Google Shape;1190;p27"/>
          <p:cNvPicPr preferRelativeResize="0"/>
          <p:nvPr/>
        </p:nvPicPr>
        <p:blipFill rotWithShape="1">
          <a:blip r:embed="rId2">
            <a:alphaModFix amt="60000"/>
          </a:blip>
          <a:srcRect b="10" l="0" r="0" t="10"/>
          <a:stretch/>
        </p:blipFill>
        <p:spPr>
          <a:xfrm>
            <a:off x="0" y="1"/>
            <a:ext cx="9144002" cy="5143499"/>
          </a:xfrm>
          <a:prstGeom prst="rect">
            <a:avLst/>
          </a:prstGeom>
          <a:noFill/>
          <a:ln>
            <a:noFill/>
          </a:ln>
        </p:spPr>
      </p:pic>
      <p:sp>
        <p:nvSpPr>
          <p:cNvPr id="1191" name="Google Shape;1191;p27"/>
          <p:cNvSpPr txBox="1"/>
          <p:nvPr>
            <p:ph type="title"/>
          </p:nvPr>
        </p:nvSpPr>
        <p:spPr>
          <a:xfrm>
            <a:off x="715500" y="538250"/>
            <a:ext cx="7713000" cy="4206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900"/>
              <a:buNone/>
              <a:defRPr sz="2900">
                <a:latin typeface="Aldrich"/>
                <a:ea typeface="Aldrich"/>
                <a:cs typeface="Aldrich"/>
                <a:sym typeface="Aldrich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9pPr>
          </a:lstStyle>
          <a:p/>
        </p:txBody>
      </p:sp>
      <p:sp>
        <p:nvSpPr>
          <p:cNvPr id="1192" name="Google Shape;1192;p27"/>
          <p:cNvSpPr txBox="1"/>
          <p:nvPr>
            <p:ph idx="1" type="subTitle"/>
          </p:nvPr>
        </p:nvSpPr>
        <p:spPr>
          <a:xfrm flipH="1">
            <a:off x="1015575" y="2384693"/>
            <a:ext cx="2281800" cy="35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100">
                <a:latin typeface="Aldrich"/>
                <a:ea typeface="Aldrich"/>
                <a:cs typeface="Aldrich"/>
                <a:sym typeface="Aldrich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93" name="Google Shape;1193;p27"/>
          <p:cNvSpPr txBox="1"/>
          <p:nvPr>
            <p:ph idx="2" type="subTitle"/>
          </p:nvPr>
        </p:nvSpPr>
        <p:spPr>
          <a:xfrm>
            <a:off x="3431088" y="2871906"/>
            <a:ext cx="2281800" cy="77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94" name="Google Shape;1194;p27"/>
          <p:cNvSpPr txBox="1"/>
          <p:nvPr>
            <p:ph idx="3" type="subTitle"/>
          </p:nvPr>
        </p:nvSpPr>
        <p:spPr>
          <a:xfrm>
            <a:off x="5846652" y="2384693"/>
            <a:ext cx="2281800" cy="35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100">
                <a:latin typeface="Aldrich"/>
                <a:ea typeface="Aldrich"/>
                <a:cs typeface="Aldrich"/>
                <a:sym typeface="Aldrich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95" name="Google Shape;1195;p27"/>
          <p:cNvSpPr txBox="1"/>
          <p:nvPr>
            <p:ph idx="4" type="subTitle"/>
          </p:nvPr>
        </p:nvSpPr>
        <p:spPr>
          <a:xfrm>
            <a:off x="5846625" y="2871906"/>
            <a:ext cx="2281800" cy="77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96" name="Google Shape;1196;p27"/>
          <p:cNvSpPr txBox="1"/>
          <p:nvPr>
            <p:ph idx="5" type="subTitle"/>
          </p:nvPr>
        </p:nvSpPr>
        <p:spPr>
          <a:xfrm flipH="1">
            <a:off x="3431114" y="2384693"/>
            <a:ext cx="2281800" cy="35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100">
                <a:latin typeface="Aldrich"/>
                <a:ea typeface="Aldrich"/>
                <a:cs typeface="Aldrich"/>
                <a:sym typeface="Aldrich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97" name="Google Shape;1197;p27"/>
          <p:cNvSpPr txBox="1"/>
          <p:nvPr>
            <p:ph idx="6" type="subTitle"/>
          </p:nvPr>
        </p:nvSpPr>
        <p:spPr>
          <a:xfrm>
            <a:off x="1015550" y="2871906"/>
            <a:ext cx="2281800" cy="77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98" name="Google Shape;1198;p27"/>
          <p:cNvSpPr txBox="1"/>
          <p:nvPr>
            <p:ph hasCustomPrompt="1" idx="7" type="title"/>
          </p:nvPr>
        </p:nvSpPr>
        <p:spPr>
          <a:xfrm>
            <a:off x="1015550" y="1731675"/>
            <a:ext cx="2281800" cy="5169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1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r>
              <a:t>xx%</a:t>
            </a:r>
          </a:p>
        </p:txBody>
      </p:sp>
      <p:sp>
        <p:nvSpPr>
          <p:cNvPr id="1199" name="Google Shape;1199;p27"/>
          <p:cNvSpPr txBox="1"/>
          <p:nvPr>
            <p:ph hasCustomPrompt="1" idx="8" type="title"/>
          </p:nvPr>
        </p:nvSpPr>
        <p:spPr>
          <a:xfrm>
            <a:off x="3431100" y="1735500"/>
            <a:ext cx="2281800" cy="5169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1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r>
              <a:t>xx%</a:t>
            </a:r>
          </a:p>
        </p:txBody>
      </p:sp>
      <p:sp>
        <p:nvSpPr>
          <p:cNvPr id="1200" name="Google Shape;1200;p27"/>
          <p:cNvSpPr txBox="1"/>
          <p:nvPr>
            <p:ph hasCustomPrompt="1" idx="9" type="title"/>
          </p:nvPr>
        </p:nvSpPr>
        <p:spPr>
          <a:xfrm>
            <a:off x="5846650" y="1731513"/>
            <a:ext cx="2281800" cy="5169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1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r>
              <a:t>xx%</a:t>
            </a:r>
          </a:p>
        </p:txBody>
      </p:sp>
      <p:pic>
        <p:nvPicPr>
          <p:cNvPr id="1201" name="Google Shape;1201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417276" y="3996875"/>
            <a:ext cx="9353213" cy="268125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202" name="Google Shape;1202;p27"/>
          <p:cNvGrpSpPr/>
          <p:nvPr/>
        </p:nvGrpSpPr>
        <p:grpSpPr>
          <a:xfrm>
            <a:off x="8366565" y="3353020"/>
            <a:ext cx="1965289" cy="517060"/>
            <a:chOff x="3539975" y="3523525"/>
            <a:chExt cx="745925" cy="196250"/>
          </a:xfrm>
        </p:grpSpPr>
        <p:sp>
          <p:nvSpPr>
            <p:cNvPr id="1203" name="Google Shape;1203;p27"/>
            <p:cNvSpPr/>
            <p:nvPr/>
          </p:nvSpPr>
          <p:spPr>
            <a:xfrm>
              <a:off x="3539975" y="3523525"/>
              <a:ext cx="196250" cy="196250"/>
            </a:xfrm>
            <a:custGeom>
              <a:rect b="b" l="l" r="r" t="t"/>
              <a:pathLst>
                <a:path extrusionOk="0" fill="none" h="7850" w="785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4" name="Google Shape;1204;p27"/>
            <p:cNvSpPr/>
            <p:nvPr/>
          </p:nvSpPr>
          <p:spPr>
            <a:xfrm>
              <a:off x="3576625" y="3523525"/>
              <a:ext cx="196250" cy="196250"/>
            </a:xfrm>
            <a:custGeom>
              <a:rect b="b" l="l" r="r" t="t"/>
              <a:pathLst>
                <a:path extrusionOk="0" fill="none" h="7850" w="785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5" name="Google Shape;1205;p27"/>
            <p:cNvSpPr/>
            <p:nvPr/>
          </p:nvSpPr>
          <p:spPr>
            <a:xfrm>
              <a:off x="3613250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1" y="0"/>
                  </a:moveTo>
                  <a:lnTo>
                    <a:pt x="7851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6" name="Google Shape;1206;p27"/>
            <p:cNvSpPr/>
            <p:nvPr/>
          </p:nvSpPr>
          <p:spPr>
            <a:xfrm>
              <a:off x="3649900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1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7" name="Google Shape;1207;p27"/>
            <p:cNvSpPr/>
            <p:nvPr/>
          </p:nvSpPr>
          <p:spPr>
            <a:xfrm>
              <a:off x="3686550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8" name="Google Shape;1208;p27"/>
            <p:cNvSpPr/>
            <p:nvPr/>
          </p:nvSpPr>
          <p:spPr>
            <a:xfrm>
              <a:off x="3723200" y="3523525"/>
              <a:ext cx="196250" cy="196250"/>
            </a:xfrm>
            <a:custGeom>
              <a:rect b="b" l="l" r="r" t="t"/>
              <a:pathLst>
                <a:path extrusionOk="0" fill="none" h="7850" w="785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9" name="Google Shape;1209;p27"/>
            <p:cNvSpPr/>
            <p:nvPr/>
          </p:nvSpPr>
          <p:spPr>
            <a:xfrm>
              <a:off x="3759825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1" y="0"/>
                  </a:moveTo>
                  <a:lnTo>
                    <a:pt x="7851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0" name="Google Shape;1210;p27"/>
            <p:cNvSpPr/>
            <p:nvPr/>
          </p:nvSpPr>
          <p:spPr>
            <a:xfrm>
              <a:off x="3796475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1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1" name="Google Shape;1211;p27"/>
            <p:cNvSpPr/>
            <p:nvPr/>
          </p:nvSpPr>
          <p:spPr>
            <a:xfrm>
              <a:off x="3833125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1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2" name="Google Shape;1212;p27"/>
            <p:cNvSpPr/>
            <p:nvPr/>
          </p:nvSpPr>
          <p:spPr>
            <a:xfrm>
              <a:off x="3869775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3" name="Google Shape;1213;p27"/>
            <p:cNvSpPr/>
            <p:nvPr/>
          </p:nvSpPr>
          <p:spPr>
            <a:xfrm>
              <a:off x="3906425" y="3523525"/>
              <a:ext cx="196250" cy="196250"/>
            </a:xfrm>
            <a:custGeom>
              <a:rect b="b" l="l" r="r" t="t"/>
              <a:pathLst>
                <a:path extrusionOk="0" fill="none" h="7850" w="785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4" name="Google Shape;1214;p27"/>
            <p:cNvSpPr/>
            <p:nvPr/>
          </p:nvSpPr>
          <p:spPr>
            <a:xfrm>
              <a:off x="3943050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1" y="0"/>
                  </a:moveTo>
                  <a:lnTo>
                    <a:pt x="7851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5" name="Google Shape;1215;p27"/>
            <p:cNvSpPr/>
            <p:nvPr/>
          </p:nvSpPr>
          <p:spPr>
            <a:xfrm>
              <a:off x="3979700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1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6" name="Google Shape;1216;p27"/>
            <p:cNvSpPr/>
            <p:nvPr/>
          </p:nvSpPr>
          <p:spPr>
            <a:xfrm>
              <a:off x="4016350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1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7" name="Google Shape;1217;p27"/>
            <p:cNvSpPr/>
            <p:nvPr/>
          </p:nvSpPr>
          <p:spPr>
            <a:xfrm>
              <a:off x="4053000" y="3523525"/>
              <a:ext cx="196250" cy="196250"/>
            </a:xfrm>
            <a:custGeom>
              <a:rect b="b" l="l" r="r" t="t"/>
              <a:pathLst>
                <a:path extrusionOk="0" fill="none" h="7850" w="785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8" name="Google Shape;1218;p27"/>
            <p:cNvSpPr/>
            <p:nvPr/>
          </p:nvSpPr>
          <p:spPr>
            <a:xfrm>
              <a:off x="4089650" y="3523525"/>
              <a:ext cx="196250" cy="196250"/>
            </a:xfrm>
            <a:custGeom>
              <a:rect b="b" l="l" r="r" t="t"/>
              <a:pathLst>
                <a:path extrusionOk="0" fill="none" h="7850" w="785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219" name="Google Shape;1219;p27"/>
          <p:cNvSpPr/>
          <p:nvPr/>
        </p:nvSpPr>
        <p:spPr>
          <a:xfrm>
            <a:off x="258688" y="2257835"/>
            <a:ext cx="555517" cy="554294"/>
          </a:xfrm>
          <a:custGeom>
            <a:rect b="b" l="l" r="r" t="t"/>
            <a:pathLst>
              <a:path extrusionOk="0" h="11337" w="11362">
                <a:moveTo>
                  <a:pt x="11362" y="5668"/>
                </a:moveTo>
                <a:cubicBezTo>
                  <a:pt x="11362" y="8798"/>
                  <a:pt x="8823" y="11337"/>
                  <a:pt x="5669" y="11337"/>
                </a:cubicBezTo>
                <a:cubicBezTo>
                  <a:pt x="2539" y="11337"/>
                  <a:pt x="1" y="8798"/>
                  <a:pt x="1" y="5668"/>
                </a:cubicBezTo>
                <a:cubicBezTo>
                  <a:pt x="1" y="2539"/>
                  <a:pt x="2539" y="0"/>
                  <a:pt x="5669" y="0"/>
                </a:cubicBezTo>
                <a:cubicBezTo>
                  <a:pt x="8823" y="0"/>
                  <a:pt x="11362" y="2539"/>
                  <a:pt x="11362" y="5668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s and text 2">
  <p:cSld name="CUSTOM_11_1">
    <p:spTree>
      <p:nvGrpSpPr>
        <p:cNvPr id="1220" name="Shape 1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1" name="Google Shape;1221;p28"/>
          <p:cNvPicPr preferRelativeResize="0"/>
          <p:nvPr/>
        </p:nvPicPr>
        <p:blipFill rotWithShape="1">
          <a:blip r:embed="rId2">
            <a:alphaModFix amt="60000"/>
          </a:blip>
          <a:srcRect b="0" l="40" r="30" t="0"/>
          <a:stretch/>
        </p:blipFill>
        <p:spPr>
          <a:xfrm>
            <a:off x="0" y="1"/>
            <a:ext cx="9144002" cy="5143499"/>
          </a:xfrm>
          <a:prstGeom prst="rect">
            <a:avLst/>
          </a:prstGeom>
          <a:noFill/>
          <a:ln>
            <a:noFill/>
          </a:ln>
        </p:spPr>
      </p:pic>
      <p:sp>
        <p:nvSpPr>
          <p:cNvPr id="1222" name="Google Shape;1222;p28"/>
          <p:cNvSpPr txBox="1"/>
          <p:nvPr>
            <p:ph hasCustomPrompt="1" type="title"/>
          </p:nvPr>
        </p:nvSpPr>
        <p:spPr>
          <a:xfrm>
            <a:off x="1694250" y="2876163"/>
            <a:ext cx="5755500" cy="9828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66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223" name="Google Shape;1223;p28"/>
          <p:cNvSpPr txBox="1"/>
          <p:nvPr>
            <p:ph idx="1" type="subTitle"/>
          </p:nvPr>
        </p:nvSpPr>
        <p:spPr>
          <a:xfrm>
            <a:off x="1694250" y="2215382"/>
            <a:ext cx="5755500" cy="28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1224" name="Google Shape;1224;p28"/>
          <p:cNvGrpSpPr/>
          <p:nvPr/>
        </p:nvGrpSpPr>
        <p:grpSpPr>
          <a:xfrm flipH="1">
            <a:off x="-577263" y="3979395"/>
            <a:ext cx="1965289" cy="517060"/>
            <a:chOff x="3539975" y="3523525"/>
            <a:chExt cx="745925" cy="196250"/>
          </a:xfrm>
        </p:grpSpPr>
        <p:sp>
          <p:nvSpPr>
            <p:cNvPr id="1225" name="Google Shape;1225;p28"/>
            <p:cNvSpPr/>
            <p:nvPr/>
          </p:nvSpPr>
          <p:spPr>
            <a:xfrm>
              <a:off x="3539975" y="3523525"/>
              <a:ext cx="196250" cy="196250"/>
            </a:xfrm>
            <a:custGeom>
              <a:rect b="b" l="l" r="r" t="t"/>
              <a:pathLst>
                <a:path extrusionOk="0" fill="none" h="7850" w="785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6" name="Google Shape;1226;p28"/>
            <p:cNvSpPr/>
            <p:nvPr/>
          </p:nvSpPr>
          <p:spPr>
            <a:xfrm>
              <a:off x="3576625" y="3523525"/>
              <a:ext cx="196250" cy="196250"/>
            </a:xfrm>
            <a:custGeom>
              <a:rect b="b" l="l" r="r" t="t"/>
              <a:pathLst>
                <a:path extrusionOk="0" fill="none" h="7850" w="785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7" name="Google Shape;1227;p28"/>
            <p:cNvSpPr/>
            <p:nvPr/>
          </p:nvSpPr>
          <p:spPr>
            <a:xfrm>
              <a:off x="3613250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1" y="0"/>
                  </a:moveTo>
                  <a:lnTo>
                    <a:pt x="7851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8" name="Google Shape;1228;p28"/>
            <p:cNvSpPr/>
            <p:nvPr/>
          </p:nvSpPr>
          <p:spPr>
            <a:xfrm>
              <a:off x="3649900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1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9" name="Google Shape;1229;p28"/>
            <p:cNvSpPr/>
            <p:nvPr/>
          </p:nvSpPr>
          <p:spPr>
            <a:xfrm>
              <a:off x="3686550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0" name="Google Shape;1230;p28"/>
            <p:cNvSpPr/>
            <p:nvPr/>
          </p:nvSpPr>
          <p:spPr>
            <a:xfrm>
              <a:off x="3723200" y="3523525"/>
              <a:ext cx="196250" cy="196250"/>
            </a:xfrm>
            <a:custGeom>
              <a:rect b="b" l="l" r="r" t="t"/>
              <a:pathLst>
                <a:path extrusionOk="0" fill="none" h="7850" w="785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1" name="Google Shape;1231;p28"/>
            <p:cNvSpPr/>
            <p:nvPr/>
          </p:nvSpPr>
          <p:spPr>
            <a:xfrm>
              <a:off x="3759825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1" y="0"/>
                  </a:moveTo>
                  <a:lnTo>
                    <a:pt x="7851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2" name="Google Shape;1232;p28"/>
            <p:cNvSpPr/>
            <p:nvPr/>
          </p:nvSpPr>
          <p:spPr>
            <a:xfrm>
              <a:off x="3796475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1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3" name="Google Shape;1233;p28"/>
            <p:cNvSpPr/>
            <p:nvPr/>
          </p:nvSpPr>
          <p:spPr>
            <a:xfrm>
              <a:off x="3833125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1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4" name="Google Shape;1234;p28"/>
            <p:cNvSpPr/>
            <p:nvPr/>
          </p:nvSpPr>
          <p:spPr>
            <a:xfrm>
              <a:off x="3869775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5" name="Google Shape;1235;p28"/>
            <p:cNvSpPr/>
            <p:nvPr/>
          </p:nvSpPr>
          <p:spPr>
            <a:xfrm>
              <a:off x="3906425" y="3523525"/>
              <a:ext cx="196250" cy="196250"/>
            </a:xfrm>
            <a:custGeom>
              <a:rect b="b" l="l" r="r" t="t"/>
              <a:pathLst>
                <a:path extrusionOk="0" fill="none" h="7850" w="785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6" name="Google Shape;1236;p28"/>
            <p:cNvSpPr/>
            <p:nvPr/>
          </p:nvSpPr>
          <p:spPr>
            <a:xfrm>
              <a:off x="3943050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1" y="0"/>
                  </a:moveTo>
                  <a:lnTo>
                    <a:pt x="7851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7" name="Google Shape;1237;p28"/>
            <p:cNvSpPr/>
            <p:nvPr/>
          </p:nvSpPr>
          <p:spPr>
            <a:xfrm>
              <a:off x="3979700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1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8" name="Google Shape;1238;p28"/>
            <p:cNvSpPr/>
            <p:nvPr/>
          </p:nvSpPr>
          <p:spPr>
            <a:xfrm>
              <a:off x="4016350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1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9" name="Google Shape;1239;p28"/>
            <p:cNvSpPr/>
            <p:nvPr/>
          </p:nvSpPr>
          <p:spPr>
            <a:xfrm>
              <a:off x="4053000" y="3523525"/>
              <a:ext cx="196250" cy="196250"/>
            </a:xfrm>
            <a:custGeom>
              <a:rect b="b" l="l" r="r" t="t"/>
              <a:pathLst>
                <a:path extrusionOk="0" fill="none" h="7850" w="785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0" name="Google Shape;1240;p28"/>
            <p:cNvSpPr/>
            <p:nvPr/>
          </p:nvSpPr>
          <p:spPr>
            <a:xfrm>
              <a:off x="4089650" y="3523525"/>
              <a:ext cx="196250" cy="196250"/>
            </a:xfrm>
            <a:custGeom>
              <a:rect b="b" l="l" r="r" t="t"/>
              <a:pathLst>
                <a:path extrusionOk="0" fill="none" h="7850" w="785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241" name="Google Shape;1241;p28"/>
          <p:cNvSpPr txBox="1"/>
          <p:nvPr>
            <p:ph hasCustomPrompt="1" idx="2" type="title"/>
          </p:nvPr>
        </p:nvSpPr>
        <p:spPr>
          <a:xfrm>
            <a:off x="1694250" y="1082500"/>
            <a:ext cx="5755500" cy="9828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66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242" name="Google Shape;1242;p28"/>
          <p:cNvSpPr txBox="1"/>
          <p:nvPr>
            <p:ph idx="3" type="subTitle"/>
          </p:nvPr>
        </p:nvSpPr>
        <p:spPr>
          <a:xfrm>
            <a:off x="1694250" y="4008699"/>
            <a:ext cx="5755500" cy="28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ive columns">
  <p:cSld name="CUSTOM_1_1_2_1">
    <p:spTree>
      <p:nvGrpSpPr>
        <p:cNvPr id="1243" name="Shape 1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44" name="Google Shape;1244;p29"/>
          <p:cNvPicPr preferRelativeResize="0"/>
          <p:nvPr/>
        </p:nvPicPr>
        <p:blipFill rotWithShape="1">
          <a:blip r:embed="rId2">
            <a:alphaModFix amt="60000"/>
          </a:blip>
          <a:srcRect b="10" l="0" r="0" t="10"/>
          <a:stretch/>
        </p:blipFill>
        <p:spPr>
          <a:xfrm flipH="1" rot="10800000">
            <a:off x="0" y="1"/>
            <a:ext cx="9144002" cy="5143499"/>
          </a:xfrm>
          <a:prstGeom prst="rect">
            <a:avLst/>
          </a:prstGeom>
          <a:noFill/>
          <a:ln>
            <a:noFill/>
          </a:ln>
        </p:spPr>
      </p:pic>
      <p:sp>
        <p:nvSpPr>
          <p:cNvPr id="1245" name="Google Shape;1245;p29"/>
          <p:cNvSpPr txBox="1"/>
          <p:nvPr>
            <p:ph idx="1" type="subTitle"/>
          </p:nvPr>
        </p:nvSpPr>
        <p:spPr>
          <a:xfrm>
            <a:off x="4836309" y="1844780"/>
            <a:ext cx="2266800" cy="443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100">
                <a:latin typeface="Aldrich"/>
                <a:ea typeface="Aldrich"/>
                <a:cs typeface="Aldrich"/>
                <a:sym typeface="Aldrich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46" name="Google Shape;1246;p29"/>
          <p:cNvSpPr txBox="1"/>
          <p:nvPr>
            <p:ph idx="2" type="subTitle"/>
          </p:nvPr>
        </p:nvSpPr>
        <p:spPr>
          <a:xfrm>
            <a:off x="4836300" y="2197450"/>
            <a:ext cx="3480300" cy="44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47" name="Google Shape;1247;p29"/>
          <p:cNvSpPr txBox="1"/>
          <p:nvPr>
            <p:ph idx="3" type="subTitle"/>
          </p:nvPr>
        </p:nvSpPr>
        <p:spPr>
          <a:xfrm>
            <a:off x="4836305" y="2833230"/>
            <a:ext cx="2266800" cy="443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100">
                <a:latin typeface="Aldrich"/>
                <a:ea typeface="Aldrich"/>
                <a:cs typeface="Aldrich"/>
                <a:sym typeface="Aldrich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48" name="Google Shape;1248;p29"/>
          <p:cNvSpPr txBox="1"/>
          <p:nvPr>
            <p:ph idx="4" type="subTitle"/>
          </p:nvPr>
        </p:nvSpPr>
        <p:spPr>
          <a:xfrm>
            <a:off x="4836303" y="3185900"/>
            <a:ext cx="3480300" cy="44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49" name="Google Shape;1249;p29"/>
          <p:cNvSpPr txBox="1"/>
          <p:nvPr>
            <p:ph idx="5" type="subTitle"/>
          </p:nvPr>
        </p:nvSpPr>
        <p:spPr>
          <a:xfrm>
            <a:off x="1167897" y="1350555"/>
            <a:ext cx="2266800" cy="443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100">
                <a:latin typeface="Aldrich"/>
                <a:ea typeface="Aldrich"/>
                <a:cs typeface="Aldrich"/>
                <a:sym typeface="Aldrich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50" name="Google Shape;1250;p29"/>
          <p:cNvSpPr txBox="1"/>
          <p:nvPr>
            <p:ph idx="6" type="subTitle"/>
          </p:nvPr>
        </p:nvSpPr>
        <p:spPr>
          <a:xfrm>
            <a:off x="1167902" y="1703225"/>
            <a:ext cx="3480300" cy="44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51" name="Google Shape;1251;p29"/>
          <p:cNvSpPr txBox="1"/>
          <p:nvPr>
            <p:ph type="title"/>
          </p:nvPr>
        </p:nvSpPr>
        <p:spPr>
          <a:xfrm>
            <a:off x="715500" y="538250"/>
            <a:ext cx="7713000" cy="4206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900"/>
              <a:buNone/>
              <a:defRPr sz="2900">
                <a:latin typeface="Aldrich"/>
                <a:ea typeface="Aldrich"/>
                <a:cs typeface="Aldrich"/>
                <a:sym typeface="Aldrich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9pPr>
          </a:lstStyle>
          <a:p/>
        </p:txBody>
      </p:sp>
      <p:sp>
        <p:nvSpPr>
          <p:cNvPr id="1252" name="Google Shape;1252;p29"/>
          <p:cNvSpPr txBox="1"/>
          <p:nvPr>
            <p:ph idx="7" type="subTitle"/>
          </p:nvPr>
        </p:nvSpPr>
        <p:spPr>
          <a:xfrm>
            <a:off x="1167909" y="3327455"/>
            <a:ext cx="2266800" cy="443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100">
                <a:latin typeface="Aldrich"/>
                <a:ea typeface="Aldrich"/>
                <a:cs typeface="Aldrich"/>
                <a:sym typeface="Aldrich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53" name="Google Shape;1253;p29"/>
          <p:cNvSpPr txBox="1"/>
          <p:nvPr>
            <p:ph idx="8" type="subTitle"/>
          </p:nvPr>
        </p:nvSpPr>
        <p:spPr>
          <a:xfrm>
            <a:off x="1167900" y="3680125"/>
            <a:ext cx="3480300" cy="44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54" name="Google Shape;1254;p29"/>
          <p:cNvSpPr txBox="1"/>
          <p:nvPr>
            <p:ph idx="9" type="subTitle"/>
          </p:nvPr>
        </p:nvSpPr>
        <p:spPr>
          <a:xfrm>
            <a:off x="1167897" y="2339005"/>
            <a:ext cx="2266800" cy="443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100">
                <a:latin typeface="Aldrich"/>
                <a:ea typeface="Aldrich"/>
                <a:cs typeface="Aldrich"/>
                <a:sym typeface="Aldrich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55" name="Google Shape;1255;p29"/>
          <p:cNvSpPr txBox="1"/>
          <p:nvPr>
            <p:ph idx="13" type="subTitle"/>
          </p:nvPr>
        </p:nvSpPr>
        <p:spPr>
          <a:xfrm>
            <a:off x="1167902" y="2691675"/>
            <a:ext cx="3480300" cy="44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256" name="Google Shape;1256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417276" y="3996875"/>
            <a:ext cx="9353213" cy="268125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257" name="Google Shape;1257;p29"/>
          <p:cNvGrpSpPr/>
          <p:nvPr/>
        </p:nvGrpSpPr>
        <p:grpSpPr>
          <a:xfrm>
            <a:off x="391864" y="3850070"/>
            <a:ext cx="289170" cy="284718"/>
            <a:chOff x="426000" y="3302025"/>
            <a:chExt cx="220875" cy="217475"/>
          </a:xfrm>
        </p:grpSpPr>
        <p:sp>
          <p:nvSpPr>
            <p:cNvPr id="1258" name="Google Shape;1258;p29"/>
            <p:cNvSpPr/>
            <p:nvPr/>
          </p:nvSpPr>
          <p:spPr>
            <a:xfrm>
              <a:off x="426000" y="3425950"/>
              <a:ext cx="214125" cy="93550"/>
            </a:xfrm>
            <a:custGeom>
              <a:rect b="b" l="l" r="r" t="t"/>
              <a:pathLst>
                <a:path extrusionOk="0" h="3742" w="8565">
                  <a:moveTo>
                    <a:pt x="1" y="0"/>
                  </a:moveTo>
                  <a:cubicBezTo>
                    <a:pt x="290" y="2141"/>
                    <a:pt x="2122" y="3742"/>
                    <a:pt x="4283" y="3742"/>
                  </a:cubicBezTo>
                  <a:cubicBezTo>
                    <a:pt x="6443" y="3742"/>
                    <a:pt x="8275" y="2141"/>
                    <a:pt x="856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9" name="Google Shape;1259;p29"/>
            <p:cNvSpPr/>
            <p:nvPr/>
          </p:nvSpPr>
          <p:spPr>
            <a:xfrm>
              <a:off x="432750" y="3302025"/>
              <a:ext cx="214125" cy="94050"/>
            </a:xfrm>
            <a:custGeom>
              <a:rect b="b" l="l" r="r" t="t"/>
              <a:pathLst>
                <a:path extrusionOk="0" h="3762" w="8565">
                  <a:moveTo>
                    <a:pt x="1" y="0"/>
                  </a:moveTo>
                  <a:cubicBezTo>
                    <a:pt x="271" y="2141"/>
                    <a:pt x="2103" y="3761"/>
                    <a:pt x="4283" y="3761"/>
                  </a:cubicBezTo>
                  <a:cubicBezTo>
                    <a:pt x="6443" y="3761"/>
                    <a:pt x="8275" y="2141"/>
                    <a:pt x="856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260" name="Google Shape;1260;p29"/>
          <p:cNvGrpSpPr/>
          <p:nvPr/>
        </p:nvGrpSpPr>
        <p:grpSpPr>
          <a:xfrm>
            <a:off x="357713" y="1058175"/>
            <a:ext cx="357454" cy="956304"/>
            <a:chOff x="357713" y="600975"/>
            <a:chExt cx="357454" cy="956304"/>
          </a:xfrm>
        </p:grpSpPr>
        <p:sp>
          <p:nvSpPr>
            <p:cNvPr id="1261" name="Google Shape;1261;p29"/>
            <p:cNvSpPr/>
            <p:nvPr/>
          </p:nvSpPr>
          <p:spPr>
            <a:xfrm>
              <a:off x="357713" y="600975"/>
              <a:ext cx="357454" cy="357454"/>
            </a:xfrm>
            <a:custGeom>
              <a:rect b="b" l="l" r="r" t="t"/>
              <a:pathLst>
                <a:path extrusionOk="0" fill="none" h="6539" w="6539">
                  <a:moveTo>
                    <a:pt x="3954" y="367"/>
                  </a:moveTo>
                  <a:cubicBezTo>
                    <a:pt x="5535" y="752"/>
                    <a:pt x="6538" y="2353"/>
                    <a:pt x="6152" y="3954"/>
                  </a:cubicBezTo>
                  <a:cubicBezTo>
                    <a:pt x="5767" y="5535"/>
                    <a:pt x="4166" y="6538"/>
                    <a:pt x="2584" y="6153"/>
                  </a:cubicBezTo>
                  <a:cubicBezTo>
                    <a:pt x="984" y="5767"/>
                    <a:pt x="0" y="4166"/>
                    <a:pt x="366" y="2585"/>
                  </a:cubicBezTo>
                  <a:cubicBezTo>
                    <a:pt x="752" y="984"/>
                    <a:pt x="2353" y="0"/>
                    <a:pt x="3954" y="367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2" name="Google Shape;1262;p29"/>
            <p:cNvSpPr/>
            <p:nvPr/>
          </p:nvSpPr>
          <p:spPr>
            <a:xfrm>
              <a:off x="374549" y="819196"/>
              <a:ext cx="324765" cy="324765"/>
            </a:xfrm>
            <a:custGeom>
              <a:rect b="b" l="l" r="r" t="t"/>
              <a:pathLst>
                <a:path extrusionOk="0" fill="none" h="5941" w="5941">
                  <a:moveTo>
                    <a:pt x="5941" y="2971"/>
                  </a:moveTo>
                  <a:cubicBezTo>
                    <a:pt x="5941" y="4610"/>
                    <a:pt x="4610" y="5941"/>
                    <a:pt x="2971" y="5941"/>
                  </a:cubicBezTo>
                  <a:cubicBezTo>
                    <a:pt x="1331" y="5941"/>
                    <a:pt x="1" y="4610"/>
                    <a:pt x="1" y="2971"/>
                  </a:cubicBezTo>
                  <a:cubicBezTo>
                    <a:pt x="1" y="1331"/>
                    <a:pt x="1331" y="1"/>
                    <a:pt x="2971" y="1"/>
                  </a:cubicBezTo>
                  <a:cubicBezTo>
                    <a:pt x="4610" y="1"/>
                    <a:pt x="5941" y="1331"/>
                    <a:pt x="5941" y="2971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3" name="Google Shape;1263;p29"/>
            <p:cNvSpPr/>
            <p:nvPr/>
          </p:nvSpPr>
          <p:spPr>
            <a:xfrm>
              <a:off x="357713" y="997347"/>
              <a:ext cx="357454" cy="357509"/>
            </a:xfrm>
            <a:custGeom>
              <a:rect b="b" l="l" r="r" t="t"/>
              <a:pathLst>
                <a:path extrusionOk="0" fill="none" h="6540" w="6539">
                  <a:moveTo>
                    <a:pt x="3954" y="387"/>
                  </a:moveTo>
                  <a:cubicBezTo>
                    <a:pt x="5555" y="753"/>
                    <a:pt x="6538" y="2354"/>
                    <a:pt x="6152" y="3955"/>
                  </a:cubicBezTo>
                  <a:cubicBezTo>
                    <a:pt x="5767" y="5556"/>
                    <a:pt x="4166" y="6539"/>
                    <a:pt x="2584" y="6153"/>
                  </a:cubicBezTo>
                  <a:cubicBezTo>
                    <a:pt x="984" y="5787"/>
                    <a:pt x="0" y="4186"/>
                    <a:pt x="366" y="2585"/>
                  </a:cubicBezTo>
                  <a:cubicBezTo>
                    <a:pt x="752" y="985"/>
                    <a:pt x="2353" y="1"/>
                    <a:pt x="3954" y="387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4" name="Google Shape;1264;p29"/>
            <p:cNvSpPr/>
            <p:nvPr/>
          </p:nvSpPr>
          <p:spPr>
            <a:xfrm>
              <a:off x="358751" y="1200863"/>
              <a:ext cx="356416" cy="356416"/>
            </a:xfrm>
            <a:custGeom>
              <a:rect b="b" l="l" r="r" t="t"/>
              <a:pathLst>
                <a:path extrusionOk="0" fill="none" h="6520" w="6520">
                  <a:moveTo>
                    <a:pt x="5362" y="1158"/>
                  </a:moveTo>
                  <a:cubicBezTo>
                    <a:pt x="6519" y="2315"/>
                    <a:pt x="6519" y="4186"/>
                    <a:pt x="5362" y="5343"/>
                  </a:cubicBezTo>
                  <a:cubicBezTo>
                    <a:pt x="4186" y="6519"/>
                    <a:pt x="2315" y="6519"/>
                    <a:pt x="1157" y="5343"/>
                  </a:cubicBezTo>
                  <a:cubicBezTo>
                    <a:pt x="0" y="4186"/>
                    <a:pt x="0" y="2315"/>
                    <a:pt x="1157" y="1158"/>
                  </a:cubicBezTo>
                  <a:cubicBezTo>
                    <a:pt x="2315" y="0"/>
                    <a:pt x="4186" y="0"/>
                    <a:pt x="5362" y="1158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265" name="Google Shape;1265;p29"/>
          <p:cNvGrpSpPr/>
          <p:nvPr/>
        </p:nvGrpSpPr>
        <p:grpSpPr>
          <a:xfrm>
            <a:off x="8366565" y="3353020"/>
            <a:ext cx="1965289" cy="517060"/>
            <a:chOff x="3539975" y="3523525"/>
            <a:chExt cx="745925" cy="196250"/>
          </a:xfrm>
        </p:grpSpPr>
        <p:sp>
          <p:nvSpPr>
            <p:cNvPr id="1266" name="Google Shape;1266;p29"/>
            <p:cNvSpPr/>
            <p:nvPr/>
          </p:nvSpPr>
          <p:spPr>
            <a:xfrm>
              <a:off x="3539975" y="3523525"/>
              <a:ext cx="196250" cy="196250"/>
            </a:xfrm>
            <a:custGeom>
              <a:rect b="b" l="l" r="r" t="t"/>
              <a:pathLst>
                <a:path extrusionOk="0" fill="none" h="7850" w="785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7" name="Google Shape;1267;p29"/>
            <p:cNvSpPr/>
            <p:nvPr/>
          </p:nvSpPr>
          <p:spPr>
            <a:xfrm>
              <a:off x="3576625" y="3523525"/>
              <a:ext cx="196250" cy="196250"/>
            </a:xfrm>
            <a:custGeom>
              <a:rect b="b" l="l" r="r" t="t"/>
              <a:pathLst>
                <a:path extrusionOk="0" fill="none" h="7850" w="785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8" name="Google Shape;1268;p29"/>
            <p:cNvSpPr/>
            <p:nvPr/>
          </p:nvSpPr>
          <p:spPr>
            <a:xfrm>
              <a:off x="3613250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1" y="0"/>
                  </a:moveTo>
                  <a:lnTo>
                    <a:pt x="7851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9" name="Google Shape;1269;p29"/>
            <p:cNvSpPr/>
            <p:nvPr/>
          </p:nvSpPr>
          <p:spPr>
            <a:xfrm>
              <a:off x="3649900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1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0" name="Google Shape;1270;p29"/>
            <p:cNvSpPr/>
            <p:nvPr/>
          </p:nvSpPr>
          <p:spPr>
            <a:xfrm>
              <a:off x="3686550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1" name="Google Shape;1271;p29"/>
            <p:cNvSpPr/>
            <p:nvPr/>
          </p:nvSpPr>
          <p:spPr>
            <a:xfrm>
              <a:off x="3723200" y="3523525"/>
              <a:ext cx="196250" cy="196250"/>
            </a:xfrm>
            <a:custGeom>
              <a:rect b="b" l="l" r="r" t="t"/>
              <a:pathLst>
                <a:path extrusionOk="0" fill="none" h="7850" w="785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2" name="Google Shape;1272;p29"/>
            <p:cNvSpPr/>
            <p:nvPr/>
          </p:nvSpPr>
          <p:spPr>
            <a:xfrm>
              <a:off x="3759825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1" y="0"/>
                  </a:moveTo>
                  <a:lnTo>
                    <a:pt x="7851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3" name="Google Shape;1273;p29"/>
            <p:cNvSpPr/>
            <p:nvPr/>
          </p:nvSpPr>
          <p:spPr>
            <a:xfrm>
              <a:off x="3796475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1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4" name="Google Shape;1274;p29"/>
            <p:cNvSpPr/>
            <p:nvPr/>
          </p:nvSpPr>
          <p:spPr>
            <a:xfrm>
              <a:off x="3833125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1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5" name="Google Shape;1275;p29"/>
            <p:cNvSpPr/>
            <p:nvPr/>
          </p:nvSpPr>
          <p:spPr>
            <a:xfrm>
              <a:off x="3869775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6" name="Google Shape;1276;p29"/>
            <p:cNvSpPr/>
            <p:nvPr/>
          </p:nvSpPr>
          <p:spPr>
            <a:xfrm>
              <a:off x="3906425" y="3523525"/>
              <a:ext cx="196250" cy="196250"/>
            </a:xfrm>
            <a:custGeom>
              <a:rect b="b" l="l" r="r" t="t"/>
              <a:pathLst>
                <a:path extrusionOk="0" fill="none" h="7850" w="785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7" name="Google Shape;1277;p29"/>
            <p:cNvSpPr/>
            <p:nvPr/>
          </p:nvSpPr>
          <p:spPr>
            <a:xfrm>
              <a:off x="3943050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1" y="0"/>
                  </a:moveTo>
                  <a:lnTo>
                    <a:pt x="7851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8" name="Google Shape;1278;p29"/>
            <p:cNvSpPr/>
            <p:nvPr/>
          </p:nvSpPr>
          <p:spPr>
            <a:xfrm>
              <a:off x="3979700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1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9" name="Google Shape;1279;p29"/>
            <p:cNvSpPr/>
            <p:nvPr/>
          </p:nvSpPr>
          <p:spPr>
            <a:xfrm>
              <a:off x="4016350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1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0" name="Google Shape;1280;p29"/>
            <p:cNvSpPr/>
            <p:nvPr/>
          </p:nvSpPr>
          <p:spPr>
            <a:xfrm>
              <a:off x="4053000" y="3523525"/>
              <a:ext cx="196250" cy="196250"/>
            </a:xfrm>
            <a:custGeom>
              <a:rect b="b" l="l" r="r" t="t"/>
              <a:pathLst>
                <a:path extrusionOk="0" fill="none" h="7850" w="785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1" name="Google Shape;1281;p29"/>
            <p:cNvSpPr/>
            <p:nvPr/>
          </p:nvSpPr>
          <p:spPr>
            <a:xfrm>
              <a:off x="4089650" y="3523525"/>
              <a:ext cx="196250" cy="196250"/>
            </a:xfrm>
            <a:custGeom>
              <a:rect b="b" l="l" r="r" t="t"/>
              <a:pathLst>
                <a:path extrusionOk="0" fill="none" h="7850" w="785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282" name="Google Shape;1282;p29"/>
          <p:cNvSpPr/>
          <p:nvPr/>
        </p:nvSpPr>
        <p:spPr>
          <a:xfrm>
            <a:off x="258688" y="2638835"/>
            <a:ext cx="555517" cy="554294"/>
          </a:xfrm>
          <a:custGeom>
            <a:rect b="b" l="l" r="r" t="t"/>
            <a:pathLst>
              <a:path extrusionOk="0" h="11337" w="11362">
                <a:moveTo>
                  <a:pt x="11362" y="5668"/>
                </a:moveTo>
                <a:cubicBezTo>
                  <a:pt x="11362" y="8798"/>
                  <a:pt x="8823" y="11337"/>
                  <a:pt x="5669" y="11337"/>
                </a:cubicBezTo>
                <a:cubicBezTo>
                  <a:pt x="2539" y="11337"/>
                  <a:pt x="1" y="8798"/>
                  <a:pt x="1" y="5668"/>
                </a:cubicBezTo>
                <a:cubicBezTo>
                  <a:pt x="1" y="2539"/>
                  <a:pt x="2539" y="0"/>
                  <a:pt x="5669" y="0"/>
                </a:cubicBezTo>
                <a:cubicBezTo>
                  <a:pt x="8823" y="0"/>
                  <a:pt x="11362" y="2539"/>
                  <a:pt x="11362" y="5668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ive columns 1">
  <p:cSld name="CUSTOM_1_1_2_1_1">
    <p:spTree>
      <p:nvGrpSpPr>
        <p:cNvPr id="1283" name="Shape 1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84" name="Google Shape;1284;p30"/>
          <p:cNvPicPr preferRelativeResize="0"/>
          <p:nvPr/>
        </p:nvPicPr>
        <p:blipFill rotWithShape="1">
          <a:blip r:embed="rId2">
            <a:alphaModFix amt="60000"/>
          </a:blip>
          <a:srcRect b="10" l="0" r="0" t="10"/>
          <a:stretch/>
        </p:blipFill>
        <p:spPr>
          <a:xfrm flipH="1">
            <a:off x="0" y="1"/>
            <a:ext cx="9144002" cy="5143499"/>
          </a:xfrm>
          <a:prstGeom prst="rect">
            <a:avLst/>
          </a:prstGeom>
          <a:noFill/>
          <a:ln>
            <a:noFill/>
          </a:ln>
        </p:spPr>
      </p:pic>
      <p:sp>
        <p:nvSpPr>
          <p:cNvPr id="1285" name="Google Shape;1285;p30"/>
          <p:cNvSpPr txBox="1"/>
          <p:nvPr>
            <p:ph idx="1" type="subTitle"/>
          </p:nvPr>
        </p:nvSpPr>
        <p:spPr>
          <a:xfrm flipH="1">
            <a:off x="6591267" y="1641425"/>
            <a:ext cx="1806600" cy="44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100">
                <a:latin typeface="Aldrich"/>
                <a:ea typeface="Aldrich"/>
                <a:cs typeface="Aldrich"/>
                <a:sym typeface="Aldrich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86" name="Google Shape;1286;p30"/>
          <p:cNvSpPr txBox="1"/>
          <p:nvPr>
            <p:ph idx="2" type="subTitle"/>
          </p:nvPr>
        </p:nvSpPr>
        <p:spPr>
          <a:xfrm flipH="1">
            <a:off x="6591274" y="2105875"/>
            <a:ext cx="1806600" cy="76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87" name="Google Shape;1287;p30"/>
          <p:cNvSpPr txBox="1"/>
          <p:nvPr>
            <p:ph idx="3" type="subTitle"/>
          </p:nvPr>
        </p:nvSpPr>
        <p:spPr>
          <a:xfrm flipH="1">
            <a:off x="971843" y="1641425"/>
            <a:ext cx="1806600" cy="44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100">
                <a:latin typeface="Aldrich"/>
                <a:ea typeface="Aldrich"/>
                <a:cs typeface="Aldrich"/>
                <a:sym typeface="Aldrich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88" name="Google Shape;1288;p30"/>
          <p:cNvSpPr txBox="1"/>
          <p:nvPr>
            <p:ph idx="4" type="subTitle"/>
          </p:nvPr>
        </p:nvSpPr>
        <p:spPr>
          <a:xfrm flipH="1">
            <a:off x="971849" y="2105875"/>
            <a:ext cx="1806600" cy="76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89" name="Google Shape;1289;p30"/>
          <p:cNvSpPr txBox="1"/>
          <p:nvPr>
            <p:ph idx="5" type="subTitle"/>
          </p:nvPr>
        </p:nvSpPr>
        <p:spPr>
          <a:xfrm>
            <a:off x="3781555" y="1641425"/>
            <a:ext cx="1806600" cy="44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100">
                <a:latin typeface="Aldrich"/>
                <a:ea typeface="Aldrich"/>
                <a:cs typeface="Aldrich"/>
                <a:sym typeface="Aldrich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90" name="Google Shape;1290;p30"/>
          <p:cNvSpPr txBox="1"/>
          <p:nvPr>
            <p:ph idx="6" type="subTitle"/>
          </p:nvPr>
        </p:nvSpPr>
        <p:spPr>
          <a:xfrm>
            <a:off x="3781562" y="2105875"/>
            <a:ext cx="1806600" cy="76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91" name="Google Shape;1291;p30"/>
          <p:cNvSpPr txBox="1"/>
          <p:nvPr>
            <p:ph type="title"/>
          </p:nvPr>
        </p:nvSpPr>
        <p:spPr>
          <a:xfrm>
            <a:off x="715500" y="538250"/>
            <a:ext cx="7713000" cy="4206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900"/>
              <a:buNone/>
              <a:defRPr sz="2900">
                <a:latin typeface="Aldrich"/>
                <a:ea typeface="Aldrich"/>
                <a:cs typeface="Aldrich"/>
                <a:sym typeface="Aldrich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9pPr>
          </a:lstStyle>
          <a:p/>
        </p:txBody>
      </p:sp>
      <p:sp>
        <p:nvSpPr>
          <p:cNvPr id="1292" name="Google Shape;1292;p30"/>
          <p:cNvSpPr txBox="1"/>
          <p:nvPr>
            <p:ph idx="7" type="subTitle"/>
          </p:nvPr>
        </p:nvSpPr>
        <p:spPr>
          <a:xfrm>
            <a:off x="5186411" y="2858475"/>
            <a:ext cx="1806600" cy="44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100">
                <a:latin typeface="Aldrich"/>
                <a:ea typeface="Aldrich"/>
                <a:cs typeface="Aldrich"/>
                <a:sym typeface="Aldrich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93" name="Google Shape;1293;p30"/>
          <p:cNvSpPr txBox="1"/>
          <p:nvPr>
            <p:ph idx="8" type="subTitle"/>
          </p:nvPr>
        </p:nvSpPr>
        <p:spPr>
          <a:xfrm>
            <a:off x="5186418" y="3322925"/>
            <a:ext cx="1806600" cy="76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94" name="Google Shape;1294;p30"/>
          <p:cNvSpPr txBox="1"/>
          <p:nvPr>
            <p:ph idx="9" type="subTitle"/>
          </p:nvPr>
        </p:nvSpPr>
        <p:spPr>
          <a:xfrm>
            <a:off x="2376699" y="2858475"/>
            <a:ext cx="1806600" cy="44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100">
                <a:latin typeface="Aldrich"/>
                <a:ea typeface="Aldrich"/>
                <a:cs typeface="Aldrich"/>
                <a:sym typeface="Aldrich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95" name="Google Shape;1295;p30"/>
          <p:cNvSpPr txBox="1"/>
          <p:nvPr>
            <p:ph idx="13" type="subTitle"/>
          </p:nvPr>
        </p:nvSpPr>
        <p:spPr>
          <a:xfrm>
            <a:off x="2376705" y="3322925"/>
            <a:ext cx="1806600" cy="76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296" name="Google Shape;1296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10800000">
            <a:off x="-1762901" y="3752275"/>
            <a:ext cx="9353213" cy="268125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297" name="Google Shape;1297;p30"/>
          <p:cNvGrpSpPr/>
          <p:nvPr/>
        </p:nvGrpSpPr>
        <p:grpSpPr>
          <a:xfrm flipH="1" rot="10800000">
            <a:off x="400702" y="1439175"/>
            <a:ext cx="283332" cy="284718"/>
            <a:chOff x="432750" y="3302025"/>
            <a:chExt cx="216416" cy="217475"/>
          </a:xfrm>
        </p:grpSpPr>
        <p:sp>
          <p:nvSpPr>
            <p:cNvPr id="1298" name="Google Shape;1298;p30"/>
            <p:cNvSpPr/>
            <p:nvPr/>
          </p:nvSpPr>
          <p:spPr>
            <a:xfrm>
              <a:off x="435041" y="3425950"/>
              <a:ext cx="214125" cy="93550"/>
            </a:xfrm>
            <a:custGeom>
              <a:rect b="b" l="l" r="r" t="t"/>
              <a:pathLst>
                <a:path extrusionOk="0" h="3742" w="8565">
                  <a:moveTo>
                    <a:pt x="1" y="0"/>
                  </a:moveTo>
                  <a:cubicBezTo>
                    <a:pt x="290" y="2141"/>
                    <a:pt x="2122" y="3742"/>
                    <a:pt x="4283" y="3742"/>
                  </a:cubicBezTo>
                  <a:cubicBezTo>
                    <a:pt x="6443" y="3742"/>
                    <a:pt x="8275" y="2141"/>
                    <a:pt x="856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9" name="Google Shape;1299;p30"/>
            <p:cNvSpPr/>
            <p:nvPr/>
          </p:nvSpPr>
          <p:spPr>
            <a:xfrm>
              <a:off x="432750" y="3302025"/>
              <a:ext cx="214125" cy="94050"/>
            </a:xfrm>
            <a:custGeom>
              <a:rect b="b" l="l" r="r" t="t"/>
              <a:pathLst>
                <a:path extrusionOk="0" h="3762" w="8565">
                  <a:moveTo>
                    <a:pt x="1" y="0"/>
                  </a:moveTo>
                  <a:cubicBezTo>
                    <a:pt x="271" y="2141"/>
                    <a:pt x="2103" y="3761"/>
                    <a:pt x="4283" y="3761"/>
                  </a:cubicBezTo>
                  <a:cubicBezTo>
                    <a:pt x="6443" y="3761"/>
                    <a:pt x="8275" y="2141"/>
                    <a:pt x="856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300" name="Google Shape;1300;p30"/>
          <p:cNvGrpSpPr/>
          <p:nvPr/>
        </p:nvGrpSpPr>
        <p:grpSpPr>
          <a:xfrm flipH="1" rot="10800000">
            <a:off x="357713" y="2873685"/>
            <a:ext cx="357454" cy="956304"/>
            <a:chOff x="357713" y="600975"/>
            <a:chExt cx="357454" cy="956304"/>
          </a:xfrm>
        </p:grpSpPr>
        <p:sp>
          <p:nvSpPr>
            <p:cNvPr id="1301" name="Google Shape;1301;p30"/>
            <p:cNvSpPr/>
            <p:nvPr/>
          </p:nvSpPr>
          <p:spPr>
            <a:xfrm>
              <a:off x="357713" y="600975"/>
              <a:ext cx="357454" cy="357454"/>
            </a:xfrm>
            <a:custGeom>
              <a:rect b="b" l="l" r="r" t="t"/>
              <a:pathLst>
                <a:path extrusionOk="0" fill="none" h="6539" w="6539">
                  <a:moveTo>
                    <a:pt x="3954" y="367"/>
                  </a:moveTo>
                  <a:cubicBezTo>
                    <a:pt x="5535" y="752"/>
                    <a:pt x="6538" y="2353"/>
                    <a:pt x="6152" y="3954"/>
                  </a:cubicBezTo>
                  <a:cubicBezTo>
                    <a:pt x="5767" y="5535"/>
                    <a:pt x="4166" y="6538"/>
                    <a:pt x="2584" y="6153"/>
                  </a:cubicBezTo>
                  <a:cubicBezTo>
                    <a:pt x="984" y="5767"/>
                    <a:pt x="0" y="4166"/>
                    <a:pt x="366" y="2585"/>
                  </a:cubicBezTo>
                  <a:cubicBezTo>
                    <a:pt x="752" y="984"/>
                    <a:pt x="2353" y="0"/>
                    <a:pt x="3954" y="367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2" name="Google Shape;1302;p30"/>
            <p:cNvSpPr/>
            <p:nvPr/>
          </p:nvSpPr>
          <p:spPr>
            <a:xfrm>
              <a:off x="374549" y="819196"/>
              <a:ext cx="324765" cy="324765"/>
            </a:xfrm>
            <a:custGeom>
              <a:rect b="b" l="l" r="r" t="t"/>
              <a:pathLst>
                <a:path extrusionOk="0" fill="none" h="5941" w="5941">
                  <a:moveTo>
                    <a:pt x="5941" y="2971"/>
                  </a:moveTo>
                  <a:cubicBezTo>
                    <a:pt x="5941" y="4610"/>
                    <a:pt x="4610" y="5941"/>
                    <a:pt x="2971" y="5941"/>
                  </a:cubicBezTo>
                  <a:cubicBezTo>
                    <a:pt x="1331" y="5941"/>
                    <a:pt x="1" y="4610"/>
                    <a:pt x="1" y="2971"/>
                  </a:cubicBezTo>
                  <a:cubicBezTo>
                    <a:pt x="1" y="1331"/>
                    <a:pt x="1331" y="1"/>
                    <a:pt x="2971" y="1"/>
                  </a:cubicBezTo>
                  <a:cubicBezTo>
                    <a:pt x="4610" y="1"/>
                    <a:pt x="5941" y="1331"/>
                    <a:pt x="5941" y="2971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3" name="Google Shape;1303;p30"/>
            <p:cNvSpPr/>
            <p:nvPr/>
          </p:nvSpPr>
          <p:spPr>
            <a:xfrm>
              <a:off x="357713" y="997347"/>
              <a:ext cx="357454" cy="357509"/>
            </a:xfrm>
            <a:custGeom>
              <a:rect b="b" l="l" r="r" t="t"/>
              <a:pathLst>
                <a:path extrusionOk="0" fill="none" h="6540" w="6539">
                  <a:moveTo>
                    <a:pt x="3954" y="387"/>
                  </a:moveTo>
                  <a:cubicBezTo>
                    <a:pt x="5555" y="753"/>
                    <a:pt x="6538" y="2354"/>
                    <a:pt x="6152" y="3955"/>
                  </a:cubicBezTo>
                  <a:cubicBezTo>
                    <a:pt x="5767" y="5556"/>
                    <a:pt x="4166" y="6539"/>
                    <a:pt x="2584" y="6153"/>
                  </a:cubicBezTo>
                  <a:cubicBezTo>
                    <a:pt x="984" y="5787"/>
                    <a:pt x="0" y="4186"/>
                    <a:pt x="366" y="2585"/>
                  </a:cubicBezTo>
                  <a:cubicBezTo>
                    <a:pt x="752" y="985"/>
                    <a:pt x="2353" y="1"/>
                    <a:pt x="3954" y="387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4" name="Google Shape;1304;p30"/>
            <p:cNvSpPr/>
            <p:nvPr/>
          </p:nvSpPr>
          <p:spPr>
            <a:xfrm>
              <a:off x="358751" y="1200863"/>
              <a:ext cx="356416" cy="356416"/>
            </a:xfrm>
            <a:custGeom>
              <a:rect b="b" l="l" r="r" t="t"/>
              <a:pathLst>
                <a:path extrusionOk="0" fill="none" h="6520" w="6520">
                  <a:moveTo>
                    <a:pt x="5362" y="1158"/>
                  </a:moveTo>
                  <a:cubicBezTo>
                    <a:pt x="6519" y="2315"/>
                    <a:pt x="6519" y="4186"/>
                    <a:pt x="5362" y="5343"/>
                  </a:cubicBezTo>
                  <a:cubicBezTo>
                    <a:pt x="4186" y="6519"/>
                    <a:pt x="2315" y="6519"/>
                    <a:pt x="1157" y="5343"/>
                  </a:cubicBezTo>
                  <a:cubicBezTo>
                    <a:pt x="0" y="4186"/>
                    <a:pt x="0" y="2315"/>
                    <a:pt x="1157" y="1158"/>
                  </a:cubicBezTo>
                  <a:cubicBezTo>
                    <a:pt x="2315" y="0"/>
                    <a:pt x="4186" y="0"/>
                    <a:pt x="5362" y="1158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305" name="Google Shape;1305;p30"/>
          <p:cNvGrpSpPr/>
          <p:nvPr/>
        </p:nvGrpSpPr>
        <p:grpSpPr>
          <a:xfrm>
            <a:off x="8013814" y="-799203"/>
            <a:ext cx="2019176" cy="2019176"/>
            <a:chOff x="1943325" y="-220375"/>
            <a:chExt cx="1298672" cy="1298672"/>
          </a:xfrm>
        </p:grpSpPr>
        <p:sp>
          <p:nvSpPr>
            <p:cNvPr id="1306" name="Google Shape;1306;p30"/>
            <p:cNvSpPr/>
            <p:nvPr/>
          </p:nvSpPr>
          <p:spPr>
            <a:xfrm>
              <a:off x="2582255" y="-220375"/>
              <a:ext cx="49" cy="460871"/>
            </a:xfrm>
            <a:custGeom>
              <a:rect b="b" l="l" r="r" t="t"/>
              <a:pathLst>
                <a:path extrusionOk="0" fill="none" h="9432" w="1">
                  <a:moveTo>
                    <a:pt x="0" y="0"/>
                  </a:moveTo>
                  <a:lnTo>
                    <a:pt x="0" y="9431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7" name="Google Shape;1307;p30"/>
            <p:cNvSpPr/>
            <p:nvPr/>
          </p:nvSpPr>
          <p:spPr>
            <a:xfrm>
              <a:off x="2414509" y="-195895"/>
              <a:ext cx="118785" cy="444844"/>
            </a:xfrm>
            <a:custGeom>
              <a:rect b="b" l="l" r="r" t="t"/>
              <a:pathLst>
                <a:path extrusionOk="0" fill="none" h="9104" w="2431">
                  <a:moveTo>
                    <a:pt x="0" y="1"/>
                  </a:moveTo>
                  <a:lnTo>
                    <a:pt x="2431" y="9104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8" name="Google Shape;1308;p30"/>
            <p:cNvSpPr/>
            <p:nvPr/>
          </p:nvSpPr>
          <p:spPr>
            <a:xfrm>
              <a:off x="2259027" y="-128024"/>
              <a:ext cx="229996" cy="398669"/>
            </a:xfrm>
            <a:custGeom>
              <a:rect b="b" l="l" r="r" t="t"/>
              <a:pathLst>
                <a:path extrusionOk="0" fill="none" h="8159" w="4707">
                  <a:moveTo>
                    <a:pt x="0" y="0"/>
                  </a:moveTo>
                  <a:lnTo>
                    <a:pt x="4706" y="8158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9" name="Google Shape;1309;p30"/>
            <p:cNvSpPr/>
            <p:nvPr/>
          </p:nvSpPr>
          <p:spPr>
            <a:xfrm>
              <a:off x="2126121" y="-22481"/>
              <a:ext cx="325180" cy="325180"/>
            </a:xfrm>
            <a:custGeom>
              <a:rect b="b" l="l" r="r" t="t"/>
              <a:pathLst>
                <a:path extrusionOk="0" fill="none" h="6655" w="6655">
                  <a:moveTo>
                    <a:pt x="1" y="0"/>
                  </a:moveTo>
                  <a:lnTo>
                    <a:pt x="6655" y="6654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0" name="Google Shape;1310;p30"/>
            <p:cNvSpPr/>
            <p:nvPr/>
          </p:nvSpPr>
          <p:spPr>
            <a:xfrm>
              <a:off x="2025317" y="113211"/>
              <a:ext cx="398669" cy="230924"/>
            </a:xfrm>
            <a:custGeom>
              <a:rect b="b" l="l" r="r" t="t"/>
              <a:pathLst>
                <a:path extrusionOk="0" fill="none" h="4726" w="8159">
                  <a:moveTo>
                    <a:pt x="0" y="1"/>
                  </a:moveTo>
                  <a:lnTo>
                    <a:pt x="8158" y="4726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1" name="Google Shape;1311;p30"/>
            <p:cNvSpPr/>
            <p:nvPr/>
          </p:nvSpPr>
          <p:spPr>
            <a:xfrm>
              <a:off x="1963114" y="270598"/>
              <a:ext cx="444844" cy="119713"/>
            </a:xfrm>
            <a:custGeom>
              <a:rect b="b" l="l" r="r" t="t"/>
              <a:pathLst>
                <a:path extrusionOk="0" fill="none" h="2450" w="9104">
                  <a:moveTo>
                    <a:pt x="0" y="0"/>
                  </a:moveTo>
                  <a:lnTo>
                    <a:pt x="9103" y="24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2" name="Google Shape;1312;p30"/>
            <p:cNvSpPr/>
            <p:nvPr/>
          </p:nvSpPr>
          <p:spPr>
            <a:xfrm>
              <a:off x="1943325" y="439273"/>
              <a:ext cx="460871" cy="49"/>
            </a:xfrm>
            <a:custGeom>
              <a:rect b="b" l="l" r="r" t="t"/>
              <a:pathLst>
                <a:path extrusionOk="0" fill="none" h="1" w="9432">
                  <a:moveTo>
                    <a:pt x="0" y="1"/>
                  </a:moveTo>
                  <a:lnTo>
                    <a:pt x="9431" y="1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3" name="Google Shape;1313;p30"/>
            <p:cNvSpPr/>
            <p:nvPr/>
          </p:nvSpPr>
          <p:spPr>
            <a:xfrm>
              <a:off x="1967805" y="487354"/>
              <a:ext cx="445821" cy="119713"/>
            </a:xfrm>
            <a:custGeom>
              <a:rect b="b" l="l" r="r" t="t"/>
              <a:pathLst>
                <a:path extrusionOk="0" fill="none" h="2450" w="9124">
                  <a:moveTo>
                    <a:pt x="1" y="2450"/>
                  </a:moveTo>
                  <a:lnTo>
                    <a:pt x="9123" y="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4" name="Google Shape;1314;p30"/>
            <p:cNvSpPr/>
            <p:nvPr/>
          </p:nvSpPr>
          <p:spPr>
            <a:xfrm>
              <a:off x="2035676" y="532600"/>
              <a:ext cx="398669" cy="229996"/>
            </a:xfrm>
            <a:custGeom>
              <a:rect b="b" l="l" r="r" t="t"/>
              <a:pathLst>
                <a:path extrusionOk="0" fill="none" h="4707" w="8159">
                  <a:moveTo>
                    <a:pt x="0" y="4706"/>
                  </a:moveTo>
                  <a:lnTo>
                    <a:pt x="8158" y="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5" name="Google Shape;1315;p30"/>
            <p:cNvSpPr/>
            <p:nvPr/>
          </p:nvSpPr>
          <p:spPr>
            <a:xfrm>
              <a:off x="2141219" y="569345"/>
              <a:ext cx="326108" cy="326108"/>
            </a:xfrm>
            <a:custGeom>
              <a:rect b="b" l="l" r="r" t="t"/>
              <a:pathLst>
                <a:path extrusionOk="0" fill="none" h="6674" w="6674">
                  <a:moveTo>
                    <a:pt x="0" y="6674"/>
                  </a:moveTo>
                  <a:lnTo>
                    <a:pt x="6673" y="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6" name="Google Shape;1316;p30"/>
            <p:cNvSpPr/>
            <p:nvPr/>
          </p:nvSpPr>
          <p:spPr>
            <a:xfrm>
              <a:off x="2277840" y="597588"/>
              <a:ext cx="229996" cy="398718"/>
            </a:xfrm>
            <a:custGeom>
              <a:rect b="b" l="l" r="r" t="t"/>
              <a:pathLst>
                <a:path extrusionOk="0" fill="none" h="8160" w="4707">
                  <a:moveTo>
                    <a:pt x="1" y="8159"/>
                  </a:moveTo>
                  <a:lnTo>
                    <a:pt x="4707" y="1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7" name="Google Shape;1317;p30"/>
            <p:cNvSpPr/>
            <p:nvPr/>
          </p:nvSpPr>
          <p:spPr>
            <a:xfrm>
              <a:off x="2435227" y="613615"/>
              <a:ext cx="118785" cy="444893"/>
            </a:xfrm>
            <a:custGeom>
              <a:rect b="b" l="l" r="r" t="t"/>
              <a:pathLst>
                <a:path extrusionOk="0" fill="none" h="9105" w="2431">
                  <a:moveTo>
                    <a:pt x="1" y="9104"/>
                  </a:moveTo>
                  <a:lnTo>
                    <a:pt x="2431" y="1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8" name="Google Shape;1318;p30"/>
            <p:cNvSpPr/>
            <p:nvPr/>
          </p:nvSpPr>
          <p:spPr>
            <a:xfrm>
              <a:off x="2602973" y="617377"/>
              <a:ext cx="49" cy="460920"/>
            </a:xfrm>
            <a:custGeom>
              <a:rect b="b" l="l" r="r" t="t"/>
              <a:pathLst>
                <a:path extrusionOk="0" fill="none" h="9433" w="1">
                  <a:moveTo>
                    <a:pt x="1" y="9432"/>
                  </a:moveTo>
                  <a:lnTo>
                    <a:pt x="1" y="1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9" name="Google Shape;1319;p30"/>
            <p:cNvSpPr/>
            <p:nvPr/>
          </p:nvSpPr>
          <p:spPr>
            <a:xfrm>
              <a:off x="2651982" y="607996"/>
              <a:ext cx="118785" cy="444844"/>
            </a:xfrm>
            <a:custGeom>
              <a:rect b="b" l="l" r="r" t="t"/>
              <a:pathLst>
                <a:path extrusionOk="0" fill="none" h="9104" w="2431">
                  <a:moveTo>
                    <a:pt x="2431" y="9103"/>
                  </a:moveTo>
                  <a:lnTo>
                    <a:pt x="1" y="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0" name="Google Shape;1320;p30"/>
            <p:cNvSpPr/>
            <p:nvPr/>
          </p:nvSpPr>
          <p:spPr>
            <a:xfrm>
              <a:off x="2696300" y="586301"/>
              <a:ext cx="229996" cy="398669"/>
            </a:xfrm>
            <a:custGeom>
              <a:rect b="b" l="l" r="r" t="t"/>
              <a:pathLst>
                <a:path extrusionOk="0" fill="none" h="8159" w="4707">
                  <a:moveTo>
                    <a:pt x="4706" y="8159"/>
                  </a:moveTo>
                  <a:lnTo>
                    <a:pt x="0" y="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1" name="Google Shape;1321;p30"/>
            <p:cNvSpPr/>
            <p:nvPr/>
          </p:nvSpPr>
          <p:spPr>
            <a:xfrm>
              <a:off x="2733974" y="554247"/>
              <a:ext cx="325180" cy="326108"/>
            </a:xfrm>
            <a:custGeom>
              <a:rect b="b" l="l" r="r" t="t"/>
              <a:pathLst>
                <a:path extrusionOk="0" fill="none" h="6674" w="6655">
                  <a:moveTo>
                    <a:pt x="6655" y="6674"/>
                  </a:moveTo>
                  <a:lnTo>
                    <a:pt x="1" y="1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2" name="Google Shape;1322;p30"/>
            <p:cNvSpPr/>
            <p:nvPr/>
          </p:nvSpPr>
          <p:spPr>
            <a:xfrm>
              <a:off x="2761288" y="513739"/>
              <a:ext cx="398718" cy="229996"/>
            </a:xfrm>
            <a:custGeom>
              <a:rect b="b" l="l" r="r" t="t"/>
              <a:pathLst>
                <a:path extrusionOk="0" fill="none" h="4707" w="8160">
                  <a:moveTo>
                    <a:pt x="8159" y="4706"/>
                  </a:moveTo>
                  <a:lnTo>
                    <a:pt x="1" y="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3" name="Google Shape;1323;p30"/>
            <p:cNvSpPr/>
            <p:nvPr/>
          </p:nvSpPr>
          <p:spPr>
            <a:xfrm>
              <a:off x="2777315" y="466636"/>
              <a:ext cx="444893" cy="119713"/>
            </a:xfrm>
            <a:custGeom>
              <a:rect b="b" l="l" r="r" t="t"/>
              <a:pathLst>
                <a:path extrusionOk="0" fill="none" h="2450" w="9105">
                  <a:moveTo>
                    <a:pt x="9104" y="2449"/>
                  </a:moveTo>
                  <a:lnTo>
                    <a:pt x="1" y="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4" name="Google Shape;1324;p30"/>
            <p:cNvSpPr/>
            <p:nvPr/>
          </p:nvSpPr>
          <p:spPr>
            <a:xfrm>
              <a:off x="2781077" y="417626"/>
              <a:ext cx="460920" cy="49"/>
            </a:xfrm>
            <a:custGeom>
              <a:rect b="b" l="l" r="r" t="t"/>
              <a:pathLst>
                <a:path extrusionOk="0" fill="none" h="1" w="9433">
                  <a:moveTo>
                    <a:pt x="9432" y="0"/>
                  </a:moveTo>
                  <a:lnTo>
                    <a:pt x="1" y="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5" name="Google Shape;1325;p30"/>
            <p:cNvSpPr/>
            <p:nvPr/>
          </p:nvSpPr>
          <p:spPr>
            <a:xfrm>
              <a:off x="2771696" y="249880"/>
              <a:ext cx="444844" cy="119713"/>
            </a:xfrm>
            <a:custGeom>
              <a:rect b="b" l="l" r="r" t="t"/>
              <a:pathLst>
                <a:path extrusionOk="0" fill="none" h="2450" w="9104">
                  <a:moveTo>
                    <a:pt x="9103" y="0"/>
                  </a:moveTo>
                  <a:lnTo>
                    <a:pt x="0" y="24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6" name="Google Shape;1326;p30"/>
            <p:cNvSpPr/>
            <p:nvPr/>
          </p:nvSpPr>
          <p:spPr>
            <a:xfrm>
              <a:off x="2750929" y="94350"/>
              <a:ext cx="398718" cy="230973"/>
            </a:xfrm>
            <a:custGeom>
              <a:rect b="b" l="l" r="r" t="t"/>
              <a:pathLst>
                <a:path extrusionOk="0" fill="none" h="4727" w="8160">
                  <a:moveTo>
                    <a:pt x="8159" y="1"/>
                  </a:moveTo>
                  <a:lnTo>
                    <a:pt x="1" y="4726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7" name="Google Shape;1327;p30"/>
            <p:cNvSpPr/>
            <p:nvPr/>
          </p:nvSpPr>
          <p:spPr>
            <a:xfrm>
              <a:off x="2717947" y="-38508"/>
              <a:ext cx="326108" cy="326108"/>
            </a:xfrm>
            <a:custGeom>
              <a:rect b="b" l="l" r="r" t="t"/>
              <a:pathLst>
                <a:path extrusionOk="0" fill="none" h="6674" w="6674">
                  <a:moveTo>
                    <a:pt x="6674" y="0"/>
                  </a:moveTo>
                  <a:lnTo>
                    <a:pt x="1" y="6674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8" name="Google Shape;1328;p30"/>
            <p:cNvSpPr/>
            <p:nvPr/>
          </p:nvSpPr>
          <p:spPr>
            <a:xfrm>
              <a:off x="2677439" y="-139361"/>
              <a:ext cx="229996" cy="399646"/>
            </a:xfrm>
            <a:custGeom>
              <a:rect b="b" l="l" r="r" t="t"/>
              <a:pathLst>
                <a:path extrusionOk="0" fill="none" h="8179" w="4707">
                  <a:moveTo>
                    <a:pt x="4706" y="1"/>
                  </a:moveTo>
                  <a:lnTo>
                    <a:pt x="0" y="8178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9" name="Google Shape;1329;p30"/>
            <p:cNvSpPr/>
            <p:nvPr/>
          </p:nvSpPr>
          <p:spPr>
            <a:xfrm>
              <a:off x="2631264" y="-201563"/>
              <a:ext cx="118785" cy="444893"/>
            </a:xfrm>
            <a:custGeom>
              <a:rect b="b" l="l" r="r" t="t"/>
              <a:pathLst>
                <a:path extrusionOk="0" fill="none" h="9105" w="2431">
                  <a:moveTo>
                    <a:pt x="2430" y="1"/>
                  </a:moveTo>
                  <a:lnTo>
                    <a:pt x="0" y="9104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0" name="Google Shape;1330;p30"/>
            <p:cNvSpPr/>
            <p:nvPr/>
          </p:nvSpPr>
          <p:spPr>
            <a:xfrm>
              <a:off x="2607712" y="-215684"/>
              <a:ext cx="62251" cy="456180"/>
            </a:xfrm>
            <a:custGeom>
              <a:rect b="b" l="l" r="r" t="t"/>
              <a:pathLst>
                <a:path extrusionOk="0" fill="none" h="9336" w="1274">
                  <a:moveTo>
                    <a:pt x="1273" y="0"/>
                  </a:moveTo>
                  <a:lnTo>
                    <a:pt x="0" y="9335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1" name="Google Shape;1331;p30"/>
            <p:cNvSpPr/>
            <p:nvPr/>
          </p:nvSpPr>
          <p:spPr>
            <a:xfrm>
              <a:off x="2500263" y="-213779"/>
              <a:ext cx="57511" cy="457109"/>
            </a:xfrm>
            <a:custGeom>
              <a:rect b="b" l="l" r="r" t="t"/>
              <a:pathLst>
                <a:path extrusionOk="0" fill="none" h="9355" w="1177">
                  <a:moveTo>
                    <a:pt x="1" y="0"/>
                  </a:moveTo>
                  <a:lnTo>
                    <a:pt x="1177" y="9354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2" name="Google Shape;1332;p30"/>
            <p:cNvSpPr/>
            <p:nvPr/>
          </p:nvSpPr>
          <p:spPr>
            <a:xfrm>
              <a:off x="2337208" y="-168580"/>
              <a:ext cx="174390" cy="426961"/>
            </a:xfrm>
            <a:custGeom>
              <a:rect b="b" l="l" r="r" t="t"/>
              <a:pathLst>
                <a:path extrusionOk="0" fill="none" h="8738" w="3569">
                  <a:moveTo>
                    <a:pt x="1" y="1"/>
                  </a:moveTo>
                  <a:lnTo>
                    <a:pt x="3569" y="8738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3" name="Google Shape;1333;p30"/>
            <p:cNvSpPr/>
            <p:nvPr/>
          </p:nvSpPr>
          <p:spPr>
            <a:xfrm>
              <a:off x="2191157" y="-81849"/>
              <a:ext cx="279005" cy="366615"/>
            </a:xfrm>
            <a:custGeom>
              <a:rect b="b" l="l" r="r" t="t"/>
              <a:pathLst>
                <a:path extrusionOk="0" fill="none" h="7503" w="5710">
                  <a:moveTo>
                    <a:pt x="0" y="0"/>
                  </a:moveTo>
                  <a:lnTo>
                    <a:pt x="5709" y="7503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4" name="Google Shape;1334;p30"/>
            <p:cNvSpPr/>
            <p:nvPr/>
          </p:nvSpPr>
          <p:spPr>
            <a:xfrm>
              <a:off x="2072420" y="39722"/>
              <a:ext cx="364759" cy="281790"/>
            </a:xfrm>
            <a:custGeom>
              <a:rect b="b" l="l" r="r" t="t"/>
              <a:pathLst>
                <a:path extrusionOk="0" fill="none" h="5767" w="7465">
                  <a:moveTo>
                    <a:pt x="0" y="0"/>
                  </a:moveTo>
                  <a:lnTo>
                    <a:pt x="7464" y="5767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5" name="Google Shape;1335;p30"/>
            <p:cNvSpPr/>
            <p:nvPr/>
          </p:nvSpPr>
          <p:spPr>
            <a:xfrm>
              <a:off x="1989500" y="187678"/>
              <a:ext cx="425055" cy="178153"/>
            </a:xfrm>
            <a:custGeom>
              <a:rect b="b" l="l" r="r" t="t"/>
              <a:pathLst>
                <a:path extrusionOk="0" fill="none" h="3646" w="8699">
                  <a:moveTo>
                    <a:pt x="0" y="0"/>
                  </a:moveTo>
                  <a:lnTo>
                    <a:pt x="8698" y="3645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6" name="Google Shape;1336;p30"/>
            <p:cNvSpPr/>
            <p:nvPr/>
          </p:nvSpPr>
          <p:spPr>
            <a:xfrm>
              <a:off x="1948016" y="351662"/>
              <a:ext cx="456180" cy="62251"/>
            </a:xfrm>
            <a:custGeom>
              <a:rect b="b" l="l" r="r" t="t"/>
              <a:pathLst>
                <a:path extrusionOk="0" fill="none" h="1274" w="9336">
                  <a:moveTo>
                    <a:pt x="1" y="0"/>
                  </a:moveTo>
                  <a:lnTo>
                    <a:pt x="9335" y="1273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7" name="Google Shape;1337;p30"/>
            <p:cNvSpPr/>
            <p:nvPr/>
          </p:nvSpPr>
          <p:spPr>
            <a:xfrm>
              <a:off x="1949921" y="462824"/>
              <a:ext cx="457109" cy="58488"/>
            </a:xfrm>
            <a:custGeom>
              <a:rect b="b" l="l" r="r" t="t"/>
              <a:pathLst>
                <a:path extrusionOk="0" fill="none" h="1197" w="9355">
                  <a:moveTo>
                    <a:pt x="0" y="1197"/>
                  </a:moveTo>
                  <a:lnTo>
                    <a:pt x="9354" y="1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8" name="Google Shape;1338;p30"/>
            <p:cNvSpPr/>
            <p:nvPr/>
          </p:nvSpPr>
          <p:spPr>
            <a:xfrm>
              <a:off x="1996097" y="509977"/>
              <a:ext cx="425983" cy="174390"/>
            </a:xfrm>
            <a:custGeom>
              <a:rect b="b" l="l" r="r" t="t"/>
              <a:pathLst>
                <a:path extrusionOk="0" fill="none" h="3569" w="8718">
                  <a:moveTo>
                    <a:pt x="0" y="3568"/>
                  </a:moveTo>
                  <a:lnTo>
                    <a:pt x="8718" y="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9" name="Google Shape;1339;p30"/>
            <p:cNvSpPr/>
            <p:nvPr/>
          </p:nvSpPr>
          <p:spPr>
            <a:xfrm>
              <a:off x="2081851" y="551413"/>
              <a:ext cx="367593" cy="279005"/>
            </a:xfrm>
            <a:custGeom>
              <a:rect b="b" l="l" r="r" t="t"/>
              <a:pathLst>
                <a:path extrusionOk="0" fill="none" h="5710" w="7523">
                  <a:moveTo>
                    <a:pt x="0" y="5710"/>
                  </a:moveTo>
                  <a:lnTo>
                    <a:pt x="7522" y="1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0" name="Google Shape;1340;p30"/>
            <p:cNvSpPr/>
            <p:nvPr/>
          </p:nvSpPr>
          <p:spPr>
            <a:xfrm>
              <a:off x="2203422" y="584395"/>
              <a:ext cx="281790" cy="363830"/>
            </a:xfrm>
            <a:custGeom>
              <a:rect b="b" l="l" r="r" t="t"/>
              <a:pathLst>
                <a:path extrusionOk="0" fill="none" h="7446" w="5767">
                  <a:moveTo>
                    <a:pt x="0" y="7446"/>
                  </a:moveTo>
                  <a:lnTo>
                    <a:pt x="5767" y="1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1" name="Google Shape;1341;p30"/>
            <p:cNvSpPr/>
            <p:nvPr/>
          </p:nvSpPr>
          <p:spPr>
            <a:xfrm>
              <a:off x="2351378" y="607018"/>
              <a:ext cx="178153" cy="424126"/>
            </a:xfrm>
            <a:custGeom>
              <a:rect b="b" l="l" r="r" t="t"/>
              <a:pathLst>
                <a:path extrusionOk="0" fill="none" h="8680" w="3646">
                  <a:moveTo>
                    <a:pt x="0" y="8680"/>
                  </a:moveTo>
                  <a:lnTo>
                    <a:pt x="3645" y="1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2" name="Google Shape;1342;p30"/>
            <p:cNvSpPr/>
            <p:nvPr/>
          </p:nvSpPr>
          <p:spPr>
            <a:xfrm>
              <a:off x="2515362" y="616449"/>
              <a:ext cx="62251" cy="457109"/>
            </a:xfrm>
            <a:custGeom>
              <a:rect b="b" l="l" r="r" t="t"/>
              <a:pathLst>
                <a:path extrusionOk="0" fill="none" h="9355" w="1274">
                  <a:moveTo>
                    <a:pt x="0" y="9355"/>
                  </a:moveTo>
                  <a:lnTo>
                    <a:pt x="1273" y="1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3" name="Google Shape;1343;p30"/>
            <p:cNvSpPr/>
            <p:nvPr/>
          </p:nvSpPr>
          <p:spPr>
            <a:xfrm>
              <a:off x="2626524" y="614592"/>
              <a:ext cx="58488" cy="457109"/>
            </a:xfrm>
            <a:custGeom>
              <a:rect b="b" l="l" r="r" t="t"/>
              <a:pathLst>
                <a:path extrusionOk="0" fill="none" h="9355" w="1197">
                  <a:moveTo>
                    <a:pt x="1197" y="9354"/>
                  </a:moveTo>
                  <a:lnTo>
                    <a:pt x="1" y="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4" name="Google Shape;1344;p30"/>
            <p:cNvSpPr/>
            <p:nvPr/>
          </p:nvSpPr>
          <p:spPr>
            <a:xfrm>
              <a:off x="2673677" y="598565"/>
              <a:ext cx="174390" cy="426961"/>
            </a:xfrm>
            <a:custGeom>
              <a:rect b="b" l="l" r="r" t="t"/>
              <a:pathLst>
                <a:path extrusionOk="0" fill="none" h="8738" w="3569">
                  <a:moveTo>
                    <a:pt x="3568" y="8737"/>
                  </a:moveTo>
                  <a:lnTo>
                    <a:pt x="0" y="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5" name="Google Shape;1345;p30"/>
            <p:cNvSpPr/>
            <p:nvPr/>
          </p:nvSpPr>
          <p:spPr>
            <a:xfrm>
              <a:off x="2715113" y="572179"/>
              <a:ext cx="279005" cy="366615"/>
            </a:xfrm>
            <a:custGeom>
              <a:rect b="b" l="l" r="r" t="t"/>
              <a:pathLst>
                <a:path extrusionOk="0" fill="none" h="7503" w="5710">
                  <a:moveTo>
                    <a:pt x="5710" y="7503"/>
                  </a:moveTo>
                  <a:lnTo>
                    <a:pt x="1" y="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6" name="Google Shape;1346;p30"/>
            <p:cNvSpPr/>
            <p:nvPr/>
          </p:nvSpPr>
          <p:spPr>
            <a:xfrm>
              <a:off x="2748095" y="535386"/>
              <a:ext cx="364759" cy="281839"/>
            </a:xfrm>
            <a:custGeom>
              <a:rect b="b" l="l" r="r" t="t"/>
              <a:pathLst>
                <a:path extrusionOk="0" fill="none" h="5768" w="7465">
                  <a:moveTo>
                    <a:pt x="7465" y="5768"/>
                  </a:moveTo>
                  <a:lnTo>
                    <a:pt x="1" y="1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7" name="Google Shape;1347;p30"/>
            <p:cNvSpPr/>
            <p:nvPr/>
          </p:nvSpPr>
          <p:spPr>
            <a:xfrm>
              <a:off x="2770718" y="491116"/>
              <a:ext cx="424126" cy="179081"/>
            </a:xfrm>
            <a:custGeom>
              <a:rect b="b" l="l" r="r" t="t"/>
              <a:pathLst>
                <a:path extrusionOk="0" fill="none" h="3665" w="8680">
                  <a:moveTo>
                    <a:pt x="8680" y="3665"/>
                  </a:moveTo>
                  <a:lnTo>
                    <a:pt x="1" y="1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8" name="Google Shape;1348;p30"/>
            <p:cNvSpPr/>
            <p:nvPr/>
          </p:nvSpPr>
          <p:spPr>
            <a:xfrm>
              <a:off x="2781077" y="443035"/>
              <a:ext cx="456180" cy="62251"/>
            </a:xfrm>
            <a:custGeom>
              <a:rect b="b" l="l" r="r" t="t"/>
              <a:pathLst>
                <a:path extrusionOk="0" fill="none" h="1274" w="9336">
                  <a:moveTo>
                    <a:pt x="9336" y="1274"/>
                  </a:moveTo>
                  <a:lnTo>
                    <a:pt x="1" y="1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9" name="Google Shape;1349;p30"/>
            <p:cNvSpPr/>
            <p:nvPr/>
          </p:nvSpPr>
          <p:spPr>
            <a:xfrm>
              <a:off x="2778292" y="335635"/>
              <a:ext cx="457109" cy="58440"/>
            </a:xfrm>
            <a:custGeom>
              <a:rect b="b" l="l" r="r" t="t"/>
              <a:pathLst>
                <a:path extrusionOk="0" fill="none" h="1196" w="9355">
                  <a:moveTo>
                    <a:pt x="9354" y="0"/>
                  </a:moveTo>
                  <a:lnTo>
                    <a:pt x="0" y="1196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0" name="Google Shape;1350;p30"/>
            <p:cNvSpPr/>
            <p:nvPr/>
          </p:nvSpPr>
          <p:spPr>
            <a:xfrm>
              <a:off x="2763194" y="172579"/>
              <a:ext cx="426032" cy="174390"/>
            </a:xfrm>
            <a:custGeom>
              <a:rect b="b" l="l" r="r" t="t"/>
              <a:pathLst>
                <a:path extrusionOk="0" fill="none" h="3569" w="8719">
                  <a:moveTo>
                    <a:pt x="8718" y="1"/>
                  </a:moveTo>
                  <a:lnTo>
                    <a:pt x="1" y="3569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1" name="Google Shape;1351;p30"/>
            <p:cNvSpPr/>
            <p:nvPr/>
          </p:nvSpPr>
          <p:spPr>
            <a:xfrm>
              <a:off x="2735879" y="27457"/>
              <a:ext cx="366615" cy="278076"/>
            </a:xfrm>
            <a:custGeom>
              <a:rect b="b" l="l" r="r" t="t"/>
              <a:pathLst>
                <a:path extrusionOk="0" fill="none" h="5691" w="7503">
                  <a:moveTo>
                    <a:pt x="7503" y="0"/>
                  </a:moveTo>
                  <a:lnTo>
                    <a:pt x="0" y="569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2" name="Google Shape;1352;p30"/>
            <p:cNvSpPr/>
            <p:nvPr/>
          </p:nvSpPr>
          <p:spPr>
            <a:xfrm>
              <a:off x="2699135" y="-91280"/>
              <a:ext cx="282767" cy="364759"/>
            </a:xfrm>
            <a:custGeom>
              <a:rect b="b" l="l" r="r" t="t"/>
              <a:pathLst>
                <a:path extrusionOk="0" fill="none" h="7465" w="5787">
                  <a:moveTo>
                    <a:pt x="5786" y="0"/>
                  </a:moveTo>
                  <a:lnTo>
                    <a:pt x="0" y="7464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3" name="Google Shape;1353;p30"/>
            <p:cNvSpPr/>
            <p:nvPr/>
          </p:nvSpPr>
          <p:spPr>
            <a:xfrm>
              <a:off x="2655744" y="-174200"/>
              <a:ext cx="178153" cy="425055"/>
            </a:xfrm>
            <a:custGeom>
              <a:rect b="b" l="l" r="r" t="t"/>
              <a:pathLst>
                <a:path extrusionOk="0" fill="none" h="8699" w="3646">
                  <a:moveTo>
                    <a:pt x="3646" y="0"/>
                  </a:moveTo>
                  <a:lnTo>
                    <a:pt x="1" y="8698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354" name="Google Shape;1354;p30"/>
          <p:cNvGrpSpPr/>
          <p:nvPr/>
        </p:nvGrpSpPr>
        <p:grpSpPr>
          <a:xfrm>
            <a:off x="7743940" y="3454070"/>
            <a:ext cx="1965289" cy="517060"/>
            <a:chOff x="3539975" y="3523525"/>
            <a:chExt cx="745925" cy="196250"/>
          </a:xfrm>
        </p:grpSpPr>
        <p:sp>
          <p:nvSpPr>
            <p:cNvPr id="1355" name="Google Shape;1355;p30"/>
            <p:cNvSpPr/>
            <p:nvPr/>
          </p:nvSpPr>
          <p:spPr>
            <a:xfrm>
              <a:off x="3539975" y="3523525"/>
              <a:ext cx="196250" cy="196250"/>
            </a:xfrm>
            <a:custGeom>
              <a:rect b="b" l="l" r="r" t="t"/>
              <a:pathLst>
                <a:path extrusionOk="0" fill="none" h="7850" w="785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6" name="Google Shape;1356;p30"/>
            <p:cNvSpPr/>
            <p:nvPr/>
          </p:nvSpPr>
          <p:spPr>
            <a:xfrm>
              <a:off x="3576625" y="3523525"/>
              <a:ext cx="196250" cy="196250"/>
            </a:xfrm>
            <a:custGeom>
              <a:rect b="b" l="l" r="r" t="t"/>
              <a:pathLst>
                <a:path extrusionOk="0" fill="none" h="7850" w="785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7" name="Google Shape;1357;p30"/>
            <p:cNvSpPr/>
            <p:nvPr/>
          </p:nvSpPr>
          <p:spPr>
            <a:xfrm>
              <a:off x="3613250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1" y="0"/>
                  </a:moveTo>
                  <a:lnTo>
                    <a:pt x="7851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8" name="Google Shape;1358;p30"/>
            <p:cNvSpPr/>
            <p:nvPr/>
          </p:nvSpPr>
          <p:spPr>
            <a:xfrm>
              <a:off x="3649900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1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9" name="Google Shape;1359;p30"/>
            <p:cNvSpPr/>
            <p:nvPr/>
          </p:nvSpPr>
          <p:spPr>
            <a:xfrm>
              <a:off x="3686550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0" name="Google Shape;1360;p30"/>
            <p:cNvSpPr/>
            <p:nvPr/>
          </p:nvSpPr>
          <p:spPr>
            <a:xfrm>
              <a:off x="3723200" y="3523525"/>
              <a:ext cx="196250" cy="196250"/>
            </a:xfrm>
            <a:custGeom>
              <a:rect b="b" l="l" r="r" t="t"/>
              <a:pathLst>
                <a:path extrusionOk="0" fill="none" h="7850" w="785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1" name="Google Shape;1361;p30"/>
            <p:cNvSpPr/>
            <p:nvPr/>
          </p:nvSpPr>
          <p:spPr>
            <a:xfrm>
              <a:off x="3759825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1" y="0"/>
                  </a:moveTo>
                  <a:lnTo>
                    <a:pt x="7851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2" name="Google Shape;1362;p30"/>
            <p:cNvSpPr/>
            <p:nvPr/>
          </p:nvSpPr>
          <p:spPr>
            <a:xfrm>
              <a:off x="3796475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1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3" name="Google Shape;1363;p30"/>
            <p:cNvSpPr/>
            <p:nvPr/>
          </p:nvSpPr>
          <p:spPr>
            <a:xfrm>
              <a:off x="3833125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1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4" name="Google Shape;1364;p30"/>
            <p:cNvSpPr/>
            <p:nvPr/>
          </p:nvSpPr>
          <p:spPr>
            <a:xfrm>
              <a:off x="3869775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5" name="Google Shape;1365;p30"/>
            <p:cNvSpPr/>
            <p:nvPr/>
          </p:nvSpPr>
          <p:spPr>
            <a:xfrm>
              <a:off x="3906425" y="3523525"/>
              <a:ext cx="196250" cy="196250"/>
            </a:xfrm>
            <a:custGeom>
              <a:rect b="b" l="l" r="r" t="t"/>
              <a:pathLst>
                <a:path extrusionOk="0" fill="none" h="7850" w="785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6" name="Google Shape;1366;p30"/>
            <p:cNvSpPr/>
            <p:nvPr/>
          </p:nvSpPr>
          <p:spPr>
            <a:xfrm>
              <a:off x="3943050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1" y="0"/>
                  </a:moveTo>
                  <a:lnTo>
                    <a:pt x="7851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7" name="Google Shape;1367;p30"/>
            <p:cNvSpPr/>
            <p:nvPr/>
          </p:nvSpPr>
          <p:spPr>
            <a:xfrm>
              <a:off x="3979700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1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8" name="Google Shape;1368;p30"/>
            <p:cNvSpPr/>
            <p:nvPr/>
          </p:nvSpPr>
          <p:spPr>
            <a:xfrm>
              <a:off x="4016350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1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9" name="Google Shape;1369;p30"/>
            <p:cNvSpPr/>
            <p:nvPr/>
          </p:nvSpPr>
          <p:spPr>
            <a:xfrm>
              <a:off x="4053000" y="3523525"/>
              <a:ext cx="196250" cy="196250"/>
            </a:xfrm>
            <a:custGeom>
              <a:rect b="b" l="l" r="r" t="t"/>
              <a:pathLst>
                <a:path extrusionOk="0" fill="none" h="7850" w="785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0" name="Google Shape;1370;p30"/>
            <p:cNvSpPr/>
            <p:nvPr/>
          </p:nvSpPr>
          <p:spPr>
            <a:xfrm>
              <a:off x="4089650" y="3523525"/>
              <a:ext cx="196250" cy="196250"/>
            </a:xfrm>
            <a:custGeom>
              <a:rect b="b" l="l" r="r" t="t"/>
              <a:pathLst>
                <a:path extrusionOk="0" fill="none" h="7850" w="785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ix columns">
  <p:cSld name="CUSTOM_1_1_2">
    <p:spTree>
      <p:nvGrpSpPr>
        <p:cNvPr id="1371" name="Shape 1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72" name="Google Shape;1372;p31"/>
          <p:cNvPicPr preferRelativeResize="0"/>
          <p:nvPr/>
        </p:nvPicPr>
        <p:blipFill rotWithShape="1">
          <a:blip r:embed="rId2">
            <a:alphaModFix amt="60000"/>
          </a:blip>
          <a:srcRect b="10" l="0" r="0" t="10"/>
          <a:stretch/>
        </p:blipFill>
        <p:spPr>
          <a:xfrm flipH="1" rot="10800000">
            <a:off x="0" y="1"/>
            <a:ext cx="9144002" cy="5143499"/>
          </a:xfrm>
          <a:prstGeom prst="rect">
            <a:avLst/>
          </a:prstGeom>
          <a:noFill/>
          <a:ln>
            <a:noFill/>
          </a:ln>
        </p:spPr>
      </p:pic>
      <p:sp>
        <p:nvSpPr>
          <p:cNvPr id="1373" name="Google Shape;1373;p31"/>
          <p:cNvSpPr txBox="1"/>
          <p:nvPr>
            <p:ph idx="1" type="subTitle"/>
          </p:nvPr>
        </p:nvSpPr>
        <p:spPr>
          <a:xfrm>
            <a:off x="3438593" y="1489025"/>
            <a:ext cx="2266800" cy="44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100">
                <a:latin typeface="Aldrich"/>
                <a:ea typeface="Aldrich"/>
                <a:cs typeface="Aldrich"/>
                <a:sym typeface="Aldrich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74" name="Google Shape;1374;p31"/>
          <p:cNvSpPr txBox="1"/>
          <p:nvPr>
            <p:ph idx="2" type="subTitle"/>
          </p:nvPr>
        </p:nvSpPr>
        <p:spPr>
          <a:xfrm>
            <a:off x="3438584" y="1953475"/>
            <a:ext cx="2266800" cy="76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75" name="Google Shape;1375;p31"/>
          <p:cNvSpPr txBox="1"/>
          <p:nvPr>
            <p:ph idx="3" type="subTitle"/>
          </p:nvPr>
        </p:nvSpPr>
        <p:spPr>
          <a:xfrm>
            <a:off x="5905480" y="1489025"/>
            <a:ext cx="2266800" cy="44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100">
                <a:latin typeface="Aldrich"/>
                <a:ea typeface="Aldrich"/>
                <a:cs typeface="Aldrich"/>
                <a:sym typeface="Aldrich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76" name="Google Shape;1376;p31"/>
          <p:cNvSpPr txBox="1"/>
          <p:nvPr>
            <p:ph idx="4" type="subTitle"/>
          </p:nvPr>
        </p:nvSpPr>
        <p:spPr>
          <a:xfrm>
            <a:off x="5905472" y="1953475"/>
            <a:ext cx="2266800" cy="76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77" name="Google Shape;1377;p31"/>
          <p:cNvSpPr txBox="1"/>
          <p:nvPr>
            <p:ph idx="5" type="subTitle"/>
          </p:nvPr>
        </p:nvSpPr>
        <p:spPr>
          <a:xfrm>
            <a:off x="971706" y="1489025"/>
            <a:ext cx="2266800" cy="44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100">
                <a:latin typeface="Aldrich"/>
                <a:ea typeface="Aldrich"/>
                <a:cs typeface="Aldrich"/>
                <a:sym typeface="Aldrich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78" name="Google Shape;1378;p31"/>
          <p:cNvSpPr txBox="1"/>
          <p:nvPr>
            <p:ph idx="6" type="subTitle"/>
          </p:nvPr>
        </p:nvSpPr>
        <p:spPr>
          <a:xfrm>
            <a:off x="971697" y="1953475"/>
            <a:ext cx="2266800" cy="76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79" name="Google Shape;1379;p31"/>
          <p:cNvSpPr txBox="1"/>
          <p:nvPr>
            <p:ph type="title"/>
          </p:nvPr>
        </p:nvSpPr>
        <p:spPr>
          <a:xfrm>
            <a:off x="715500" y="538250"/>
            <a:ext cx="7713000" cy="4206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900"/>
              <a:buNone/>
              <a:defRPr sz="2900">
                <a:latin typeface="Aldrich"/>
                <a:ea typeface="Aldrich"/>
                <a:cs typeface="Aldrich"/>
                <a:sym typeface="Aldrich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9pPr>
          </a:lstStyle>
          <a:p/>
        </p:txBody>
      </p:sp>
      <p:sp>
        <p:nvSpPr>
          <p:cNvPr id="1380" name="Google Shape;1380;p31"/>
          <p:cNvSpPr txBox="1"/>
          <p:nvPr>
            <p:ph idx="7" type="subTitle"/>
          </p:nvPr>
        </p:nvSpPr>
        <p:spPr>
          <a:xfrm>
            <a:off x="3438616" y="2934675"/>
            <a:ext cx="2266800" cy="44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100">
                <a:latin typeface="Aldrich"/>
                <a:ea typeface="Aldrich"/>
                <a:cs typeface="Aldrich"/>
                <a:sym typeface="Aldrich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81" name="Google Shape;1381;p31"/>
          <p:cNvSpPr txBox="1"/>
          <p:nvPr>
            <p:ph idx="8" type="subTitle"/>
          </p:nvPr>
        </p:nvSpPr>
        <p:spPr>
          <a:xfrm>
            <a:off x="3438607" y="3399125"/>
            <a:ext cx="2266800" cy="76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82" name="Google Shape;1382;p31"/>
          <p:cNvSpPr txBox="1"/>
          <p:nvPr>
            <p:ph idx="9" type="subTitle"/>
          </p:nvPr>
        </p:nvSpPr>
        <p:spPr>
          <a:xfrm>
            <a:off x="5905503" y="2934675"/>
            <a:ext cx="2266800" cy="44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100">
                <a:latin typeface="Aldrich"/>
                <a:ea typeface="Aldrich"/>
                <a:cs typeface="Aldrich"/>
                <a:sym typeface="Aldrich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83" name="Google Shape;1383;p31"/>
          <p:cNvSpPr txBox="1"/>
          <p:nvPr>
            <p:ph idx="13" type="subTitle"/>
          </p:nvPr>
        </p:nvSpPr>
        <p:spPr>
          <a:xfrm>
            <a:off x="5905495" y="3399125"/>
            <a:ext cx="2266800" cy="76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84" name="Google Shape;1384;p31"/>
          <p:cNvSpPr txBox="1"/>
          <p:nvPr>
            <p:ph idx="14" type="subTitle"/>
          </p:nvPr>
        </p:nvSpPr>
        <p:spPr>
          <a:xfrm>
            <a:off x="971729" y="2934675"/>
            <a:ext cx="2266800" cy="44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100">
                <a:latin typeface="Aldrich"/>
                <a:ea typeface="Aldrich"/>
                <a:cs typeface="Aldrich"/>
                <a:sym typeface="Aldrich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85" name="Google Shape;1385;p31"/>
          <p:cNvSpPr txBox="1"/>
          <p:nvPr>
            <p:ph idx="15" type="subTitle"/>
          </p:nvPr>
        </p:nvSpPr>
        <p:spPr>
          <a:xfrm>
            <a:off x="971720" y="3399125"/>
            <a:ext cx="2266800" cy="76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386" name="Google Shape;1386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417276" y="3996875"/>
            <a:ext cx="9353213" cy="268125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387" name="Google Shape;1387;p31"/>
          <p:cNvGrpSpPr/>
          <p:nvPr/>
        </p:nvGrpSpPr>
        <p:grpSpPr>
          <a:xfrm>
            <a:off x="391864" y="3850070"/>
            <a:ext cx="289170" cy="284718"/>
            <a:chOff x="426000" y="3302025"/>
            <a:chExt cx="220875" cy="217475"/>
          </a:xfrm>
        </p:grpSpPr>
        <p:sp>
          <p:nvSpPr>
            <p:cNvPr id="1388" name="Google Shape;1388;p31"/>
            <p:cNvSpPr/>
            <p:nvPr/>
          </p:nvSpPr>
          <p:spPr>
            <a:xfrm>
              <a:off x="426000" y="3425950"/>
              <a:ext cx="214125" cy="93550"/>
            </a:xfrm>
            <a:custGeom>
              <a:rect b="b" l="l" r="r" t="t"/>
              <a:pathLst>
                <a:path extrusionOk="0" h="3742" w="8565">
                  <a:moveTo>
                    <a:pt x="1" y="0"/>
                  </a:moveTo>
                  <a:cubicBezTo>
                    <a:pt x="290" y="2141"/>
                    <a:pt x="2122" y="3742"/>
                    <a:pt x="4283" y="3742"/>
                  </a:cubicBezTo>
                  <a:cubicBezTo>
                    <a:pt x="6443" y="3742"/>
                    <a:pt x="8275" y="2141"/>
                    <a:pt x="856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9" name="Google Shape;1389;p31"/>
            <p:cNvSpPr/>
            <p:nvPr/>
          </p:nvSpPr>
          <p:spPr>
            <a:xfrm>
              <a:off x="432750" y="3302025"/>
              <a:ext cx="214125" cy="94050"/>
            </a:xfrm>
            <a:custGeom>
              <a:rect b="b" l="l" r="r" t="t"/>
              <a:pathLst>
                <a:path extrusionOk="0" h="3762" w="8565">
                  <a:moveTo>
                    <a:pt x="1" y="0"/>
                  </a:moveTo>
                  <a:cubicBezTo>
                    <a:pt x="271" y="2141"/>
                    <a:pt x="2103" y="3761"/>
                    <a:pt x="4283" y="3761"/>
                  </a:cubicBezTo>
                  <a:cubicBezTo>
                    <a:pt x="6443" y="3761"/>
                    <a:pt x="8275" y="2141"/>
                    <a:pt x="856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390" name="Google Shape;1390;p31"/>
          <p:cNvGrpSpPr/>
          <p:nvPr/>
        </p:nvGrpSpPr>
        <p:grpSpPr>
          <a:xfrm>
            <a:off x="357713" y="1058175"/>
            <a:ext cx="357454" cy="956304"/>
            <a:chOff x="357713" y="600975"/>
            <a:chExt cx="357454" cy="956304"/>
          </a:xfrm>
        </p:grpSpPr>
        <p:sp>
          <p:nvSpPr>
            <p:cNvPr id="1391" name="Google Shape;1391;p31"/>
            <p:cNvSpPr/>
            <p:nvPr/>
          </p:nvSpPr>
          <p:spPr>
            <a:xfrm>
              <a:off x="357713" y="600975"/>
              <a:ext cx="357454" cy="357454"/>
            </a:xfrm>
            <a:custGeom>
              <a:rect b="b" l="l" r="r" t="t"/>
              <a:pathLst>
                <a:path extrusionOk="0" fill="none" h="6539" w="6539">
                  <a:moveTo>
                    <a:pt x="3954" y="367"/>
                  </a:moveTo>
                  <a:cubicBezTo>
                    <a:pt x="5535" y="752"/>
                    <a:pt x="6538" y="2353"/>
                    <a:pt x="6152" y="3954"/>
                  </a:cubicBezTo>
                  <a:cubicBezTo>
                    <a:pt x="5767" y="5535"/>
                    <a:pt x="4166" y="6538"/>
                    <a:pt x="2584" y="6153"/>
                  </a:cubicBezTo>
                  <a:cubicBezTo>
                    <a:pt x="984" y="5767"/>
                    <a:pt x="0" y="4166"/>
                    <a:pt x="366" y="2585"/>
                  </a:cubicBezTo>
                  <a:cubicBezTo>
                    <a:pt x="752" y="984"/>
                    <a:pt x="2353" y="0"/>
                    <a:pt x="3954" y="367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2" name="Google Shape;1392;p31"/>
            <p:cNvSpPr/>
            <p:nvPr/>
          </p:nvSpPr>
          <p:spPr>
            <a:xfrm>
              <a:off x="374549" y="819196"/>
              <a:ext cx="324765" cy="324765"/>
            </a:xfrm>
            <a:custGeom>
              <a:rect b="b" l="l" r="r" t="t"/>
              <a:pathLst>
                <a:path extrusionOk="0" fill="none" h="5941" w="5941">
                  <a:moveTo>
                    <a:pt x="5941" y="2971"/>
                  </a:moveTo>
                  <a:cubicBezTo>
                    <a:pt x="5941" y="4610"/>
                    <a:pt x="4610" y="5941"/>
                    <a:pt x="2971" y="5941"/>
                  </a:cubicBezTo>
                  <a:cubicBezTo>
                    <a:pt x="1331" y="5941"/>
                    <a:pt x="1" y="4610"/>
                    <a:pt x="1" y="2971"/>
                  </a:cubicBezTo>
                  <a:cubicBezTo>
                    <a:pt x="1" y="1331"/>
                    <a:pt x="1331" y="1"/>
                    <a:pt x="2971" y="1"/>
                  </a:cubicBezTo>
                  <a:cubicBezTo>
                    <a:pt x="4610" y="1"/>
                    <a:pt x="5941" y="1331"/>
                    <a:pt x="5941" y="2971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3" name="Google Shape;1393;p31"/>
            <p:cNvSpPr/>
            <p:nvPr/>
          </p:nvSpPr>
          <p:spPr>
            <a:xfrm>
              <a:off x="357713" y="997347"/>
              <a:ext cx="357454" cy="357509"/>
            </a:xfrm>
            <a:custGeom>
              <a:rect b="b" l="l" r="r" t="t"/>
              <a:pathLst>
                <a:path extrusionOk="0" fill="none" h="6540" w="6539">
                  <a:moveTo>
                    <a:pt x="3954" y="387"/>
                  </a:moveTo>
                  <a:cubicBezTo>
                    <a:pt x="5555" y="753"/>
                    <a:pt x="6538" y="2354"/>
                    <a:pt x="6152" y="3955"/>
                  </a:cubicBezTo>
                  <a:cubicBezTo>
                    <a:pt x="5767" y="5556"/>
                    <a:pt x="4166" y="6539"/>
                    <a:pt x="2584" y="6153"/>
                  </a:cubicBezTo>
                  <a:cubicBezTo>
                    <a:pt x="984" y="5787"/>
                    <a:pt x="0" y="4186"/>
                    <a:pt x="366" y="2585"/>
                  </a:cubicBezTo>
                  <a:cubicBezTo>
                    <a:pt x="752" y="985"/>
                    <a:pt x="2353" y="1"/>
                    <a:pt x="3954" y="387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4" name="Google Shape;1394;p31"/>
            <p:cNvSpPr/>
            <p:nvPr/>
          </p:nvSpPr>
          <p:spPr>
            <a:xfrm>
              <a:off x="358751" y="1200863"/>
              <a:ext cx="356416" cy="356416"/>
            </a:xfrm>
            <a:custGeom>
              <a:rect b="b" l="l" r="r" t="t"/>
              <a:pathLst>
                <a:path extrusionOk="0" fill="none" h="6520" w="6520">
                  <a:moveTo>
                    <a:pt x="5362" y="1158"/>
                  </a:moveTo>
                  <a:cubicBezTo>
                    <a:pt x="6519" y="2315"/>
                    <a:pt x="6519" y="4186"/>
                    <a:pt x="5362" y="5343"/>
                  </a:cubicBezTo>
                  <a:cubicBezTo>
                    <a:pt x="4186" y="6519"/>
                    <a:pt x="2315" y="6519"/>
                    <a:pt x="1157" y="5343"/>
                  </a:cubicBezTo>
                  <a:cubicBezTo>
                    <a:pt x="0" y="4186"/>
                    <a:pt x="0" y="2315"/>
                    <a:pt x="1157" y="1158"/>
                  </a:cubicBezTo>
                  <a:cubicBezTo>
                    <a:pt x="2315" y="0"/>
                    <a:pt x="4186" y="0"/>
                    <a:pt x="5362" y="1158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395" name="Google Shape;1395;p31"/>
          <p:cNvGrpSpPr/>
          <p:nvPr/>
        </p:nvGrpSpPr>
        <p:grpSpPr>
          <a:xfrm>
            <a:off x="8366565" y="3353020"/>
            <a:ext cx="1965289" cy="517060"/>
            <a:chOff x="3539975" y="3523525"/>
            <a:chExt cx="745925" cy="196250"/>
          </a:xfrm>
        </p:grpSpPr>
        <p:sp>
          <p:nvSpPr>
            <p:cNvPr id="1396" name="Google Shape;1396;p31"/>
            <p:cNvSpPr/>
            <p:nvPr/>
          </p:nvSpPr>
          <p:spPr>
            <a:xfrm>
              <a:off x="3539975" y="3523525"/>
              <a:ext cx="196250" cy="196250"/>
            </a:xfrm>
            <a:custGeom>
              <a:rect b="b" l="l" r="r" t="t"/>
              <a:pathLst>
                <a:path extrusionOk="0" fill="none" h="7850" w="785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7" name="Google Shape;1397;p31"/>
            <p:cNvSpPr/>
            <p:nvPr/>
          </p:nvSpPr>
          <p:spPr>
            <a:xfrm>
              <a:off x="3576625" y="3523525"/>
              <a:ext cx="196250" cy="196250"/>
            </a:xfrm>
            <a:custGeom>
              <a:rect b="b" l="l" r="r" t="t"/>
              <a:pathLst>
                <a:path extrusionOk="0" fill="none" h="7850" w="785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8" name="Google Shape;1398;p31"/>
            <p:cNvSpPr/>
            <p:nvPr/>
          </p:nvSpPr>
          <p:spPr>
            <a:xfrm>
              <a:off x="3613250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1" y="0"/>
                  </a:moveTo>
                  <a:lnTo>
                    <a:pt x="7851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9" name="Google Shape;1399;p31"/>
            <p:cNvSpPr/>
            <p:nvPr/>
          </p:nvSpPr>
          <p:spPr>
            <a:xfrm>
              <a:off x="3649900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1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0" name="Google Shape;1400;p31"/>
            <p:cNvSpPr/>
            <p:nvPr/>
          </p:nvSpPr>
          <p:spPr>
            <a:xfrm>
              <a:off x="3686550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1" name="Google Shape;1401;p31"/>
            <p:cNvSpPr/>
            <p:nvPr/>
          </p:nvSpPr>
          <p:spPr>
            <a:xfrm>
              <a:off x="3723200" y="3523525"/>
              <a:ext cx="196250" cy="196250"/>
            </a:xfrm>
            <a:custGeom>
              <a:rect b="b" l="l" r="r" t="t"/>
              <a:pathLst>
                <a:path extrusionOk="0" fill="none" h="7850" w="785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2" name="Google Shape;1402;p31"/>
            <p:cNvSpPr/>
            <p:nvPr/>
          </p:nvSpPr>
          <p:spPr>
            <a:xfrm>
              <a:off x="3759825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1" y="0"/>
                  </a:moveTo>
                  <a:lnTo>
                    <a:pt x="7851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3" name="Google Shape;1403;p31"/>
            <p:cNvSpPr/>
            <p:nvPr/>
          </p:nvSpPr>
          <p:spPr>
            <a:xfrm>
              <a:off x="3796475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1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4" name="Google Shape;1404;p31"/>
            <p:cNvSpPr/>
            <p:nvPr/>
          </p:nvSpPr>
          <p:spPr>
            <a:xfrm>
              <a:off x="3833125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1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5" name="Google Shape;1405;p31"/>
            <p:cNvSpPr/>
            <p:nvPr/>
          </p:nvSpPr>
          <p:spPr>
            <a:xfrm>
              <a:off x="3869775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6" name="Google Shape;1406;p31"/>
            <p:cNvSpPr/>
            <p:nvPr/>
          </p:nvSpPr>
          <p:spPr>
            <a:xfrm>
              <a:off x="3906425" y="3523525"/>
              <a:ext cx="196250" cy="196250"/>
            </a:xfrm>
            <a:custGeom>
              <a:rect b="b" l="l" r="r" t="t"/>
              <a:pathLst>
                <a:path extrusionOk="0" fill="none" h="7850" w="785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7" name="Google Shape;1407;p31"/>
            <p:cNvSpPr/>
            <p:nvPr/>
          </p:nvSpPr>
          <p:spPr>
            <a:xfrm>
              <a:off x="3943050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1" y="0"/>
                  </a:moveTo>
                  <a:lnTo>
                    <a:pt x="7851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8" name="Google Shape;1408;p31"/>
            <p:cNvSpPr/>
            <p:nvPr/>
          </p:nvSpPr>
          <p:spPr>
            <a:xfrm>
              <a:off x="3979700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1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9" name="Google Shape;1409;p31"/>
            <p:cNvSpPr/>
            <p:nvPr/>
          </p:nvSpPr>
          <p:spPr>
            <a:xfrm>
              <a:off x="4016350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1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0" name="Google Shape;1410;p31"/>
            <p:cNvSpPr/>
            <p:nvPr/>
          </p:nvSpPr>
          <p:spPr>
            <a:xfrm>
              <a:off x="4053000" y="3523525"/>
              <a:ext cx="196250" cy="196250"/>
            </a:xfrm>
            <a:custGeom>
              <a:rect b="b" l="l" r="r" t="t"/>
              <a:pathLst>
                <a:path extrusionOk="0" fill="none" h="7850" w="785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1" name="Google Shape;1411;p31"/>
            <p:cNvSpPr/>
            <p:nvPr/>
          </p:nvSpPr>
          <p:spPr>
            <a:xfrm>
              <a:off x="4089650" y="3523525"/>
              <a:ext cx="196250" cy="196250"/>
            </a:xfrm>
            <a:custGeom>
              <a:rect b="b" l="l" r="r" t="t"/>
              <a:pathLst>
                <a:path extrusionOk="0" fill="none" h="7850" w="785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12" name="Google Shape;1412;p31"/>
          <p:cNvSpPr/>
          <p:nvPr/>
        </p:nvSpPr>
        <p:spPr>
          <a:xfrm>
            <a:off x="258688" y="2638835"/>
            <a:ext cx="555517" cy="554294"/>
          </a:xfrm>
          <a:custGeom>
            <a:rect b="b" l="l" r="r" t="t"/>
            <a:pathLst>
              <a:path extrusionOk="0" h="11337" w="11362">
                <a:moveTo>
                  <a:pt x="11362" y="5668"/>
                </a:moveTo>
                <a:cubicBezTo>
                  <a:pt x="11362" y="8798"/>
                  <a:pt x="8823" y="11337"/>
                  <a:pt x="5669" y="11337"/>
                </a:cubicBezTo>
                <a:cubicBezTo>
                  <a:pt x="2539" y="11337"/>
                  <a:pt x="1" y="8798"/>
                  <a:pt x="1" y="5668"/>
                </a:cubicBezTo>
                <a:cubicBezTo>
                  <a:pt x="1" y="2539"/>
                  <a:pt x="2539" y="0"/>
                  <a:pt x="5669" y="0"/>
                </a:cubicBezTo>
                <a:cubicBezTo>
                  <a:pt x="8823" y="0"/>
                  <a:pt x="11362" y="2539"/>
                  <a:pt x="11362" y="5668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">
  <p:cSld name="CUSTOM_2">
    <p:spTree>
      <p:nvGrpSpPr>
        <p:cNvPr id="1413" name="Shape 1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14" name="Google Shape;1414;p32"/>
          <p:cNvPicPr preferRelativeResize="0"/>
          <p:nvPr/>
        </p:nvPicPr>
        <p:blipFill rotWithShape="1">
          <a:blip r:embed="rId2">
            <a:alphaModFix amt="60000"/>
          </a:blip>
          <a:srcRect b="10" l="0" r="0" t="10"/>
          <a:stretch/>
        </p:blipFill>
        <p:spPr>
          <a:xfrm rot="10800000">
            <a:off x="0" y="1"/>
            <a:ext cx="9144002" cy="5143499"/>
          </a:xfrm>
          <a:prstGeom prst="rect">
            <a:avLst/>
          </a:prstGeom>
          <a:noFill/>
          <a:ln>
            <a:noFill/>
          </a:ln>
        </p:spPr>
      </p:pic>
      <p:sp>
        <p:nvSpPr>
          <p:cNvPr id="1415" name="Google Shape;1415;p32"/>
          <p:cNvSpPr txBox="1"/>
          <p:nvPr>
            <p:ph type="title"/>
          </p:nvPr>
        </p:nvSpPr>
        <p:spPr>
          <a:xfrm>
            <a:off x="5880200" y="1545007"/>
            <a:ext cx="2548200" cy="7944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9pPr>
          </a:lstStyle>
          <a:p/>
        </p:txBody>
      </p:sp>
      <p:sp>
        <p:nvSpPr>
          <p:cNvPr id="1416" name="Google Shape;1416;p32"/>
          <p:cNvSpPr txBox="1"/>
          <p:nvPr>
            <p:ph idx="1" type="subTitle"/>
          </p:nvPr>
        </p:nvSpPr>
        <p:spPr>
          <a:xfrm>
            <a:off x="4572000" y="2466700"/>
            <a:ext cx="3856200" cy="128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417" name="Google Shape;1417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95026" y="-1108430"/>
            <a:ext cx="2733675" cy="289996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418" name="Google Shape;1418;p32"/>
          <p:cNvGrpSpPr/>
          <p:nvPr/>
        </p:nvGrpSpPr>
        <p:grpSpPr>
          <a:xfrm>
            <a:off x="4093457" y="3925450"/>
            <a:ext cx="1039906" cy="679800"/>
            <a:chOff x="4082325" y="3790650"/>
            <a:chExt cx="1039906" cy="679800"/>
          </a:xfrm>
        </p:grpSpPr>
        <p:sp>
          <p:nvSpPr>
            <p:cNvPr id="1419" name="Google Shape;1419;p32"/>
            <p:cNvSpPr/>
            <p:nvPr/>
          </p:nvSpPr>
          <p:spPr>
            <a:xfrm>
              <a:off x="4082325" y="3790650"/>
              <a:ext cx="1039906" cy="94858"/>
            </a:xfrm>
            <a:custGeom>
              <a:rect b="b" l="l" r="r" t="t"/>
              <a:pathLst>
                <a:path extrusionOk="0" fill="none" h="1448" w="15874">
                  <a:moveTo>
                    <a:pt x="1" y="1"/>
                  </a:moveTo>
                  <a:cubicBezTo>
                    <a:pt x="1138" y="1"/>
                    <a:pt x="1138" y="1447"/>
                    <a:pt x="2276" y="1447"/>
                  </a:cubicBezTo>
                  <a:cubicBezTo>
                    <a:pt x="3395" y="1447"/>
                    <a:pt x="3395" y="1"/>
                    <a:pt x="4533" y="1"/>
                  </a:cubicBezTo>
                  <a:cubicBezTo>
                    <a:pt x="5671" y="1"/>
                    <a:pt x="5671" y="1447"/>
                    <a:pt x="6809" y="1447"/>
                  </a:cubicBezTo>
                  <a:cubicBezTo>
                    <a:pt x="7947" y="1447"/>
                    <a:pt x="7947" y="1"/>
                    <a:pt x="9065" y="1"/>
                  </a:cubicBezTo>
                  <a:cubicBezTo>
                    <a:pt x="10203" y="1"/>
                    <a:pt x="10203" y="1447"/>
                    <a:pt x="11341" y="1447"/>
                  </a:cubicBezTo>
                  <a:cubicBezTo>
                    <a:pt x="12479" y="1447"/>
                    <a:pt x="12479" y="1"/>
                    <a:pt x="13617" y="1"/>
                  </a:cubicBezTo>
                  <a:cubicBezTo>
                    <a:pt x="14736" y="1"/>
                    <a:pt x="14736" y="1447"/>
                    <a:pt x="15873" y="1447"/>
                  </a:cubicBezTo>
                </a:path>
              </a:pathLst>
            </a:custGeom>
            <a:solidFill>
              <a:schemeClr val="lt1"/>
            </a:solidFill>
            <a:ln cap="flat" cmpd="sng" w="12050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0" name="Google Shape;1420;p32"/>
            <p:cNvSpPr/>
            <p:nvPr/>
          </p:nvSpPr>
          <p:spPr>
            <a:xfrm>
              <a:off x="4082325" y="4083808"/>
              <a:ext cx="1039906" cy="94793"/>
            </a:xfrm>
            <a:custGeom>
              <a:rect b="b" l="l" r="r" t="t"/>
              <a:pathLst>
                <a:path extrusionOk="0" fill="none" h="1447" w="15874">
                  <a:moveTo>
                    <a:pt x="1" y="0"/>
                  </a:moveTo>
                  <a:cubicBezTo>
                    <a:pt x="1138" y="0"/>
                    <a:pt x="1138" y="1447"/>
                    <a:pt x="2276" y="1447"/>
                  </a:cubicBezTo>
                  <a:cubicBezTo>
                    <a:pt x="3395" y="1447"/>
                    <a:pt x="3395" y="0"/>
                    <a:pt x="4533" y="0"/>
                  </a:cubicBezTo>
                  <a:cubicBezTo>
                    <a:pt x="5671" y="0"/>
                    <a:pt x="5671" y="1447"/>
                    <a:pt x="6809" y="1447"/>
                  </a:cubicBezTo>
                  <a:cubicBezTo>
                    <a:pt x="7947" y="1447"/>
                    <a:pt x="7947" y="0"/>
                    <a:pt x="9065" y="0"/>
                  </a:cubicBezTo>
                  <a:cubicBezTo>
                    <a:pt x="10203" y="0"/>
                    <a:pt x="10203" y="1447"/>
                    <a:pt x="11341" y="1447"/>
                  </a:cubicBezTo>
                  <a:cubicBezTo>
                    <a:pt x="12479" y="1447"/>
                    <a:pt x="12479" y="0"/>
                    <a:pt x="13617" y="0"/>
                  </a:cubicBezTo>
                  <a:cubicBezTo>
                    <a:pt x="14736" y="0"/>
                    <a:pt x="14736" y="1447"/>
                    <a:pt x="15873" y="1447"/>
                  </a:cubicBezTo>
                </a:path>
              </a:pathLst>
            </a:custGeom>
            <a:solidFill>
              <a:schemeClr val="lt1"/>
            </a:solidFill>
            <a:ln cap="flat" cmpd="sng" w="12050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1" name="Google Shape;1421;p32"/>
            <p:cNvSpPr/>
            <p:nvPr/>
          </p:nvSpPr>
          <p:spPr>
            <a:xfrm>
              <a:off x="4082325" y="4375657"/>
              <a:ext cx="1039906" cy="94793"/>
            </a:xfrm>
            <a:custGeom>
              <a:rect b="b" l="l" r="r" t="t"/>
              <a:pathLst>
                <a:path extrusionOk="0" fill="none" h="1447" w="15874">
                  <a:moveTo>
                    <a:pt x="1" y="0"/>
                  </a:moveTo>
                  <a:cubicBezTo>
                    <a:pt x="1138" y="0"/>
                    <a:pt x="1138" y="1447"/>
                    <a:pt x="2276" y="1447"/>
                  </a:cubicBezTo>
                  <a:cubicBezTo>
                    <a:pt x="3395" y="1447"/>
                    <a:pt x="3395" y="0"/>
                    <a:pt x="4533" y="0"/>
                  </a:cubicBezTo>
                  <a:cubicBezTo>
                    <a:pt x="5671" y="0"/>
                    <a:pt x="5671" y="1447"/>
                    <a:pt x="6809" y="1447"/>
                  </a:cubicBezTo>
                  <a:cubicBezTo>
                    <a:pt x="7947" y="1447"/>
                    <a:pt x="7947" y="0"/>
                    <a:pt x="9065" y="0"/>
                  </a:cubicBezTo>
                  <a:cubicBezTo>
                    <a:pt x="10203" y="0"/>
                    <a:pt x="10203" y="1447"/>
                    <a:pt x="11341" y="1447"/>
                  </a:cubicBezTo>
                  <a:cubicBezTo>
                    <a:pt x="12479" y="1447"/>
                    <a:pt x="12479" y="0"/>
                    <a:pt x="13617" y="0"/>
                  </a:cubicBezTo>
                  <a:cubicBezTo>
                    <a:pt x="14736" y="0"/>
                    <a:pt x="14736" y="1447"/>
                    <a:pt x="15873" y="1447"/>
                  </a:cubicBezTo>
                </a:path>
              </a:pathLst>
            </a:custGeom>
            <a:solidFill>
              <a:schemeClr val="lt1"/>
            </a:solidFill>
            <a:ln cap="flat" cmpd="sng" w="12050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422" name="Google Shape;1422;p32"/>
          <p:cNvGrpSpPr/>
          <p:nvPr/>
        </p:nvGrpSpPr>
        <p:grpSpPr>
          <a:xfrm>
            <a:off x="7538846" y="4021496"/>
            <a:ext cx="793256" cy="182899"/>
            <a:chOff x="2685575" y="2835950"/>
            <a:chExt cx="433000" cy="99825"/>
          </a:xfrm>
        </p:grpSpPr>
        <p:sp>
          <p:nvSpPr>
            <p:cNvPr id="1423" name="Google Shape;1423;p32"/>
            <p:cNvSpPr/>
            <p:nvPr/>
          </p:nvSpPr>
          <p:spPr>
            <a:xfrm>
              <a:off x="3032250" y="2835950"/>
              <a:ext cx="86325" cy="99825"/>
            </a:xfrm>
            <a:custGeom>
              <a:rect b="b" l="l" r="r" t="t"/>
              <a:pathLst>
                <a:path extrusionOk="0" h="3993" w="3453">
                  <a:moveTo>
                    <a:pt x="3453" y="0"/>
                  </a:moveTo>
                  <a:lnTo>
                    <a:pt x="0" y="2006"/>
                  </a:lnTo>
                  <a:lnTo>
                    <a:pt x="3453" y="3993"/>
                  </a:lnTo>
                  <a:lnTo>
                    <a:pt x="345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4" name="Google Shape;1424;p32"/>
            <p:cNvSpPr/>
            <p:nvPr/>
          </p:nvSpPr>
          <p:spPr>
            <a:xfrm>
              <a:off x="2917000" y="2835950"/>
              <a:ext cx="85850" cy="99825"/>
            </a:xfrm>
            <a:custGeom>
              <a:rect b="b" l="l" r="r" t="t"/>
              <a:pathLst>
                <a:path extrusionOk="0" h="3993" w="3434">
                  <a:moveTo>
                    <a:pt x="3434" y="0"/>
                  </a:moveTo>
                  <a:lnTo>
                    <a:pt x="1" y="2006"/>
                  </a:lnTo>
                  <a:lnTo>
                    <a:pt x="3434" y="3993"/>
                  </a:lnTo>
                  <a:lnTo>
                    <a:pt x="3434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5" name="Google Shape;1425;p32"/>
            <p:cNvSpPr/>
            <p:nvPr/>
          </p:nvSpPr>
          <p:spPr>
            <a:xfrm>
              <a:off x="2801300" y="2835950"/>
              <a:ext cx="86325" cy="99825"/>
            </a:xfrm>
            <a:custGeom>
              <a:rect b="b" l="l" r="r" t="t"/>
              <a:pathLst>
                <a:path extrusionOk="0" h="3993" w="3453">
                  <a:moveTo>
                    <a:pt x="3452" y="0"/>
                  </a:moveTo>
                  <a:lnTo>
                    <a:pt x="0" y="2006"/>
                  </a:lnTo>
                  <a:lnTo>
                    <a:pt x="3452" y="3993"/>
                  </a:lnTo>
                  <a:lnTo>
                    <a:pt x="345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6" name="Google Shape;1426;p32"/>
            <p:cNvSpPr/>
            <p:nvPr/>
          </p:nvSpPr>
          <p:spPr>
            <a:xfrm>
              <a:off x="2685575" y="2835950"/>
              <a:ext cx="86325" cy="99825"/>
            </a:xfrm>
            <a:custGeom>
              <a:rect b="b" l="l" r="r" t="t"/>
              <a:pathLst>
                <a:path extrusionOk="0" h="3993" w="3453">
                  <a:moveTo>
                    <a:pt x="3453" y="0"/>
                  </a:moveTo>
                  <a:lnTo>
                    <a:pt x="0" y="2006"/>
                  </a:lnTo>
                  <a:lnTo>
                    <a:pt x="3453" y="3993"/>
                  </a:lnTo>
                  <a:lnTo>
                    <a:pt x="345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427" name="Google Shape;1427;p32"/>
          <p:cNvGrpSpPr/>
          <p:nvPr/>
        </p:nvGrpSpPr>
        <p:grpSpPr>
          <a:xfrm>
            <a:off x="6492952" y="563770"/>
            <a:ext cx="1965289" cy="517060"/>
            <a:chOff x="3539975" y="3523525"/>
            <a:chExt cx="745925" cy="196250"/>
          </a:xfrm>
        </p:grpSpPr>
        <p:sp>
          <p:nvSpPr>
            <p:cNvPr id="1428" name="Google Shape;1428;p32"/>
            <p:cNvSpPr/>
            <p:nvPr/>
          </p:nvSpPr>
          <p:spPr>
            <a:xfrm>
              <a:off x="3539975" y="3523525"/>
              <a:ext cx="196250" cy="196250"/>
            </a:xfrm>
            <a:custGeom>
              <a:rect b="b" l="l" r="r" t="t"/>
              <a:pathLst>
                <a:path extrusionOk="0" fill="none" h="7850" w="785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9" name="Google Shape;1429;p32"/>
            <p:cNvSpPr/>
            <p:nvPr/>
          </p:nvSpPr>
          <p:spPr>
            <a:xfrm>
              <a:off x="3576625" y="3523525"/>
              <a:ext cx="196250" cy="196250"/>
            </a:xfrm>
            <a:custGeom>
              <a:rect b="b" l="l" r="r" t="t"/>
              <a:pathLst>
                <a:path extrusionOk="0" fill="none" h="7850" w="785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0" name="Google Shape;1430;p32"/>
            <p:cNvSpPr/>
            <p:nvPr/>
          </p:nvSpPr>
          <p:spPr>
            <a:xfrm>
              <a:off x="3613250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1" y="0"/>
                  </a:moveTo>
                  <a:lnTo>
                    <a:pt x="7851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1" name="Google Shape;1431;p32"/>
            <p:cNvSpPr/>
            <p:nvPr/>
          </p:nvSpPr>
          <p:spPr>
            <a:xfrm>
              <a:off x="3649900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1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2" name="Google Shape;1432;p32"/>
            <p:cNvSpPr/>
            <p:nvPr/>
          </p:nvSpPr>
          <p:spPr>
            <a:xfrm>
              <a:off x="3686550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3" name="Google Shape;1433;p32"/>
            <p:cNvSpPr/>
            <p:nvPr/>
          </p:nvSpPr>
          <p:spPr>
            <a:xfrm>
              <a:off x="3723200" y="3523525"/>
              <a:ext cx="196250" cy="196250"/>
            </a:xfrm>
            <a:custGeom>
              <a:rect b="b" l="l" r="r" t="t"/>
              <a:pathLst>
                <a:path extrusionOk="0" fill="none" h="7850" w="785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4" name="Google Shape;1434;p32"/>
            <p:cNvSpPr/>
            <p:nvPr/>
          </p:nvSpPr>
          <p:spPr>
            <a:xfrm>
              <a:off x="3759825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1" y="0"/>
                  </a:moveTo>
                  <a:lnTo>
                    <a:pt x="7851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5" name="Google Shape;1435;p32"/>
            <p:cNvSpPr/>
            <p:nvPr/>
          </p:nvSpPr>
          <p:spPr>
            <a:xfrm>
              <a:off x="3796475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1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6" name="Google Shape;1436;p32"/>
            <p:cNvSpPr/>
            <p:nvPr/>
          </p:nvSpPr>
          <p:spPr>
            <a:xfrm>
              <a:off x="3833125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1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7" name="Google Shape;1437;p32"/>
            <p:cNvSpPr/>
            <p:nvPr/>
          </p:nvSpPr>
          <p:spPr>
            <a:xfrm>
              <a:off x="3869775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8" name="Google Shape;1438;p32"/>
            <p:cNvSpPr/>
            <p:nvPr/>
          </p:nvSpPr>
          <p:spPr>
            <a:xfrm>
              <a:off x="3906425" y="3523525"/>
              <a:ext cx="196250" cy="196250"/>
            </a:xfrm>
            <a:custGeom>
              <a:rect b="b" l="l" r="r" t="t"/>
              <a:pathLst>
                <a:path extrusionOk="0" fill="none" h="7850" w="785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9" name="Google Shape;1439;p32"/>
            <p:cNvSpPr/>
            <p:nvPr/>
          </p:nvSpPr>
          <p:spPr>
            <a:xfrm>
              <a:off x="3943050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1" y="0"/>
                  </a:moveTo>
                  <a:lnTo>
                    <a:pt x="7851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0" name="Google Shape;1440;p32"/>
            <p:cNvSpPr/>
            <p:nvPr/>
          </p:nvSpPr>
          <p:spPr>
            <a:xfrm>
              <a:off x="3979700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1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1" name="Google Shape;1441;p32"/>
            <p:cNvSpPr/>
            <p:nvPr/>
          </p:nvSpPr>
          <p:spPr>
            <a:xfrm>
              <a:off x="4016350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1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2" name="Google Shape;1442;p32"/>
            <p:cNvSpPr/>
            <p:nvPr/>
          </p:nvSpPr>
          <p:spPr>
            <a:xfrm>
              <a:off x="4053000" y="3523525"/>
              <a:ext cx="196250" cy="196250"/>
            </a:xfrm>
            <a:custGeom>
              <a:rect b="b" l="l" r="r" t="t"/>
              <a:pathLst>
                <a:path extrusionOk="0" fill="none" h="7850" w="785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3" name="Google Shape;1443;p32"/>
            <p:cNvSpPr/>
            <p:nvPr/>
          </p:nvSpPr>
          <p:spPr>
            <a:xfrm>
              <a:off x="4089650" y="3523525"/>
              <a:ext cx="196250" cy="196250"/>
            </a:xfrm>
            <a:custGeom>
              <a:rect b="b" l="l" r="r" t="t"/>
              <a:pathLst>
                <a:path extrusionOk="0" fill="none" h="7850" w="785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44" name="Google Shape;1444;p32"/>
          <p:cNvSpPr/>
          <p:nvPr/>
        </p:nvSpPr>
        <p:spPr>
          <a:xfrm>
            <a:off x="6088025" y="3988210"/>
            <a:ext cx="555517" cy="554294"/>
          </a:xfrm>
          <a:custGeom>
            <a:rect b="b" l="l" r="r" t="t"/>
            <a:pathLst>
              <a:path extrusionOk="0" h="11337" w="11362">
                <a:moveTo>
                  <a:pt x="11362" y="5668"/>
                </a:moveTo>
                <a:cubicBezTo>
                  <a:pt x="11362" y="8798"/>
                  <a:pt x="8823" y="11337"/>
                  <a:pt x="5669" y="11337"/>
                </a:cubicBezTo>
                <a:cubicBezTo>
                  <a:pt x="2539" y="11337"/>
                  <a:pt x="1" y="8798"/>
                  <a:pt x="1" y="5668"/>
                </a:cubicBezTo>
                <a:cubicBezTo>
                  <a:pt x="1" y="2539"/>
                  <a:pt x="2539" y="0"/>
                  <a:pt x="5669" y="0"/>
                </a:cubicBezTo>
                <a:cubicBezTo>
                  <a:pt x="8823" y="0"/>
                  <a:pt x="11362" y="2539"/>
                  <a:pt x="11362" y="5668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1">
  <p:cSld name="CUSTOM_2_2">
    <p:spTree>
      <p:nvGrpSpPr>
        <p:cNvPr id="1445" name="Shape 1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46" name="Google Shape;1446;p33"/>
          <p:cNvPicPr preferRelativeResize="0"/>
          <p:nvPr/>
        </p:nvPicPr>
        <p:blipFill rotWithShape="1">
          <a:blip r:embed="rId2">
            <a:alphaModFix amt="60000"/>
          </a:blip>
          <a:srcRect b="0" l="40" r="30" t="0"/>
          <a:stretch/>
        </p:blipFill>
        <p:spPr>
          <a:xfrm flipH="1">
            <a:off x="0" y="1"/>
            <a:ext cx="9144002" cy="5143499"/>
          </a:xfrm>
          <a:prstGeom prst="rect">
            <a:avLst/>
          </a:prstGeom>
          <a:noFill/>
          <a:ln>
            <a:noFill/>
          </a:ln>
        </p:spPr>
      </p:pic>
      <p:sp>
        <p:nvSpPr>
          <p:cNvPr id="1447" name="Google Shape;1447;p33"/>
          <p:cNvSpPr txBox="1"/>
          <p:nvPr>
            <p:ph type="title"/>
          </p:nvPr>
        </p:nvSpPr>
        <p:spPr>
          <a:xfrm>
            <a:off x="4963975" y="1838875"/>
            <a:ext cx="3396300" cy="3717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9pPr>
          </a:lstStyle>
          <a:p/>
        </p:txBody>
      </p:sp>
      <p:sp>
        <p:nvSpPr>
          <p:cNvPr id="1448" name="Google Shape;1448;p33"/>
          <p:cNvSpPr txBox="1"/>
          <p:nvPr>
            <p:ph idx="1" type="subTitle"/>
          </p:nvPr>
        </p:nvSpPr>
        <p:spPr>
          <a:xfrm>
            <a:off x="4963950" y="2332050"/>
            <a:ext cx="3396300" cy="118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1449" name="Google Shape;1449;p33"/>
          <p:cNvGrpSpPr/>
          <p:nvPr/>
        </p:nvGrpSpPr>
        <p:grpSpPr>
          <a:xfrm>
            <a:off x="391864" y="3545270"/>
            <a:ext cx="289170" cy="284718"/>
            <a:chOff x="426000" y="3302025"/>
            <a:chExt cx="220875" cy="217475"/>
          </a:xfrm>
        </p:grpSpPr>
        <p:sp>
          <p:nvSpPr>
            <p:cNvPr id="1450" name="Google Shape;1450;p33"/>
            <p:cNvSpPr/>
            <p:nvPr/>
          </p:nvSpPr>
          <p:spPr>
            <a:xfrm>
              <a:off x="426000" y="3425950"/>
              <a:ext cx="214125" cy="93550"/>
            </a:xfrm>
            <a:custGeom>
              <a:rect b="b" l="l" r="r" t="t"/>
              <a:pathLst>
                <a:path extrusionOk="0" h="3742" w="8565">
                  <a:moveTo>
                    <a:pt x="1" y="0"/>
                  </a:moveTo>
                  <a:cubicBezTo>
                    <a:pt x="290" y="2141"/>
                    <a:pt x="2122" y="3742"/>
                    <a:pt x="4283" y="3742"/>
                  </a:cubicBezTo>
                  <a:cubicBezTo>
                    <a:pt x="6443" y="3742"/>
                    <a:pt x="8275" y="2141"/>
                    <a:pt x="856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1" name="Google Shape;1451;p33"/>
            <p:cNvSpPr/>
            <p:nvPr/>
          </p:nvSpPr>
          <p:spPr>
            <a:xfrm>
              <a:off x="432750" y="3302025"/>
              <a:ext cx="214125" cy="94050"/>
            </a:xfrm>
            <a:custGeom>
              <a:rect b="b" l="l" r="r" t="t"/>
              <a:pathLst>
                <a:path extrusionOk="0" h="3762" w="8565">
                  <a:moveTo>
                    <a:pt x="1" y="0"/>
                  </a:moveTo>
                  <a:cubicBezTo>
                    <a:pt x="271" y="2141"/>
                    <a:pt x="2103" y="3761"/>
                    <a:pt x="4283" y="3761"/>
                  </a:cubicBezTo>
                  <a:cubicBezTo>
                    <a:pt x="6443" y="3761"/>
                    <a:pt x="8275" y="2141"/>
                    <a:pt x="856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452" name="Google Shape;1452;p33"/>
          <p:cNvGrpSpPr/>
          <p:nvPr/>
        </p:nvGrpSpPr>
        <p:grpSpPr>
          <a:xfrm>
            <a:off x="357713" y="905775"/>
            <a:ext cx="357454" cy="956304"/>
            <a:chOff x="357713" y="600975"/>
            <a:chExt cx="357454" cy="956304"/>
          </a:xfrm>
        </p:grpSpPr>
        <p:sp>
          <p:nvSpPr>
            <p:cNvPr id="1453" name="Google Shape;1453;p33"/>
            <p:cNvSpPr/>
            <p:nvPr/>
          </p:nvSpPr>
          <p:spPr>
            <a:xfrm>
              <a:off x="357713" y="600975"/>
              <a:ext cx="357454" cy="357454"/>
            </a:xfrm>
            <a:custGeom>
              <a:rect b="b" l="l" r="r" t="t"/>
              <a:pathLst>
                <a:path extrusionOk="0" fill="none" h="6539" w="6539">
                  <a:moveTo>
                    <a:pt x="3954" y="367"/>
                  </a:moveTo>
                  <a:cubicBezTo>
                    <a:pt x="5535" y="752"/>
                    <a:pt x="6538" y="2353"/>
                    <a:pt x="6152" y="3954"/>
                  </a:cubicBezTo>
                  <a:cubicBezTo>
                    <a:pt x="5767" y="5535"/>
                    <a:pt x="4166" y="6538"/>
                    <a:pt x="2584" y="6153"/>
                  </a:cubicBezTo>
                  <a:cubicBezTo>
                    <a:pt x="984" y="5767"/>
                    <a:pt x="0" y="4166"/>
                    <a:pt x="366" y="2585"/>
                  </a:cubicBezTo>
                  <a:cubicBezTo>
                    <a:pt x="752" y="984"/>
                    <a:pt x="2353" y="0"/>
                    <a:pt x="3954" y="367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4" name="Google Shape;1454;p33"/>
            <p:cNvSpPr/>
            <p:nvPr/>
          </p:nvSpPr>
          <p:spPr>
            <a:xfrm>
              <a:off x="374549" y="819196"/>
              <a:ext cx="324765" cy="324765"/>
            </a:xfrm>
            <a:custGeom>
              <a:rect b="b" l="l" r="r" t="t"/>
              <a:pathLst>
                <a:path extrusionOk="0" fill="none" h="5941" w="5941">
                  <a:moveTo>
                    <a:pt x="5941" y="2971"/>
                  </a:moveTo>
                  <a:cubicBezTo>
                    <a:pt x="5941" y="4610"/>
                    <a:pt x="4610" y="5941"/>
                    <a:pt x="2971" y="5941"/>
                  </a:cubicBezTo>
                  <a:cubicBezTo>
                    <a:pt x="1331" y="5941"/>
                    <a:pt x="1" y="4610"/>
                    <a:pt x="1" y="2971"/>
                  </a:cubicBezTo>
                  <a:cubicBezTo>
                    <a:pt x="1" y="1331"/>
                    <a:pt x="1331" y="1"/>
                    <a:pt x="2971" y="1"/>
                  </a:cubicBezTo>
                  <a:cubicBezTo>
                    <a:pt x="4610" y="1"/>
                    <a:pt x="5941" y="1331"/>
                    <a:pt x="5941" y="2971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5" name="Google Shape;1455;p33"/>
            <p:cNvSpPr/>
            <p:nvPr/>
          </p:nvSpPr>
          <p:spPr>
            <a:xfrm>
              <a:off x="357713" y="997347"/>
              <a:ext cx="357454" cy="357509"/>
            </a:xfrm>
            <a:custGeom>
              <a:rect b="b" l="l" r="r" t="t"/>
              <a:pathLst>
                <a:path extrusionOk="0" fill="none" h="6540" w="6539">
                  <a:moveTo>
                    <a:pt x="3954" y="387"/>
                  </a:moveTo>
                  <a:cubicBezTo>
                    <a:pt x="5555" y="753"/>
                    <a:pt x="6538" y="2354"/>
                    <a:pt x="6152" y="3955"/>
                  </a:cubicBezTo>
                  <a:cubicBezTo>
                    <a:pt x="5767" y="5556"/>
                    <a:pt x="4166" y="6539"/>
                    <a:pt x="2584" y="6153"/>
                  </a:cubicBezTo>
                  <a:cubicBezTo>
                    <a:pt x="984" y="5787"/>
                    <a:pt x="0" y="4186"/>
                    <a:pt x="366" y="2585"/>
                  </a:cubicBezTo>
                  <a:cubicBezTo>
                    <a:pt x="752" y="985"/>
                    <a:pt x="2353" y="1"/>
                    <a:pt x="3954" y="387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6" name="Google Shape;1456;p33"/>
            <p:cNvSpPr/>
            <p:nvPr/>
          </p:nvSpPr>
          <p:spPr>
            <a:xfrm>
              <a:off x="358751" y="1200863"/>
              <a:ext cx="356416" cy="356416"/>
            </a:xfrm>
            <a:custGeom>
              <a:rect b="b" l="l" r="r" t="t"/>
              <a:pathLst>
                <a:path extrusionOk="0" fill="none" h="6520" w="6520">
                  <a:moveTo>
                    <a:pt x="5362" y="1158"/>
                  </a:moveTo>
                  <a:cubicBezTo>
                    <a:pt x="6519" y="2315"/>
                    <a:pt x="6519" y="4186"/>
                    <a:pt x="5362" y="5343"/>
                  </a:cubicBezTo>
                  <a:cubicBezTo>
                    <a:pt x="4186" y="6519"/>
                    <a:pt x="2315" y="6519"/>
                    <a:pt x="1157" y="5343"/>
                  </a:cubicBezTo>
                  <a:cubicBezTo>
                    <a:pt x="0" y="4186"/>
                    <a:pt x="0" y="2315"/>
                    <a:pt x="1157" y="1158"/>
                  </a:cubicBezTo>
                  <a:cubicBezTo>
                    <a:pt x="2315" y="0"/>
                    <a:pt x="4186" y="0"/>
                    <a:pt x="5362" y="1158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457" name="Google Shape;1457;p33"/>
          <p:cNvGrpSpPr/>
          <p:nvPr/>
        </p:nvGrpSpPr>
        <p:grpSpPr>
          <a:xfrm>
            <a:off x="5258308" y="722871"/>
            <a:ext cx="793256" cy="182899"/>
            <a:chOff x="2685575" y="2835950"/>
            <a:chExt cx="433000" cy="99825"/>
          </a:xfrm>
        </p:grpSpPr>
        <p:sp>
          <p:nvSpPr>
            <p:cNvPr id="1458" name="Google Shape;1458;p33"/>
            <p:cNvSpPr/>
            <p:nvPr/>
          </p:nvSpPr>
          <p:spPr>
            <a:xfrm>
              <a:off x="3032250" y="2835950"/>
              <a:ext cx="86325" cy="99825"/>
            </a:xfrm>
            <a:custGeom>
              <a:rect b="b" l="l" r="r" t="t"/>
              <a:pathLst>
                <a:path extrusionOk="0" h="3993" w="3453">
                  <a:moveTo>
                    <a:pt x="3453" y="0"/>
                  </a:moveTo>
                  <a:lnTo>
                    <a:pt x="0" y="2006"/>
                  </a:lnTo>
                  <a:lnTo>
                    <a:pt x="3453" y="3993"/>
                  </a:lnTo>
                  <a:lnTo>
                    <a:pt x="3453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9" name="Google Shape;1459;p33"/>
            <p:cNvSpPr/>
            <p:nvPr/>
          </p:nvSpPr>
          <p:spPr>
            <a:xfrm>
              <a:off x="2917000" y="2835950"/>
              <a:ext cx="85850" cy="99825"/>
            </a:xfrm>
            <a:custGeom>
              <a:rect b="b" l="l" r="r" t="t"/>
              <a:pathLst>
                <a:path extrusionOk="0" h="3993" w="3434">
                  <a:moveTo>
                    <a:pt x="3434" y="0"/>
                  </a:moveTo>
                  <a:lnTo>
                    <a:pt x="1" y="2006"/>
                  </a:lnTo>
                  <a:lnTo>
                    <a:pt x="3434" y="3993"/>
                  </a:lnTo>
                  <a:lnTo>
                    <a:pt x="3434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0" name="Google Shape;1460;p33"/>
            <p:cNvSpPr/>
            <p:nvPr/>
          </p:nvSpPr>
          <p:spPr>
            <a:xfrm>
              <a:off x="2801300" y="2835950"/>
              <a:ext cx="86325" cy="99825"/>
            </a:xfrm>
            <a:custGeom>
              <a:rect b="b" l="l" r="r" t="t"/>
              <a:pathLst>
                <a:path extrusionOk="0" h="3993" w="3453">
                  <a:moveTo>
                    <a:pt x="3452" y="0"/>
                  </a:moveTo>
                  <a:lnTo>
                    <a:pt x="0" y="2006"/>
                  </a:lnTo>
                  <a:lnTo>
                    <a:pt x="3452" y="3993"/>
                  </a:lnTo>
                  <a:lnTo>
                    <a:pt x="3452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1" name="Google Shape;1461;p33"/>
            <p:cNvSpPr/>
            <p:nvPr/>
          </p:nvSpPr>
          <p:spPr>
            <a:xfrm>
              <a:off x="2685575" y="2835950"/>
              <a:ext cx="86325" cy="99825"/>
            </a:xfrm>
            <a:custGeom>
              <a:rect b="b" l="l" r="r" t="t"/>
              <a:pathLst>
                <a:path extrusionOk="0" h="3993" w="3453">
                  <a:moveTo>
                    <a:pt x="3453" y="0"/>
                  </a:moveTo>
                  <a:lnTo>
                    <a:pt x="0" y="2006"/>
                  </a:lnTo>
                  <a:lnTo>
                    <a:pt x="3453" y="3993"/>
                  </a:lnTo>
                  <a:lnTo>
                    <a:pt x="3453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462" name="Google Shape;1462;p33"/>
          <p:cNvGrpSpPr/>
          <p:nvPr/>
        </p:nvGrpSpPr>
        <p:grpSpPr>
          <a:xfrm>
            <a:off x="1587414" y="-1495728"/>
            <a:ext cx="2019176" cy="2019176"/>
            <a:chOff x="1943325" y="-220375"/>
            <a:chExt cx="1298672" cy="1298672"/>
          </a:xfrm>
        </p:grpSpPr>
        <p:sp>
          <p:nvSpPr>
            <p:cNvPr id="1463" name="Google Shape;1463;p33"/>
            <p:cNvSpPr/>
            <p:nvPr/>
          </p:nvSpPr>
          <p:spPr>
            <a:xfrm>
              <a:off x="2582255" y="-220375"/>
              <a:ext cx="49" cy="460871"/>
            </a:xfrm>
            <a:custGeom>
              <a:rect b="b" l="l" r="r" t="t"/>
              <a:pathLst>
                <a:path extrusionOk="0" fill="none" h="9432" w="1">
                  <a:moveTo>
                    <a:pt x="0" y="0"/>
                  </a:moveTo>
                  <a:lnTo>
                    <a:pt x="0" y="9431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4" name="Google Shape;1464;p33"/>
            <p:cNvSpPr/>
            <p:nvPr/>
          </p:nvSpPr>
          <p:spPr>
            <a:xfrm>
              <a:off x="2414509" y="-195895"/>
              <a:ext cx="118785" cy="444844"/>
            </a:xfrm>
            <a:custGeom>
              <a:rect b="b" l="l" r="r" t="t"/>
              <a:pathLst>
                <a:path extrusionOk="0" fill="none" h="9104" w="2431">
                  <a:moveTo>
                    <a:pt x="0" y="1"/>
                  </a:moveTo>
                  <a:lnTo>
                    <a:pt x="2431" y="9104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5" name="Google Shape;1465;p33"/>
            <p:cNvSpPr/>
            <p:nvPr/>
          </p:nvSpPr>
          <p:spPr>
            <a:xfrm>
              <a:off x="2259027" y="-128024"/>
              <a:ext cx="229996" cy="398669"/>
            </a:xfrm>
            <a:custGeom>
              <a:rect b="b" l="l" r="r" t="t"/>
              <a:pathLst>
                <a:path extrusionOk="0" fill="none" h="8159" w="4707">
                  <a:moveTo>
                    <a:pt x="0" y="0"/>
                  </a:moveTo>
                  <a:lnTo>
                    <a:pt x="4706" y="8158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6" name="Google Shape;1466;p33"/>
            <p:cNvSpPr/>
            <p:nvPr/>
          </p:nvSpPr>
          <p:spPr>
            <a:xfrm>
              <a:off x="2126121" y="-22481"/>
              <a:ext cx="325180" cy="325180"/>
            </a:xfrm>
            <a:custGeom>
              <a:rect b="b" l="l" r="r" t="t"/>
              <a:pathLst>
                <a:path extrusionOk="0" fill="none" h="6655" w="6655">
                  <a:moveTo>
                    <a:pt x="1" y="0"/>
                  </a:moveTo>
                  <a:lnTo>
                    <a:pt x="6655" y="6654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7" name="Google Shape;1467;p33"/>
            <p:cNvSpPr/>
            <p:nvPr/>
          </p:nvSpPr>
          <p:spPr>
            <a:xfrm>
              <a:off x="2025317" y="113211"/>
              <a:ext cx="398669" cy="230924"/>
            </a:xfrm>
            <a:custGeom>
              <a:rect b="b" l="l" r="r" t="t"/>
              <a:pathLst>
                <a:path extrusionOk="0" fill="none" h="4726" w="8159">
                  <a:moveTo>
                    <a:pt x="0" y="1"/>
                  </a:moveTo>
                  <a:lnTo>
                    <a:pt x="8158" y="4726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8" name="Google Shape;1468;p33"/>
            <p:cNvSpPr/>
            <p:nvPr/>
          </p:nvSpPr>
          <p:spPr>
            <a:xfrm>
              <a:off x="1963114" y="270598"/>
              <a:ext cx="444844" cy="119713"/>
            </a:xfrm>
            <a:custGeom>
              <a:rect b="b" l="l" r="r" t="t"/>
              <a:pathLst>
                <a:path extrusionOk="0" fill="none" h="2450" w="9104">
                  <a:moveTo>
                    <a:pt x="0" y="0"/>
                  </a:moveTo>
                  <a:lnTo>
                    <a:pt x="9103" y="24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9" name="Google Shape;1469;p33"/>
            <p:cNvSpPr/>
            <p:nvPr/>
          </p:nvSpPr>
          <p:spPr>
            <a:xfrm>
              <a:off x="1943325" y="439273"/>
              <a:ext cx="460871" cy="49"/>
            </a:xfrm>
            <a:custGeom>
              <a:rect b="b" l="l" r="r" t="t"/>
              <a:pathLst>
                <a:path extrusionOk="0" fill="none" h="1" w="9432">
                  <a:moveTo>
                    <a:pt x="0" y="1"/>
                  </a:moveTo>
                  <a:lnTo>
                    <a:pt x="9431" y="1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0" name="Google Shape;1470;p33"/>
            <p:cNvSpPr/>
            <p:nvPr/>
          </p:nvSpPr>
          <p:spPr>
            <a:xfrm>
              <a:off x="1967805" y="487354"/>
              <a:ext cx="445821" cy="119713"/>
            </a:xfrm>
            <a:custGeom>
              <a:rect b="b" l="l" r="r" t="t"/>
              <a:pathLst>
                <a:path extrusionOk="0" fill="none" h="2450" w="9124">
                  <a:moveTo>
                    <a:pt x="1" y="2450"/>
                  </a:moveTo>
                  <a:lnTo>
                    <a:pt x="9123" y="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1" name="Google Shape;1471;p33"/>
            <p:cNvSpPr/>
            <p:nvPr/>
          </p:nvSpPr>
          <p:spPr>
            <a:xfrm>
              <a:off x="2035676" y="532600"/>
              <a:ext cx="398669" cy="229996"/>
            </a:xfrm>
            <a:custGeom>
              <a:rect b="b" l="l" r="r" t="t"/>
              <a:pathLst>
                <a:path extrusionOk="0" fill="none" h="4707" w="8159">
                  <a:moveTo>
                    <a:pt x="0" y="4706"/>
                  </a:moveTo>
                  <a:lnTo>
                    <a:pt x="8158" y="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2" name="Google Shape;1472;p33"/>
            <p:cNvSpPr/>
            <p:nvPr/>
          </p:nvSpPr>
          <p:spPr>
            <a:xfrm>
              <a:off x="2141219" y="569345"/>
              <a:ext cx="326108" cy="326108"/>
            </a:xfrm>
            <a:custGeom>
              <a:rect b="b" l="l" r="r" t="t"/>
              <a:pathLst>
                <a:path extrusionOk="0" fill="none" h="6674" w="6674">
                  <a:moveTo>
                    <a:pt x="0" y="6674"/>
                  </a:moveTo>
                  <a:lnTo>
                    <a:pt x="6673" y="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3" name="Google Shape;1473;p33"/>
            <p:cNvSpPr/>
            <p:nvPr/>
          </p:nvSpPr>
          <p:spPr>
            <a:xfrm>
              <a:off x="2277840" y="597588"/>
              <a:ext cx="229996" cy="398718"/>
            </a:xfrm>
            <a:custGeom>
              <a:rect b="b" l="l" r="r" t="t"/>
              <a:pathLst>
                <a:path extrusionOk="0" fill="none" h="8160" w="4707">
                  <a:moveTo>
                    <a:pt x="1" y="8159"/>
                  </a:moveTo>
                  <a:lnTo>
                    <a:pt x="4707" y="1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4" name="Google Shape;1474;p33"/>
            <p:cNvSpPr/>
            <p:nvPr/>
          </p:nvSpPr>
          <p:spPr>
            <a:xfrm>
              <a:off x="2435227" y="613615"/>
              <a:ext cx="118785" cy="444893"/>
            </a:xfrm>
            <a:custGeom>
              <a:rect b="b" l="l" r="r" t="t"/>
              <a:pathLst>
                <a:path extrusionOk="0" fill="none" h="9105" w="2431">
                  <a:moveTo>
                    <a:pt x="1" y="9104"/>
                  </a:moveTo>
                  <a:lnTo>
                    <a:pt x="2431" y="1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5" name="Google Shape;1475;p33"/>
            <p:cNvSpPr/>
            <p:nvPr/>
          </p:nvSpPr>
          <p:spPr>
            <a:xfrm>
              <a:off x="2602973" y="617377"/>
              <a:ext cx="49" cy="460920"/>
            </a:xfrm>
            <a:custGeom>
              <a:rect b="b" l="l" r="r" t="t"/>
              <a:pathLst>
                <a:path extrusionOk="0" fill="none" h="9433" w="1">
                  <a:moveTo>
                    <a:pt x="1" y="9432"/>
                  </a:moveTo>
                  <a:lnTo>
                    <a:pt x="1" y="1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6" name="Google Shape;1476;p33"/>
            <p:cNvSpPr/>
            <p:nvPr/>
          </p:nvSpPr>
          <p:spPr>
            <a:xfrm>
              <a:off x="2651982" y="607996"/>
              <a:ext cx="118785" cy="444844"/>
            </a:xfrm>
            <a:custGeom>
              <a:rect b="b" l="l" r="r" t="t"/>
              <a:pathLst>
                <a:path extrusionOk="0" fill="none" h="9104" w="2431">
                  <a:moveTo>
                    <a:pt x="2431" y="9103"/>
                  </a:moveTo>
                  <a:lnTo>
                    <a:pt x="1" y="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7" name="Google Shape;1477;p33"/>
            <p:cNvSpPr/>
            <p:nvPr/>
          </p:nvSpPr>
          <p:spPr>
            <a:xfrm>
              <a:off x="2696300" y="586301"/>
              <a:ext cx="229996" cy="398669"/>
            </a:xfrm>
            <a:custGeom>
              <a:rect b="b" l="l" r="r" t="t"/>
              <a:pathLst>
                <a:path extrusionOk="0" fill="none" h="8159" w="4707">
                  <a:moveTo>
                    <a:pt x="4706" y="8159"/>
                  </a:moveTo>
                  <a:lnTo>
                    <a:pt x="0" y="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8" name="Google Shape;1478;p33"/>
            <p:cNvSpPr/>
            <p:nvPr/>
          </p:nvSpPr>
          <p:spPr>
            <a:xfrm>
              <a:off x="2733974" y="554247"/>
              <a:ext cx="325180" cy="326108"/>
            </a:xfrm>
            <a:custGeom>
              <a:rect b="b" l="l" r="r" t="t"/>
              <a:pathLst>
                <a:path extrusionOk="0" fill="none" h="6674" w="6655">
                  <a:moveTo>
                    <a:pt x="6655" y="6674"/>
                  </a:moveTo>
                  <a:lnTo>
                    <a:pt x="1" y="1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9" name="Google Shape;1479;p33"/>
            <p:cNvSpPr/>
            <p:nvPr/>
          </p:nvSpPr>
          <p:spPr>
            <a:xfrm>
              <a:off x="2761288" y="513739"/>
              <a:ext cx="398718" cy="229996"/>
            </a:xfrm>
            <a:custGeom>
              <a:rect b="b" l="l" r="r" t="t"/>
              <a:pathLst>
                <a:path extrusionOk="0" fill="none" h="4707" w="8160">
                  <a:moveTo>
                    <a:pt x="8159" y="4706"/>
                  </a:moveTo>
                  <a:lnTo>
                    <a:pt x="1" y="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0" name="Google Shape;1480;p33"/>
            <p:cNvSpPr/>
            <p:nvPr/>
          </p:nvSpPr>
          <p:spPr>
            <a:xfrm>
              <a:off x="2777315" y="466636"/>
              <a:ext cx="444893" cy="119713"/>
            </a:xfrm>
            <a:custGeom>
              <a:rect b="b" l="l" r="r" t="t"/>
              <a:pathLst>
                <a:path extrusionOk="0" fill="none" h="2450" w="9105">
                  <a:moveTo>
                    <a:pt x="9104" y="2449"/>
                  </a:moveTo>
                  <a:lnTo>
                    <a:pt x="1" y="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1" name="Google Shape;1481;p33"/>
            <p:cNvSpPr/>
            <p:nvPr/>
          </p:nvSpPr>
          <p:spPr>
            <a:xfrm>
              <a:off x="2781077" y="417626"/>
              <a:ext cx="460920" cy="49"/>
            </a:xfrm>
            <a:custGeom>
              <a:rect b="b" l="l" r="r" t="t"/>
              <a:pathLst>
                <a:path extrusionOk="0" fill="none" h="1" w="9433">
                  <a:moveTo>
                    <a:pt x="9432" y="0"/>
                  </a:moveTo>
                  <a:lnTo>
                    <a:pt x="1" y="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2" name="Google Shape;1482;p33"/>
            <p:cNvSpPr/>
            <p:nvPr/>
          </p:nvSpPr>
          <p:spPr>
            <a:xfrm>
              <a:off x="2771696" y="249880"/>
              <a:ext cx="444844" cy="119713"/>
            </a:xfrm>
            <a:custGeom>
              <a:rect b="b" l="l" r="r" t="t"/>
              <a:pathLst>
                <a:path extrusionOk="0" fill="none" h="2450" w="9104">
                  <a:moveTo>
                    <a:pt x="9103" y="0"/>
                  </a:moveTo>
                  <a:lnTo>
                    <a:pt x="0" y="24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3" name="Google Shape;1483;p33"/>
            <p:cNvSpPr/>
            <p:nvPr/>
          </p:nvSpPr>
          <p:spPr>
            <a:xfrm>
              <a:off x="2750929" y="94350"/>
              <a:ext cx="398718" cy="230973"/>
            </a:xfrm>
            <a:custGeom>
              <a:rect b="b" l="l" r="r" t="t"/>
              <a:pathLst>
                <a:path extrusionOk="0" fill="none" h="4727" w="8160">
                  <a:moveTo>
                    <a:pt x="8159" y="1"/>
                  </a:moveTo>
                  <a:lnTo>
                    <a:pt x="1" y="4726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4" name="Google Shape;1484;p33"/>
            <p:cNvSpPr/>
            <p:nvPr/>
          </p:nvSpPr>
          <p:spPr>
            <a:xfrm>
              <a:off x="2717947" y="-38508"/>
              <a:ext cx="326108" cy="326108"/>
            </a:xfrm>
            <a:custGeom>
              <a:rect b="b" l="l" r="r" t="t"/>
              <a:pathLst>
                <a:path extrusionOk="0" fill="none" h="6674" w="6674">
                  <a:moveTo>
                    <a:pt x="6674" y="0"/>
                  </a:moveTo>
                  <a:lnTo>
                    <a:pt x="1" y="6674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5" name="Google Shape;1485;p33"/>
            <p:cNvSpPr/>
            <p:nvPr/>
          </p:nvSpPr>
          <p:spPr>
            <a:xfrm>
              <a:off x="2677439" y="-139361"/>
              <a:ext cx="229996" cy="399646"/>
            </a:xfrm>
            <a:custGeom>
              <a:rect b="b" l="l" r="r" t="t"/>
              <a:pathLst>
                <a:path extrusionOk="0" fill="none" h="8179" w="4707">
                  <a:moveTo>
                    <a:pt x="4706" y="1"/>
                  </a:moveTo>
                  <a:lnTo>
                    <a:pt x="0" y="8178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6" name="Google Shape;1486;p33"/>
            <p:cNvSpPr/>
            <p:nvPr/>
          </p:nvSpPr>
          <p:spPr>
            <a:xfrm>
              <a:off x="2631264" y="-201563"/>
              <a:ext cx="118785" cy="444893"/>
            </a:xfrm>
            <a:custGeom>
              <a:rect b="b" l="l" r="r" t="t"/>
              <a:pathLst>
                <a:path extrusionOk="0" fill="none" h="9105" w="2431">
                  <a:moveTo>
                    <a:pt x="2430" y="1"/>
                  </a:moveTo>
                  <a:lnTo>
                    <a:pt x="0" y="9104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7" name="Google Shape;1487;p33"/>
            <p:cNvSpPr/>
            <p:nvPr/>
          </p:nvSpPr>
          <p:spPr>
            <a:xfrm>
              <a:off x="2607712" y="-215684"/>
              <a:ext cx="62251" cy="456180"/>
            </a:xfrm>
            <a:custGeom>
              <a:rect b="b" l="l" r="r" t="t"/>
              <a:pathLst>
                <a:path extrusionOk="0" fill="none" h="9336" w="1274">
                  <a:moveTo>
                    <a:pt x="1273" y="0"/>
                  </a:moveTo>
                  <a:lnTo>
                    <a:pt x="0" y="9335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8" name="Google Shape;1488;p33"/>
            <p:cNvSpPr/>
            <p:nvPr/>
          </p:nvSpPr>
          <p:spPr>
            <a:xfrm>
              <a:off x="2500263" y="-213779"/>
              <a:ext cx="57511" cy="457109"/>
            </a:xfrm>
            <a:custGeom>
              <a:rect b="b" l="l" r="r" t="t"/>
              <a:pathLst>
                <a:path extrusionOk="0" fill="none" h="9355" w="1177">
                  <a:moveTo>
                    <a:pt x="1" y="0"/>
                  </a:moveTo>
                  <a:lnTo>
                    <a:pt x="1177" y="9354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9" name="Google Shape;1489;p33"/>
            <p:cNvSpPr/>
            <p:nvPr/>
          </p:nvSpPr>
          <p:spPr>
            <a:xfrm>
              <a:off x="2337208" y="-168580"/>
              <a:ext cx="174390" cy="426961"/>
            </a:xfrm>
            <a:custGeom>
              <a:rect b="b" l="l" r="r" t="t"/>
              <a:pathLst>
                <a:path extrusionOk="0" fill="none" h="8738" w="3569">
                  <a:moveTo>
                    <a:pt x="1" y="1"/>
                  </a:moveTo>
                  <a:lnTo>
                    <a:pt x="3569" y="8738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0" name="Google Shape;1490;p33"/>
            <p:cNvSpPr/>
            <p:nvPr/>
          </p:nvSpPr>
          <p:spPr>
            <a:xfrm>
              <a:off x="2191157" y="-81849"/>
              <a:ext cx="279005" cy="366615"/>
            </a:xfrm>
            <a:custGeom>
              <a:rect b="b" l="l" r="r" t="t"/>
              <a:pathLst>
                <a:path extrusionOk="0" fill="none" h="7503" w="5710">
                  <a:moveTo>
                    <a:pt x="0" y="0"/>
                  </a:moveTo>
                  <a:lnTo>
                    <a:pt x="5709" y="7503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1" name="Google Shape;1491;p33"/>
            <p:cNvSpPr/>
            <p:nvPr/>
          </p:nvSpPr>
          <p:spPr>
            <a:xfrm>
              <a:off x="2072420" y="39722"/>
              <a:ext cx="364759" cy="281790"/>
            </a:xfrm>
            <a:custGeom>
              <a:rect b="b" l="l" r="r" t="t"/>
              <a:pathLst>
                <a:path extrusionOk="0" fill="none" h="5767" w="7465">
                  <a:moveTo>
                    <a:pt x="0" y="0"/>
                  </a:moveTo>
                  <a:lnTo>
                    <a:pt x="7464" y="5767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2" name="Google Shape;1492;p33"/>
            <p:cNvSpPr/>
            <p:nvPr/>
          </p:nvSpPr>
          <p:spPr>
            <a:xfrm>
              <a:off x="1989500" y="187678"/>
              <a:ext cx="425055" cy="178153"/>
            </a:xfrm>
            <a:custGeom>
              <a:rect b="b" l="l" r="r" t="t"/>
              <a:pathLst>
                <a:path extrusionOk="0" fill="none" h="3646" w="8699">
                  <a:moveTo>
                    <a:pt x="0" y="0"/>
                  </a:moveTo>
                  <a:lnTo>
                    <a:pt x="8698" y="3645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3" name="Google Shape;1493;p33"/>
            <p:cNvSpPr/>
            <p:nvPr/>
          </p:nvSpPr>
          <p:spPr>
            <a:xfrm>
              <a:off x="1948016" y="351662"/>
              <a:ext cx="456180" cy="62251"/>
            </a:xfrm>
            <a:custGeom>
              <a:rect b="b" l="l" r="r" t="t"/>
              <a:pathLst>
                <a:path extrusionOk="0" fill="none" h="1274" w="9336">
                  <a:moveTo>
                    <a:pt x="1" y="0"/>
                  </a:moveTo>
                  <a:lnTo>
                    <a:pt x="9335" y="1273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4" name="Google Shape;1494;p33"/>
            <p:cNvSpPr/>
            <p:nvPr/>
          </p:nvSpPr>
          <p:spPr>
            <a:xfrm>
              <a:off x="1949921" y="462824"/>
              <a:ext cx="457109" cy="58488"/>
            </a:xfrm>
            <a:custGeom>
              <a:rect b="b" l="l" r="r" t="t"/>
              <a:pathLst>
                <a:path extrusionOk="0" fill="none" h="1197" w="9355">
                  <a:moveTo>
                    <a:pt x="0" y="1197"/>
                  </a:moveTo>
                  <a:lnTo>
                    <a:pt x="9354" y="1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5" name="Google Shape;1495;p33"/>
            <p:cNvSpPr/>
            <p:nvPr/>
          </p:nvSpPr>
          <p:spPr>
            <a:xfrm>
              <a:off x="1996097" y="509977"/>
              <a:ext cx="425983" cy="174390"/>
            </a:xfrm>
            <a:custGeom>
              <a:rect b="b" l="l" r="r" t="t"/>
              <a:pathLst>
                <a:path extrusionOk="0" fill="none" h="3569" w="8718">
                  <a:moveTo>
                    <a:pt x="0" y="3568"/>
                  </a:moveTo>
                  <a:lnTo>
                    <a:pt x="8718" y="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6" name="Google Shape;1496;p33"/>
            <p:cNvSpPr/>
            <p:nvPr/>
          </p:nvSpPr>
          <p:spPr>
            <a:xfrm>
              <a:off x="2081851" y="551413"/>
              <a:ext cx="367593" cy="279005"/>
            </a:xfrm>
            <a:custGeom>
              <a:rect b="b" l="l" r="r" t="t"/>
              <a:pathLst>
                <a:path extrusionOk="0" fill="none" h="5710" w="7523">
                  <a:moveTo>
                    <a:pt x="0" y="5710"/>
                  </a:moveTo>
                  <a:lnTo>
                    <a:pt x="7522" y="1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7" name="Google Shape;1497;p33"/>
            <p:cNvSpPr/>
            <p:nvPr/>
          </p:nvSpPr>
          <p:spPr>
            <a:xfrm>
              <a:off x="2203422" y="584395"/>
              <a:ext cx="281790" cy="363830"/>
            </a:xfrm>
            <a:custGeom>
              <a:rect b="b" l="l" r="r" t="t"/>
              <a:pathLst>
                <a:path extrusionOk="0" fill="none" h="7446" w="5767">
                  <a:moveTo>
                    <a:pt x="0" y="7446"/>
                  </a:moveTo>
                  <a:lnTo>
                    <a:pt x="5767" y="1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8" name="Google Shape;1498;p33"/>
            <p:cNvSpPr/>
            <p:nvPr/>
          </p:nvSpPr>
          <p:spPr>
            <a:xfrm>
              <a:off x="2351378" y="607018"/>
              <a:ext cx="178153" cy="424126"/>
            </a:xfrm>
            <a:custGeom>
              <a:rect b="b" l="l" r="r" t="t"/>
              <a:pathLst>
                <a:path extrusionOk="0" fill="none" h="8680" w="3646">
                  <a:moveTo>
                    <a:pt x="0" y="8680"/>
                  </a:moveTo>
                  <a:lnTo>
                    <a:pt x="3645" y="1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9" name="Google Shape;1499;p33"/>
            <p:cNvSpPr/>
            <p:nvPr/>
          </p:nvSpPr>
          <p:spPr>
            <a:xfrm>
              <a:off x="2515362" y="616449"/>
              <a:ext cx="62251" cy="457109"/>
            </a:xfrm>
            <a:custGeom>
              <a:rect b="b" l="l" r="r" t="t"/>
              <a:pathLst>
                <a:path extrusionOk="0" fill="none" h="9355" w="1274">
                  <a:moveTo>
                    <a:pt x="0" y="9355"/>
                  </a:moveTo>
                  <a:lnTo>
                    <a:pt x="1273" y="1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0" name="Google Shape;1500;p33"/>
            <p:cNvSpPr/>
            <p:nvPr/>
          </p:nvSpPr>
          <p:spPr>
            <a:xfrm>
              <a:off x="2626524" y="614592"/>
              <a:ext cx="58488" cy="457109"/>
            </a:xfrm>
            <a:custGeom>
              <a:rect b="b" l="l" r="r" t="t"/>
              <a:pathLst>
                <a:path extrusionOk="0" fill="none" h="9355" w="1197">
                  <a:moveTo>
                    <a:pt x="1197" y="9354"/>
                  </a:moveTo>
                  <a:lnTo>
                    <a:pt x="1" y="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1" name="Google Shape;1501;p33"/>
            <p:cNvSpPr/>
            <p:nvPr/>
          </p:nvSpPr>
          <p:spPr>
            <a:xfrm>
              <a:off x="2673677" y="598565"/>
              <a:ext cx="174390" cy="426961"/>
            </a:xfrm>
            <a:custGeom>
              <a:rect b="b" l="l" r="r" t="t"/>
              <a:pathLst>
                <a:path extrusionOk="0" fill="none" h="8738" w="3569">
                  <a:moveTo>
                    <a:pt x="3568" y="8737"/>
                  </a:moveTo>
                  <a:lnTo>
                    <a:pt x="0" y="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2" name="Google Shape;1502;p33"/>
            <p:cNvSpPr/>
            <p:nvPr/>
          </p:nvSpPr>
          <p:spPr>
            <a:xfrm>
              <a:off x="2715113" y="572179"/>
              <a:ext cx="279005" cy="366615"/>
            </a:xfrm>
            <a:custGeom>
              <a:rect b="b" l="l" r="r" t="t"/>
              <a:pathLst>
                <a:path extrusionOk="0" fill="none" h="7503" w="5710">
                  <a:moveTo>
                    <a:pt x="5710" y="7503"/>
                  </a:moveTo>
                  <a:lnTo>
                    <a:pt x="1" y="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3" name="Google Shape;1503;p33"/>
            <p:cNvSpPr/>
            <p:nvPr/>
          </p:nvSpPr>
          <p:spPr>
            <a:xfrm>
              <a:off x="2748095" y="535386"/>
              <a:ext cx="364759" cy="281839"/>
            </a:xfrm>
            <a:custGeom>
              <a:rect b="b" l="l" r="r" t="t"/>
              <a:pathLst>
                <a:path extrusionOk="0" fill="none" h="5768" w="7465">
                  <a:moveTo>
                    <a:pt x="7465" y="5768"/>
                  </a:moveTo>
                  <a:lnTo>
                    <a:pt x="1" y="1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4" name="Google Shape;1504;p33"/>
            <p:cNvSpPr/>
            <p:nvPr/>
          </p:nvSpPr>
          <p:spPr>
            <a:xfrm>
              <a:off x="2770718" y="491116"/>
              <a:ext cx="424126" cy="179081"/>
            </a:xfrm>
            <a:custGeom>
              <a:rect b="b" l="l" r="r" t="t"/>
              <a:pathLst>
                <a:path extrusionOk="0" fill="none" h="3665" w="8680">
                  <a:moveTo>
                    <a:pt x="8680" y="3665"/>
                  </a:moveTo>
                  <a:lnTo>
                    <a:pt x="1" y="1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5" name="Google Shape;1505;p33"/>
            <p:cNvSpPr/>
            <p:nvPr/>
          </p:nvSpPr>
          <p:spPr>
            <a:xfrm>
              <a:off x="2781077" y="443035"/>
              <a:ext cx="456180" cy="62251"/>
            </a:xfrm>
            <a:custGeom>
              <a:rect b="b" l="l" r="r" t="t"/>
              <a:pathLst>
                <a:path extrusionOk="0" fill="none" h="1274" w="9336">
                  <a:moveTo>
                    <a:pt x="9336" y="1274"/>
                  </a:moveTo>
                  <a:lnTo>
                    <a:pt x="1" y="1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6" name="Google Shape;1506;p33"/>
            <p:cNvSpPr/>
            <p:nvPr/>
          </p:nvSpPr>
          <p:spPr>
            <a:xfrm>
              <a:off x="2778292" y="335635"/>
              <a:ext cx="457109" cy="58440"/>
            </a:xfrm>
            <a:custGeom>
              <a:rect b="b" l="l" r="r" t="t"/>
              <a:pathLst>
                <a:path extrusionOk="0" fill="none" h="1196" w="9355">
                  <a:moveTo>
                    <a:pt x="9354" y="0"/>
                  </a:moveTo>
                  <a:lnTo>
                    <a:pt x="0" y="1196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7" name="Google Shape;1507;p33"/>
            <p:cNvSpPr/>
            <p:nvPr/>
          </p:nvSpPr>
          <p:spPr>
            <a:xfrm>
              <a:off x="2763194" y="172579"/>
              <a:ext cx="426032" cy="174390"/>
            </a:xfrm>
            <a:custGeom>
              <a:rect b="b" l="l" r="r" t="t"/>
              <a:pathLst>
                <a:path extrusionOk="0" fill="none" h="3569" w="8719">
                  <a:moveTo>
                    <a:pt x="8718" y="1"/>
                  </a:moveTo>
                  <a:lnTo>
                    <a:pt x="1" y="3569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8" name="Google Shape;1508;p33"/>
            <p:cNvSpPr/>
            <p:nvPr/>
          </p:nvSpPr>
          <p:spPr>
            <a:xfrm>
              <a:off x="2735879" y="27457"/>
              <a:ext cx="366615" cy="278076"/>
            </a:xfrm>
            <a:custGeom>
              <a:rect b="b" l="l" r="r" t="t"/>
              <a:pathLst>
                <a:path extrusionOk="0" fill="none" h="5691" w="7503">
                  <a:moveTo>
                    <a:pt x="7503" y="0"/>
                  </a:moveTo>
                  <a:lnTo>
                    <a:pt x="0" y="569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9" name="Google Shape;1509;p33"/>
            <p:cNvSpPr/>
            <p:nvPr/>
          </p:nvSpPr>
          <p:spPr>
            <a:xfrm>
              <a:off x="2699135" y="-91280"/>
              <a:ext cx="282767" cy="364759"/>
            </a:xfrm>
            <a:custGeom>
              <a:rect b="b" l="l" r="r" t="t"/>
              <a:pathLst>
                <a:path extrusionOk="0" fill="none" h="7465" w="5787">
                  <a:moveTo>
                    <a:pt x="5786" y="0"/>
                  </a:moveTo>
                  <a:lnTo>
                    <a:pt x="0" y="7464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0" name="Google Shape;1510;p33"/>
            <p:cNvSpPr/>
            <p:nvPr/>
          </p:nvSpPr>
          <p:spPr>
            <a:xfrm>
              <a:off x="2655744" y="-174200"/>
              <a:ext cx="178153" cy="425055"/>
            </a:xfrm>
            <a:custGeom>
              <a:rect b="b" l="l" r="r" t="t"/>
              <a:pathLst>
                <a:path extrusionOk="0" fill="none" h="8699" w="3646">
                  <a:moveTo>
                    <a:pt x="3646" y="0"/>
                  </a:moveTo>
                  <a:lnTo>
                    <a:pt x="1" y="8698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511" name="Google Shape;1511;p33"/>
          <p:cNvGrpSpPr/>
          <p:nvPr/>
        </p:nvGrpSpPr>
        <p:grpSpPr>
          <a:xfrm>
            <a:off x="8366565" y="3429220"/>
            <a:ext cx="1965289" cy="517060"/>
            <a:chOff x="3539975" y="3523525"/>
            <a:chExt cx="745925" cy="196250"/>
          </a:xfrm>
        </p:grpSpPr>
        <p:sp>
          <p:nvSpPr>
            <p:cNvPr id="1512" name="Google Shape;1512;p33"/>
            <p:cNvSpPr/>
            <p:nvPr/>
          </p:nvSpPr>
          <p:spPr>
            <a:xfrm>
              <a:off x="3539975" y="3523525"/>
              <a:ext cx="196250" cy="196250"/>
            </a:xfrm>
            <a:custGeom>
              <a:rect b="b" l="l" r="r" t="t"/>
              <a:pathLst>
                <a:path extrusionOk="0" fill="none" h="7850" w="785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3" name="Google Shape;1513;p33"/>
            <p:cNvSpPr/>
            <p:nvPr/>
          </p:nvSpPr>
          <p:spPr>
            <a:xfrm>
              <a:off x="3576625" y="3523525"/>
              <a:ext cx="196250" cy="196250"/>
            </a:xfrm>
            <a:custGeom>
              <a:rect b="b" l="l" r="r" t="t"/>
              <a:pathLst>
                <a:path extrusionOk="0" fill="none" h="7850" w="785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4" name="Google Shape;1514;p33"/>
            <p:cNvSpPr/>
            <p:nvPr/>
          </p:nvSpPr>
          <p:spPr>
            <a:xfrm>
              <a:off x="3613250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1" y="0"/>
                  </a:moveTo>
                  <a:lnTo>
                    <a:pt x="7851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5" name="Google Shape;1515;p33"/>
            <p:cNvSpPr/>
            <p:nvPr/>
          </p:nvSpPr>
          <p:spPr>
            <a:xfrm>
              <a:off x="3649900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1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6" name="Google Shape;1516;p33"/>
            <p:cNvSpPr/>
            <p:nvPr/>
          </p:nvSpPr>
          <p:spPr>
            <a:xfrm>
              <a:off x="3686550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7" name="Google Shape;1517;p33"/>
            <p:cNvSpPr/>
            <p:nvPr/>
          </p:nvSpPr>
          <p:spPr>
            <a:xfrm>
              <a:off x="3723200" y="3523525"/>
              <a:ext cx="196250" cy="196250"/>
            </a:xfrm>
            <a:custGeom>
              <a:rect b="b" l="l" r="r" t="t"/>
              <a:pathLst>
                <a:path extrusionOk="0" fill="none" h="7850" w="785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8" name="Google Shape;1518;p33"/>
            <p:cNvSpPr/>
            <p:nvPr/>
          </p:nvSpPr>
          <p:spPr>
            <a:xfrm>
              <a:off x="3759825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1" y="0"/>
                  </a:moveTo>
                  <a:lnTo>
                    <a:pt x="7851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9" name="Google Shape;1519;p33"/>
            <p:cNvSpPr/>
            <p:nvPr/>
          </p:nvSpPr>
          <p:spPr>
            <a:xfrm>
              <a:off x="3796475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1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0" name="Google Shape;1520;p33"/>
            <p:cNvSpPr/>
            <p:nvPr/>
          </p:nvSpPr>
          <p:spPr>
            <a:xfrm>
              <a:off x="3833125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1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1" name="Google Shape;1521;p33"/>
            <p:cNvSpPr/>
            <p:nvPr/>
          </p:nvSpPr>
          <p:spPr>
            <a:xfrm>
              <a:off x="3869775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2" name="Google Shape;1522;p33"/>
            <p:cNvSpPr/>
            <p:nvPr/>
          </p:nvSpPr>
          <p:spPr>
            <a:xfrm>
              <a:off x="3906425" y="3523525"/>
              <a:ext cx="196250" cy="196250"/>
            </a:xfrm>
            <a:custGeom>
              <a:rect b="b" l="l" r="r" t="t"/>
              <a:pathLst>
                <a:path extrusionOk="0" fill="none" h="7850" w="785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3" name="Google Shape;1523;p33"/>
            <p:cNvSpPr/>
            <p:nvPr/>
          </p:nvSpPr>
          <p:spPr>
            <a:xfrm>
              <a:off x="3943050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1" y="0"/>
                  </a:moveTo>
                  <a:lnTo>
                    <a:pt x="7851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4" name="Google Shape;1524;p33"/>
            <p:cNvSpPr/>
            <p:nvPr/>
          </p:nvSpPr>
          <p:spPr>
            <a:xfrm>
              <a:off x="3979700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1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5" name="Google Shape;1525;p33"/>
            <p:cNvSpPr/>
            <p:nvPr/>
          </p:nvSpPr>
          <p:spPr>
            <a:xfrm>
              <a:off x="4016350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1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6" name="Google Shape;1526;p33"/>
            <p:cNvSpPr/>
            <p:nvPr/>
          </p:nvSpPr>
          <p:spPr>
            <a:xfrm>
              <a:off x="4053000" y="3523525"/>
              <a:ext cx="196250" cy="196250"/>
            </a:xfrm>
            <a:custGeom>
              <a:rect b="b" l="l" r="r" t="t"/>
              <a:pathLst>
                <a:path extrusionOk="0" fill="none" h="7850" w="785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7" name="Google Shape;1527;p33"/>
            <p:cNvSpPr/>
            <p:nvPr/>
          </p:nvSpPr>
          <p:spPr>
            <a:xfrm>
              <a:off x="4089650" y="3523525"/>
              <a:ext cx="196250" cy="196250"/>
            </a:xfrm>
            <a:custGeom>
              <a:rect b="b" l="l" r="r" t="t"/>
              <a:pathLst>
                <a:path extrusionOk="0" fill="none" h="7850" w="785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528" name="Google Shape;1528;p33"/>
          <p:cNvSpPr/>
          <p:nvPr/>
        </p:nvSpPr>
        <p:spPr>
          <a:xfrm rot="-5400000">
            <a:off x="6334322" y="3355675"/>
            <a:ext cx="825452" cy="1673688"/>
          </a:xfrm>
          <a:custGeom>
            <a:rect b="b" l="l" r="r" t="t"/>
            <a:pathLst>
              <a:path extrusionOk="0" fill="none" h="34232" w="16883">
                <a:moveTo>
                  <a:pt x="16882" y="34232"/>
                </a:moveTo>
                <a:cubicBezTo>
                  <a:pt x="7517" y="34109"/>
                  <a:pt x="1" y="26494"/>
                  <a:pt x="1" y="17129"/>
                </a:cubicBezTo>
                <a:cubicBezTo>
                  <a:pt x="1" y="7764"/>
                  <a:pt x="7517" y="124"/>
                  <a:pt x="16882" y="1"/>
                </a:cubicBezTo>
              </a:path>
            </a:pathLst>
          </a:custGeom>
          <a:noFill/>
          <a:ln cap="flat" cmpd="sng" w="85025">
            <a:solidFill>
              <a:schemeClr val="lt1"/>
            </a:solidFill>
            <a:prstDash val="solid"/>
            <a:miter lim="24644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9" name="Google Shape;1529;p33"/>
          <p:cNvSpPr/>
          <p:nvPr/>
        </p:nvSpPr>
        <p:spPr>
          <a:xfrm>
            <a:off x="4572000" y="4050960"/>
            <a:ext cx="555517" cy="554294"/>
          </a:xfrm>
          <a:custGeom>
            <a:rect b="b" l="l" r="r" t="t"/>
            <a:pathLst>
              <a:path extrusionOk="0" h="11337" w="11362">
                <a:moveTo>
                  <a:pt x="11362" y="5668"/>
                </a:moveTo>
                <a:cubicBezTo>
                  <a:pt x="11362" y="8798"/>
                  <a:pt x="8823" y="11337"/>
                  <a:pt x="5669" y="11337"/>
                </a:cubicBezTo>
                <a:cubicBezTo>
                  <a:pt x="2539" y="11337"/>
                  <a:pt x="1" y="8798"/>
                  <a:pt x="1" y="5668"/>
                </a:cubicBezTo>
                <a:cubicBezTo>
                  <a:pt x="1" y="2539"/>
                  <a:pt x="2539" y="0"/>
                  <a:pt x="5669" y="0"/>
                </a:cubicBezTo>
                <a:cubicBezTo>
                  <a:pt x="8823" y="0"/>
                  <a:pt x="11362" y="2539"/>
                  <a:pt x="11362" y="5668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530" name="Google Shape;1530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94914" y="-963850"/>
            <a:ext cx="2527512" cy="268125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531" name="Google Shape;1531;p33"/>
          <p:cNvGrpSpPr/>
          <p:nvPr/>
        </p:nvGrpSpPr>
        <p:grpSpPr>
          <a:xfrm rot="10800000">
            <a:off x="-1284662" y="4546071"/>
            <a:ext cx="3952129" cy="3175881"/>
            <a:chOff x="5256209" y="-1994879"/>
            <a:chExt cx="3952129" cy="3175881"/>
          </a:xfrm>
        </p:grpSpPr>
        <p:sp>
          <p:nvSpPr>
            <p:cNvPr id="1532" name="Google Shape;1532;p33"/>
            <p:cNvSpPr/>
            <p:nvPr/>
          </p:nvSpPr>
          <p:spPr>
            <a:xfrm>
              <a:off x="5256209" y="-1994879"/>
              <a:ext cx="3952129" cy="3103920"/>
            </a:xfrm>
            <a:custGeom>
              <a:rect b="b" l="l" r="r" t="t"/>
              <a:pathLst>
                <a:path extrusionOk="0" fill="none" h="70648" w="89954">
                  <a:moveTo>
                    <a:pt x="89954" y="70647"/>
                  </a:moveTo>
                  <a:lnTo>
                    <a:pt x="1" y="70647"/>
                  </a:lnTo>
                  <a:lnTo>
                    <a:pt x="1" y="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3" name="Google Shape;1533;p33"/>
            <p:cNvSpPr/>
            <p:nvPr/>
          </p:nvSpPr>
          <p:spPr>
            <a:xfrm>
              <a:off x="5579917" y="1036061"/>
              <a:ext cx="144942" cy="144942"/>
            </a:xfrm>
            <a:custGeom>
              <a:rect b="b" l="l" r="r" t="t"/>
              <a:pathLst>
                <a:path extrusionOk="0" h="3299" w="3299">
                  <a:moveTo>
                    <a:pt x="0" y="1"/>
                  </a:moveTo>
                  <a:lnTo>
                    <a:pt x="0" y="3299"/>
                  </a:lnTo>
                  <a:lnTo>
                    <a:pt x="3298" y="3299"/>
                  </a:lnTo>
                  <a:lnTo>
                    <a:pt x="329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2">
  <p:cSld name="CUSTOM_2_2_1">
    <p:spTree>
      <p:nvGrpSpPr>
        <p:cNvPr id="1534" name="Shape 15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5" name="Google Shape;1535;p34"/>
          <p:cNvPicPr preferRelativeResize="0"/>
          <p:nvPr/>
        </p:nvPicPr>
        <p:blipFill rotWithShape="1">
          <a:blip r:embed="rId2">
            <a:alphaModFix amt="60000"/>
          </a:blip>
          <a:srcRect b="10" l="0" r="0" t="10"/>
          <a:stretch/>
        </p:blipFill>
        <p:spPr>
          <a:xfrm flipH="1">
            <a:off x="0" y="1"/>
            <a:ext cx="9144002" cy="5143499"/>
          </a:xfrm>
          <a:prstGeom prst="rect">
            <a:avLst/>
          </a:prstGeom>
          <a:noFill/>
          <a:ln>
            <a:noFill/>
          </a:ln>
        </p:spPr>
      </p:pic>
      <p:sp>
        <p:nvSpPr>
          <p:cNvPr id="1536" name="Google Shape;1536;p34"/>
          <p:cNvSpPr txBox="1"/>
          <p:nvPr>
            <p:ph type="title"/>
          </p:nvPr>
        </p:nvSpPr>
        <p:spPr>
          <a:xfrm>
            <a:off x="783900" y="1838875"/>
            <a:ext cx="3396000" cy="3717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9pPr>
          </a:lstStyle>
          <a:p/>
        </p:txBody>
      </p:sp>
      <p:sp>
        <p:nvSpPr>
          <p:cNvPr id="1537" name="Google Shape;1537;p34"/>
          <p:cNvSpPr txBox="1"/>
          <p:nvPr>
            <p:ph idx="1" type="subTitle"/>
          </p:nvPr>
        </p:nvSpPr>
        <p:spPr>
          <a:xfrm>
            <a:off x="784010" y="2332050"/>
            <a:ext cx="3396000" cy="118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538" name="Google Shape;1538;p34"/>
          <p:cNvPicPr preferRelativeResize="0"/>
          <p:nvPr/>
        </p:nvPicPr>
        <p:blipFill rotWithShape="1">
          <a:blip r:embed="rId3">
            <a:alphaModFix/>
          </a:blip>
          <a:srcRect b="0" l="229" r="239" t="0"/>
          <a:stretch/>
        </p:blipFill>
        <p:spPr>
          <a:xfrm flipH="1" rot="10800000">
            <a:off x="-731476" y="-1253478"/>
            <a:ext cx="9353213" cy="268125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539" name="Google Shape;1539;p34"/>
          <p:cNvGrpSpPr/>
          <p:nvPr/>
        </p:nvGrpSpPr>
        <p:grpSpPr>
          <a:xfrm flipH="1" rot="10800000">
            <a:off x="391864" y="1215484"/>
            <a:ext cx="289170" cy="284718"/>
            <a:chOff x="426000" y="3302025"/>
            <a:chExt cx="220875" cy="217475"/>
          </a:xfrm>
        </p:grpSpPr>
        <p:sp>
          <p:nvSpPr>
            <p:cNvPr id="1540" name="Google Shape;1540;p34"/>
            <p:cNvSpPr/>
            <p:nvPr/>
          </p:nvSpPr>
          <p:spPr>
            <a:xfrm>
              <a:off x="426000" y="3425950"/>
              <a:ext cx="214125" cy="93550"/>
            </a:xfrm>
            <a:custGeom>
              <a:rect b="b" l="l" r="r" t="t"/>
              <a:pathLst>
                <a:path extrusionOk="0" h="3742" w="8565">
                  <a:moveTo>
                    <a:pt x="1" y="0"/>
                  </a:moveTo>
                  <a:cubicBezTo>
                    <a:pt x="290" y="2141"/>
                    <a:pt x="2122" y="3742"/>
                    <a:pt x="4283" y="3742"/>
                  </a:cubicBezTo>
                  <a:cubicBezTo>
                    <a:pt x="6443" y="3742"/>
                    <a:pt x="8275" y="2141"/>
                    <a:pt x="856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1" name="Google Shape;1541;p34"/>
            <p:cNvSpPr/>
            <p:nvPr/>
          </p:nvSpPr>
          <p:spPr>
            <a:xfrm>
              <a:off x="432750" y="3302025"/>
              <a:ext cx="214125" cy="94050"/>
            </a:xfrm>
            <a:custGeom>
              <a:rect b="b" l="l" r="r" t="t"/>
              <a:pathLst>
                <a:path extrusionOk="0" h="3762" w="8565">
                  <a:moveTo>
                    <a:pt x="1" y="0"/>
                  </a:moveTo>
                  <a:cubicBezTo>
                    <a:pt x="271" y="2141"/>
                    <a:pt x="2103" y="3761"/>
                    <a:pt x="4283" y="3761"/>
                  </a:cubicBezTo>
                  <a:cubicBezTo>
                    <a:pt x="6443" y="3761"/>
                    <a:pt x="8275" y="2141"/>
                    <a:pt x="856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542" name="Google Shape;1542;p34"/>
          <p:cNvGrpSpPr/>
          <p:nvPr/>
        </p:nvGrpSpPr>
        <p:grpSpPr>
          <a:xfrm flipH="1" rot="10800000">
            <a:off x="357713" y="3564393"/>
            <a:ext cx="357454" cy="956304"/>
            <a:chOff x="357713" y="600975"/>
            <a:chExt cx="357454" cy="956304"/>
          </a:xfrm>
        </p:grpSpPr>
        <p:sp>
          <p:nvSpPr>
            <p:cNvPr id="1543" name="Google Shape;1543;p34"/>
            <p:cNvSpPr/>
            <p:nvPr/>
          </p:nvSpPr>
          <p:spPr>
            <a:xfrm>
              <a:off x="357713" y="600975"/>
              <a:ext cx="357454" cy="357454"/>
            </a:xfrm>
            <a:custGeom>
              <a:rect b="b" l="l" r="r" t="t"/>
              <a:pathLst>
                <a:path extrusionOk="0" fill="none" h="6539" w="6539">
                  <a:moveTo>
                    <a:pt x="3954" y="367"/>
                  </a:moveTo>
                  <a:cubicBezTo>
                    <a:pt x="5535" y="752"/>
                    <a:pt x="6538" y="2353"/>
                    <a:pt x="6152" y="3954"/>
                  </a:cubicBezTo>
                  <a:cubicBezTo>
                    <a:pt x="5767" y="5535"/>
                    <a:pt x="4166" y="6538"/>
                    <a:pt x="2584" y="6153"/>
                  </a:cubicBezTo>
                  <a:cubicBezTo>
                    <a:pt x="984" y="5767"/>
                    <a:pt x="0" y="4166"/>
                    <a:pt x="366" y="2585"/>
                  </a:cubicBezTo>
                  <a:cubicBezTo>
                    <a:pt x="752" y="984"/>
                    <a:pt x="2353" y="0"/>
                    <a:pt x="3954" y="367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4" name="Google Shape;1544;p34"/>
            <p:cNvSpPr/>
            <p:nvPr/>
          </p:nvSpPr>
          <p:spPr>
            <a:xfrm>
              <a:off x="374549" y="819196"/>
              <a:ext cx="324765" cy="324765"/>
            </a:xfrm>
            <a:custGeom>
              <a:rect b="b" l="l" r="r" t="t"/>
              <a:pathLst>
                <a:path extrusionOk="0" fill="none" h="5941" w="5941">
                  <a:moveTo>
                    <a:pt x="5941" y="2971"/>
                  </a:moveTo>
                  <a:cubicBezTo>
                    <a:pt x="5941" y="4610"/>
                    <a:pt x="4610" y="5941"/>
                    <a:pt x="2971" y="5941"/>
                  </a:cubicBezTo>
                  <a:cubicBezTo>
                    <a:pt x="1331" y="5941"/>
                    <a:pt x="1" y="4610"/>
                    <a:pt x="1" y="2971"/>
                  </a:cubicBezTo>
                  <a:cubicBezTo>
                    <a:pt x="1" y="1331"/>
                    <a:pt x="1331" y="1"/>
                    <a:pt x="2971" y="1"/>
                  </a:cubicBezTo>
                  <a:cubicBezTo>
                    <a:pt x="4610" y="1"/>
                    <a:pt x="5941" y="1331"/>
                    <a:pt x="5941" y="2971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5" name="Google Shape;1545;p34"/>
            <p:cNvSpPr/>
            <p:nvPr/>
          </p:nvSpPr>
          <p:spPr>
            <a:xfrm>
              <a:off x="357713" y="997347"/>
              <a:ext cx="357454" cy="357509"/>
            </a:xfrm>
            <a:custGeom>
              <a:rect b="b" l="l" r="r" t="t"/>
              <a:pathLst>
                <a:path extrusionOk="0" fill="none" h="6540" w="6539">
                  <a:moveTo>
                    <a:pt x="3954" y="387"/>
                  </a:moveTo>
                  <a:cubicBezTo>
                    <a:pt x="5555" y="753"/>
                    <a:pt x="6538" y="2354"/>
                    <a:pt x="6152" y="3955"/>
                  </a:cubicBezTo>
                  <a:cubicBezTo>
                    <a:pt x="5767" y="5556"/>
                    <a:pt x="4166" y="6539"/>
                    <a:pt x="2584" y="6153"/>
                  </a:cubicBezTo>
                  <a:cubicBezTo>
                    <a:pt x="984" y="5787"/>
                    <a:pt x="0" y="4186"/>
                    <a:pt x="366" y="2585"/>
                  </a:cubicBezTo>
                  <a:cubicBezTo>
                    <a:pt x="752" y="985"/>
                    <a:pt x="2353" y="1"/>
                    <a:pt x="3954" y="387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6" name="Google Shape;1546;p34"/>
            <p:cNvSpPr/>
            <p:nvPr/>
          </p:nvSpPr>
          <p:spPr>
            <a:xfrm>
              <a:off x="358751" y="1200863"/>
              <a:ext cx="356416" cy="356416"/>
            </a:xfrm>
            <a:custGeom>
              <a:rect b="b" l="l" r="r" t="t"/>
              <a:pathLst>
                <a:path extrusionOk="0" fill="none" h="6520" w="6520">
                  <a:moveTo>
                    <a:pt x="5362" y="1158"/>
                  </a:moveTo>
                  <a:cubicBezTo>
                    <a:pt x="6519" y="2315"/>
                    <a:pt x="6519" y="4186"/>
                    <a:pt x="5362" y="5343"/>
                  </a:cubicBezTo>
                  <a:cubicBezTo>
                    <a:pt x="4186" y="6519"/>
                    <a:pt x="2315" y="6519"/>
                    <a:pt x="1157" y="5343"/>
                  </a:cubicBezTo>
                  <a:cubicBezTo>
                    <a:pt x="0" y="4186"/>
                    <a:pt x="0" y="2315"/>
                    <a:pt x="1157" y="1158"/>
                  </a:cubicBezTo>
                  <a:cubicBezTo>
                    <a:pt x="2315" y="0"/>
                    <a:pt x="4186" y="0"/>
                    <a:pt x="5362" y="1158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547" name="Google Shape;1547;p34"/>
          <p:cNvGrpSpPr/>
          <p:nvPr/>
        </p:nvGrpSpPr>
        <p:grpSpPr>
          <a:xfrm flipH="1" rot="10800000">
            <a:off x="5258308" y="4520702"/>
            <a:ext cx="793256" cy="182899"/>
            <a:chOff x="2685575" y="2835950"/>
            <a:chExt cx="433000" cy="99825"/>
          </a:xfrm>
        </p:grpSpPr>
        <p:sp>
          <p:nvSpPr>
            <p:cNvPr id="1548" name="Google Shape;1548;p34"/>
            <p:cNvSpPr/>
            <p:nvPr/>
          </p:nvSpPr>
          <p:spPr>
            <a:xfrm>
              <a:off x="3032250" y="2835950"/>
              <a:ext cx="86325" cy="99825"/>
            </a:xfrm>
            <a:custGeom>
              <a:rect b="b" l="l" r="r" t="t"/>
              <a:pathLst>
                <a:path extrusionOk="0" h="3993" w="3453">
                  <a:moveTo>
                    <a:pt x="3453" y="0"/>
                  </a:moveTo>
                  <a:lnTo>
                    <a:pt x="0" y="2006"/>
                  </a:lnTo>
                  <a:lnTo>
                    <a:pt x="3453" y="3993"/>
                  </a:lnTo>
                  <a:lnTo>
                    <a:pt x="3453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9" name="Google Shape;1549;p34"/>
            <p:cNvSpPr/>
            <p:nvPr/>
          </p:nvSpPr>
          <p:spPr>
            <a:xfrm>
              <a:off x="2917000" y="2835950"/>
              <a:ext cx="85850" cy="99825"/>
            </a:xfrm>
            <a:custGeom>
              <a:rect b="b" l="l" r="r" t="t"/>
              <a:pathLst>
                <a:path extrusionOk="0" h="3993" w="3434">
                  <a:moveTo>
                    <a:pt x="3434" y="0"/>
                  </a:moveTo>
                  <a:lnTo>
                    <a:pt x="1" y="2006"/>
                  </a:lnTo>
                  <a:lnTo>
                    <a:pt x="3434" y="3993"/>
                  </a:lnTo>
                  <a:lnTo>
                    <a:pt x="3434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0" name="Google Shape;1550;p34"/>
            <p:cNvSpPr/>
            <p:nvPr/>
          </p:nvSpPr>
          <p:spPr>
            <a:xfrm>
              <a:off x="2801300" y="2835950"/>
              <a:ext cx="86325" cy="99825"/>
            </a:xfrm>
            <a:custGeom>
              <a:rect b="b" l="l" r="r" t="t"/>
              <a:pathLst>
                <a:path extrusionOk="0" h="3993" w="3453">
                  <a:moveTo>
                    <a:pt x="3452" y="0"/>
                  </a:moveTo>
                  <a:lnTo>
                    <a:pt x="0" y="2006"/>
                  </a:lnTo>
                  <a:lnTo>
                    <a:pt x="3452" y="3993"/>
                  </a:lnTo>
                  <a:lnTo>
                    <a:pt x="3452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1" name="Google Shape;1551;p34"/>
            <p:cNvSpPr/>
            <p:nvPr/>
          </p:nvSpPr>
          <p:spPr>
            <a:xfrm>
              <a:off x="2685575" y="2835950"/>
              <a:ext cx="86325" cy="99825"/>
            </a:xfrm>
            <a:custGeom>
              <a:rect b="b" l="l" r="r" t="t"/>
              <a:pathLst>
                <a:path extrusionOk="0" h="3993" w="3453">
                  <a:moveTo>
                    <a:pt x="3453" y="0"/>
                  </a:moveTo>
                  <a:lnTo>
                    <a:pt x="0" y="2006"/>
                  </a:lnTo>
                  <a:lnTo>
                    <a:pt x="3453" y="3993"/>
                  </a:lnTo>
                  <a:lnTo>
                    <a:pt x="3453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552" name="Google Shape;1552;p34"/>
          <p:cNvGrpSpPr/>
          <p:nvPr/>
        </p:nvGrpSpPr>
        <p:grpSpPr>
          <a:xfrm flipH="1" rot="10800000">
            <a:off x="1363114" y="3961574"/>
            <a:ext cx="2019176" cy="2019176"/>
            <a:chOff x="1943325" y="-220375"/>
            <a:chExt cx="1298672" cy="1298672"/>
          </a:xfrm>
        </p:grpSpPr>
        <p:sp>
          <p:nvSpPr>
            <p:cNvPr id="1553" name="Google Shape;1553;p34"/>
            <p:cNvSpPr/>
            <p:nvPr/>
          </p:nvSpPr>
          <p:spPr>
            <a:xfrm>
              <a:off x="2582255" y="-220375"/>
              <a:ext cx="49" cy="460871"/>
            </a:xfrm>
            <a:custGeom>
              <a:rect b="b" l="l" r="r" t="t"/>
              <a:pathLst>
                <a:path extrusionOk="0" fill="none" h="9432" w="1">
                  <a:moveTo>
                    <a:pt x="0" y="0"/>
                  </a:moveTo>
                  <a:lnTo>
                    <a:pt x="0" y="9431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4" name="Google Shape;1554;p34"/>
            <p:cNvSpPr/>
            <p:nvPr/>
          </p:nvSpPr>
          <p:spPr>
            <a:xfrm>
              <a:off x="2414509" y="-195895"/>
              <a:ext cx="118785" cy="444844"/>
            </a:xfrm>
            <a:custGeom>
              <a:rect b="b" l="l" r="r" t="t"/>
              <a:pathLst>
                <a:path extrusionOk="0" fill="none" h="9104" w="2431">
                  <a:moveTo>
                    <a:pt x="0" y="1"/>
                  </a:moveTo>
                  <a:lnTo>
                    <a:pt x="2431" y="9104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5" name="Google Shape;1555;p34"/>
            <p:cNvSpPr/>
            <p:nvPr/>
          </p:nvSpPr>
          <p:spPr>
            <a:xfrm>
              <a:off x="2259027" y="-128024"/>
              <a:ext cx="229996" cy="398669"/>
            </a:xfrm>
            <a:custGeom>
              <a:rect b="b" l="l" r="r" t="t"/>
              <a:pathLst>
                <a:path extrusionOk="0" fill="none" h="8159" w="4707">
                  <a:moveTo>
                    <a:pt x="0" y="0"/>
                  </a:moveTo>
                  <a:lnTo>
                    <a:pt x="4706" y="8158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6" name="Google Shape;1556;p34"/>
            <p:cNvSpPr/>
            <p:nvPr/>
          </p:nvSpPr>
          <p:spPr>
            <a:xfrm>
              <a:off x="2126121" y="-22481"/>
              <a:ext cx="325180" cy="325180"/>
            </a:xfrm>
            <a:custGeom>
              <a:rect b="b" l="l" r="r" t="t"/>
              <a:pathLst>
                <a:path extrusionOk="0" fill="none" h="6655" w="6655">
                  <a:moveTo>
                    <a:pt x="1" y="0"/>
                  </a:moveTo>
                  <a:lnTo>
                    <a:pt x="6655" y="6654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7" name="Google Shape;1557;p34"/>
            <p:cNvSpPr/>
            <p:nvPr/>
          </p:nvSpPr>
          <p:spPr>
            <a:xfrm>
              <a:off x="2025317" y="113211"/>
              <a:ext cx="398669" cy="230924"/>
            </a:xfrm>
            <a:custGeom>
              <a:rect b="b" l="l" r="r" t="t"/>
              <a:pathLst>
                <a:path extrusionOk="0" fill="none" h="4726" w="8159">
                  <a:moveTo>
                    <a:pt x="0" y="1"/>
                  </a:moveTo>
                  <a:lnTo>
                    <a:pt x="8158" y="4726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8" name="Google Shape;1558;p34"/>
            <p:cNvSpPr/>
            <p:nvPr/>
          </p:nvSpPr>
          <p:spPr>
            <a:xfrm>
              <a:off x="1963114" y="270598"/>
              <a:ext cx="444844" cy="119713"/>
            </a:xfrm>
            <a:custGeom>
              <a:rect b="b" l="l" r="r" t="t"/>
              <a:pathLst>
                <a:path extrusionOk="0" fill="none" h="2450" w="9104">
                  <a:moveTo>
                    <a:pt x="0" y="0"/>
                  </a:moveTo>
                  <a:lnTo>
                    <a:pt x="9103" y="24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9" name="Google Shape;1559;p34"/>
            <p:cNvSpPr/>
            <p:nvPr/>
          </p:nvSpPr>
          <p:spPr>
            <a:xfrm>
              <a:off x="1943325" y="439273"/>
              <a:ext cx="460871" cy="49"/>
            </a:xfrm>
            <a:custGeom>
              <a:rect b="b" l="l" r="r" t="t"/>
              <a:pathLst>
                <a:path extrusionOk="0" fill="none" h="1" w="9432">
                  <a:moveTo>
                    <a:pt x="0" y="1"/>
                  </a:moveTo>
                  <a:lnTo>
                    <a:pt x="9431" y="1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0" name="Google Shape;1560;p34"/>
            <p:cNvSpPr/>
            <p:nvPr/>
          </p:nvSpPr>
          <p:spPr>
            <a:xfrm>
              <a:off x="1967805" y="487354"/>
              <a:ext cx="445821" cy="119713"/>
            </a:xfrm>
            <a:custGeom>
              <a:rect b="b" l="l" r="r" t="t"/>
              <a:pathLst>
                <a:path extrusionOk="0" fill="none" h="2450" w="9124">
                  <a:moveTo>
                    <a:pt x="1" y="2450"/>
                  </a:moveTo>
                  <a:lnTo>
                    <a:pt x="9123" y="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1" name="Google Shape;1561;p34"/>
            <p:cNvSpPr/>
            <p:nvPr/>
          </p:nvSpPr>
          <p:spPr>
            <a:xfrm>
              <a:off x="2035676" y="532600"/>
              <a:ext cx="398669" cy="229996"/>
            </a:xfrm>
            <a:custGeom>
              <a:rect b="b" l="l" r="r" t="t"/>
              <a:pathLst>
                <a:path extrusionOk="0" fill="none" h="4707" w="8159">
                  <a:moveTo>
                    <a:pt x="0" y="4706"/>
                  </a:moveTo>
                  <a:lnTo>
                    <a:pt x="8158" y="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2" name="Google Shape;1562;p34"/>
            <p:cNvSpPr/>
            <p:nvPr/>
          </p:nvSpPr>
          <p:spPr>
            <a:xfrm>
              <a:off x="2141219" y="569345"/>
              <a:ext cx="326108" cy="326108"/>
            </a:xfrm>
            <a:custGeom>
              <a:rect b="b" l="l" r="r" t="t"/>
              <a:pathLst>
                <a:path extrusionOk="0" fill="none" h="6674" w="6674">
                  <a:moveTo>
                    <a:pt x="0" y="6674"/>
                  </a:moveTo>
                  <a:lnTo>
                    <a:pt x="6673" y="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3" name="Google Shape;1563;p34"/>
            <p:cNvSpPr/>
            <p:nvPr/>
          </p:nvSpPr>
          <p:spPr>
            <a:xfrm>
              <a:off x="2277840" y="597588"/>
              <a:ext cx="229996" cy="398718"/>
            </a:xfrm>
            <a:custGeom>
              <a:rect b="b" l="l" r="r" t="t"/>
              <a:pathLst>
                <a:path extrusionOk="0" fill="none" h="8160" w="4707">
                  <a:moveTo>
                    <a:pt x="1" y="8159"/>
                  </a:moveTo>
                  <a:lnTo>
                    <a:pt x="4707" y="1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4" name="Google Shape;1564;p34"/>
            <p:cNvSpPr/>
            <p:nvPr/>
          </p:nvSpPr>
          <p:spPr>
            <a:xfrm>
              <a:off x="2435227" y="613615"/>
              <a:ext cx="118785" cy="444893"/>
            </a:xfrm>
            <a:custGeom>
              <a:rect b="b" l="l" r="r" t="t"/>
              <a:pathLst>
                <a:path extrusionOk="0" fill="none" h="9105" w="2431">
                  <a:moveTo>
                    <a:pt x="1" y="9104"/>
                  </a:moveTo>
                  <a:lnTo>
                    <a:pt x="2431" y="1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5" name="Google Shape;1565;p34"/>
            <p:cNvSpPr/>
            <p:nvPr/>
          </p:nvSpPr>
          <p:spPr>
            <a:xfrm>
              <a:off x="2602973" y="617377"/>
              <a:ext cx="49" cy="460920"/>
            </a:xfrm>
            <a:custGeom>
              <a:rect b="b" l="l" r="r" t="t"/>
              <a:pathLst>
                <a:path extrusionOk="0" fill="none" h="9433" w="1">
                  <a:moveTo>
                    <a:pt x="1" y="9432"/>
                  </a:moveTo>
                  <a:lnTo>
                    <a:pt x="1" y="1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6" name="Google Shape;1566;p34"/>
            <p:cNvSpPr/>
            <p:nvPr/>
          </p:nvSpPr>
          <p:spPr>
            <a:xfrm>
              <a:off x="2651982" y="607996"/>
              <a:ext cx="118785" cy="444844"/>
            </a:xfrm>
            <a:custGeom>
              <a:rect b="b" l="l" r="r" t="t"/>
              <a:pathLst>
                <a:path extrusionOk="0" fill="none" h="9104" w="2431">
                  <a:moveTo>
                    <a:pt x="2431" y="9103"/>
                  </a:moveTo>
                  <a:lnTo>
                    <a:pt x="1" y="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7" name="Google Shape;1567;p34"/>
            <p:cNvSpPr/>
            <p:nvPr/>
          </p:nvSpPr>
          <p:spPr>
            <a:xfrm>
              <a:off x="2696300" y="586301"/>
              <a:ext cx="229996" cy="398669"/>
            </a:xfrm>
            <a:custGeom>
              <a:rect b="b" l="l" r="r" t="t"/>
              <a:pathLst>
                <a:path extrusionOk="0" fill="none" h="8159" w="4707">
                  <a:moveTo>
                    <a:pt x="4706" y="8159"/>
                  </a:moveTo>
                  <a:lnTo>
                    <a:pt x="0" y="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8" name="Google Shape;1568;p34"/>
            <p:cNvSpPr/>
            <p:nvPr/>
          </p:nvSpPr>
          <p:spPr>
            <a:xfrm>
              <a:off x="2733974" y="554247"/>
              <a:ext cx="325180" cy="326108"/>
            </a:xfrm>
            <a:custGeom>
              <a:rect b="b" l="l" r="r" t="t"/>
              <a:pathLst>
                <a:path extrusionOk="0" fill="none" h="6674" w="6655">
                  <a:moveTo>
                    <a:pt x="6655" y="6674"/>
                  </a:moveTo>
                  <a:lnTo>
                    <a:pt x="1" y="1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9" name="Google Shape;1569;p34"/>
            <p:cNvSpPr/>
            <p:nvPr/>
          </p:nvSpPr>
          <p:spPr>
            <a:xfrm>
              <a:off x="2761288" y="513739"/>
              <a:ext cx="398718" cy="229996"/>
            </a:xfrm>
            <a:custGeom>
              <a:rect b="b" l="l" r="r" t="t"/>
              <a:pathLst>
                <a:path extrusionOk="0" fill="none" h="4707" w="8160">
                  <a:moveTo>
                    <a:pt x="8159" y="4706"/>
                  </a:moveTo>
                  <a:lnTo>
                    <a:pt x="1" y="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0" name="Google Shape;1570;p34"/>
            <p:cNvSpPr/>
            <p:nvPr/>
          </p:nvSpPr>
          <p:spPr>
            <a:xfrm>
              <a:off x="2777315" y="466636"/>
              <a:ext cx="444893" cy="119713"/>
            </a:xfrm>
            <a:custGeom>
              <a:rect b="b" l="l" r="r" t="t"/>
              <a:pathLst>
                <a:path extrusionOk="0" fill="none" h="2450" w="9105">
                  <a:moveTo>
                    <a:pt x="9104" y="2449"/>
                  </a:moveTo>
                  <a:lnTo>
                    <a:pt x="1" y="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1" name="Google Shape;1571;p34"/>
            <p:cNvSpPr/>
            <p:nvPr/>
          </p:nvSpPr>
          <p:spPr>
            <a:xfrm>
              <a:off x="2781077" y="417626"/>
              <a:ext cx="460920" cy="49"/>
            </a:xfrm>
            <a:custGeom>
              <a:rect b="b" l="l" r="r" t="t"/>
              <a:pathLst>
                <a:path extrusionOk="0" fill="none" h="1" w="9433">
                  <a:moveTo>
                    <a:pt x="9432" y="0"/>
                  </a:moveTo>
                  <a:lnTo>
                    <a:pt x="1" y="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2" name="Google Shape;1572;p34"/>
            <p:cNvSpPr/>
            <p:nvPr/>
          </p:nvSpPr>
          <p:spPr>
            <a:xfrm>
              <a:off x="2771696" y="249880"/>
              <a:ext cx="444844" cy="119713"/>
            </a:xfrm>
            <a:custGeom>
              <a:rect b="b" l="l" r="r" t="t"/>
              <a:pathLst>
                <a:path extrusionOk="0" fill="none" h="2450" w="9104">
                  <a:moveTo>
                    <a:pt x="9103" y="0"/>
                  </a:moveTo>
                  <a:lnTo>
                    <a:pt x="0" y="24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3" name="Google Shape;1573;p34"/>
            <p:cNvSpPr/>
            <p:nvPr/>
          </p:nvSpPr>
          <p:spPr>
            <a:xfrm>
              <a:off x="2750929" y="94350"/>
              <a:ext cx="398718" cy="230973"/>
            </a:xfrm>
            <a:custGeom>
              <a:rect b="b" l="l" r="r" t="t"/>
              <a:pathLst>
                <a:path extrusionOk="0" fill="none" h="4727" w="8160">
                  <a:moveTo>
                    <a:pt x="8159" y="1"/>
                  </a:moveTo>
                  <a:lnTo>
                    <a:pt x="1" y="4726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4" name="Google Shape;1574;p34"/>
            <p:cNvSpPr/>
            <p:nvPr/>
          </p:nvSpPr>
          <p:spPr>
            <a:xfrm>
              <a:off x="2717947" y="-38508"/>
              <a:ext cx="326108" cy="326108"/>
            </a:xfrm>
            <a:custGeom>
              <a:rect b="b" l="l" r="r" t="t"/>
              <a:pathLst>
                <a:path extrusionOk="0" fill="none" h="6674" w="6674">
                  <a:moveTo>
                    <a:pt x="6674" y="0"/>
                  </a:moveTo>
                  <a:lnTo>
                    <a:pt x="1" y="6674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5" name="Google Shape;1575;p34"/>
            <p:cNvSpPr/>
            <p:nvPr/>
          </p:nvSpPr>
          <p:spPr>
            <a:xfrm>
              <a:off x="2677439" y="-139361"/>
              <a:ext cx="229996" cy="399646"/>
            </a:xfrm>
            <a:custGeom>
              <a:rect b="b" l="l" r="r" t="t"/>
              <a:pathLst>
                <a:path extrusionOk="0" fill="none" h="8179" w="4707">
                  <a:moveTo>
                    <a:pt x="4706" y="1"/>
                  </a:moveTo>
                  <a:lnTo>
                    <a:pt x="0" y="8178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6" name="Google Shape;1576;p34"/>
            <p:cNvSpPr/>
            <p:nvPr/>
          </p:nvSpPr>
          <p:spPr>
            <a:xfrm>
              <a:off x="2631264" y="-201563"/>
              <a:ext cx="118785" cy="444893"/>
            </a:xfrm>
            <a:custGeom>
              <a:rect b="b" l="l" r="r" t="t"/>
              <a:pathLst>
                <a:path extrusionOk="0" fill="none" h="9105" w="2431">
                  <a:moveTo>
                    <a:pt x="2430" y="1"/>
                  </a:moveTo>
                  <a:lnTo>
                    <a:pt x="0" y="9104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7" name="Google Shape;1577;p34"/>
            <p:cNvSpPr/>
            <p:nvPr/>
          </p:nvSpPr>
          <p:spPr>
            <a:xfrm>
              <a:off x="2607712" y="-215684"/>
              <a:ext cx="62251" cy="456180"/>
            </a:xfrm>
            <a:custGeom>
              <a:rect b="b" l="l" r="r" t="t"/>
              <a:pathLst>
                <a:path extrusionOk="0" fill="none" h="9336" w="1274">
                  <a:moveTo>
                    <a:pt x="1273" y="0"/>
                  </a:moveTo>
                  <a:lnTo>
                    <a:pt x="0" y="9335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8" name="Google Shape;1578;p34"/>
            <p:cNvSpPr/>
            <p:nvPr/>
          </p:nvSpPr>
          <p:spPr>
            <a:xfrm>
              <a:off x="2500263" y="-213779"/>
              <a:ext cx="57511" cy="457109"/>
            </a:xfrm>
            <a:custGeom>
              <a:rect b="b" l="l" r="r" t="t"/>
              <a:pathLst>
                <a:path extrusionOk="0" fill="none" h="9355" w="1177">
                  <a:moveTo>
                    <a:pt x="1" y="0"/>
                  </a:moveTo>
                  <a:lnTo>
                    <a:pt x="1177" y="9354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9" name="Google Shape;1579;p34"/>
            <p:cNvSpPr/>
            <p:nvPr/>
          </p:nvSpPr>
          <p:spPr>
            <a:xfrm>
              <a:off x="2337208" y="-168580"/>
              <a:ext cx="174390" cy="426961"/>
            </a:xfrm>
            <a:custGeom>
              <a:rect b="b" l="l" r="r" t="t"/>
              <a:pathLst>
                <a:path extrusionOk="0" fill="none" h="8738" w="3569">
                  <a:moveTo>
                    <a:pt x="1" y="1"/>
                  </a:moveTo>
                  <a:lnTo>
                    <a:pt x="3569" y="8738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0" name="Google Shape;1580;p34"/>
            <p:cNvSpPr/>
            <p:nvPr/>
          </p:nvSpPr>
          <p:spPr>
            <a:xfrm>
              <a:off x="2191157" y="-81849"/>
              <a:ext cx="279005" cy="366615"/>
            </a:xfrm>
            <a:custGeom>
              <a:rect b="b" l="l" r="r" t="t"/>
              <a:pathLst>
                <a:path extrusionOk="0" fill="none" h="7503" w="5710">
                  <a:moveTo>
                    <a:pt x="0" y="0"/>
                  </a:moveTo>
                  <a:lnTo>
                    <a:pt x="5709" y="7503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1" name="Google Shape;1581;p34"/>
            <p:cNvSpPr/>
            <p:nvPr/>
          </p:nvSpPr>
          <p:spPr>
            <a:xfrm>
              <a:off x="2072420" y="39722"/>
              <a:ext cx="364759" cy="281790"/>
            </a:xfrm>
            <a:custGeom>
              <a:rect b="b" l="l" r="r" t="t"/>
              <a:pathLst>
                <a:path extrusionOk="0" fill="none" h="5767" w="7465">
                  <a:moveTo>
                    <a:pt x="0" y="0"/>
                  </a:moveTo>
                  <a:lnTo>
                    <a:pt x="7464" y="5767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2" name="Google Shape;1582;p34"/>
            <p:cNvSpPr/>
            <p:nvPr/>
          </p:nvSpPr>
          <p:spPr>
            <a:xfrm>
              <a:off x="1989500" y="187678"/>
              <a:ext cx="425055" cy="178153"/>
            </a:xfrm>
            <a:custGeom>
              <a:rect b="b" l="l" r="r" t="t"/>
              <a:pathLst>
                <a:path extrusionOk="0" fill="none" h="3646" w="8699">
                  <a:moveTo>
                    <a:pt x="0" y="0"/>
                  </a:moveTo>
                  <a:lnTo>
                    <a:pt x="8698" y="3645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3" name="Google Shape;1583;p34"/>
            <p:cNvSpPr/>
            <p:nvPr/>
          </p:nvSpPr>
          <p:spPr>
            <a:xfrm>
              <a:off x="1948016" y="351662"/>
              <a:ext cx="456180" cy="62251"/>
            </a:xfrm>
            <a:custGeom>
              <a:rect b="b" l="l" r="r" t="t"/>
              <a:pathLst>
                <a:path extrusionOk="0" fill="none" h="1274" w="9336">
                  <a:moveTo>
                    <a:pt x="1" y="0"/>
                  </a:moveTo>
                  <a:lnTo>
                    <a:pt x="9335" y="1273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4" name="Google Shape;1584;p34"/>
            <p:cNvSpPr/>
            <p:nvPr/>
          </p:nvSpPr>
          <p:spPr>
            <a:xfrm>
              <a:off x="1949921" y="462824"/>
              <a:ext cx="457109" cy="58488"/>
            </a:xfrm>
            <a:custGeom>
              <a:rect b="b" l="l" r="r" t="t"/>
              <a:pathLst>
                <a:path extrusionOk="0" fill="none" h="1197" w="9355">
                  <a:moveTo>
                    <a:pt x="0" y="1197"/>
                  </a:moveTo>
                  <a:lnTo>
                    <a:pt x="9354" y="1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5" name="Google Shape;1585;p34"/>
            <p:cNvSpPr/>
            <p:nvPr/>
          </p:nvSpPr>
          <p:spPr>
            <a:xfrm>
              <a:off x="1996097" y="509977"/>
              <a:ext cx="425983" cy="174390"/>
            </a:xfrm>
            <a:custGeom>
              <a:rect b="b" l="l" r="r" t="t"/>
              <a:pathLst>
                <a:path extrusionOk="0" fill="none" h="3569" w="8718">
                  <a:moveTo>
                    <a:pt x="0" y="3568"/>
                  </a:moveTo>
                  <a:lnTo>
                    <a:pt x="8718" y="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6" name="Google Shape;1586;p34"/>
            <p:cNvSpPr/>
            <p:nvPr/>
          </p:nvSpPr>
          <p:spPr>
            <a:xfrm>
              <a:off x="2081851" y="551413"/>
              <a:ext cx="367593" cy="279005"/>
            </a:xfrm>
            <a:custGeom>
              <a:rect b="b" l="l" r="r" t="t"/>
              <a:pathLst>
                <a:path extrusionOk="0" fill="none" h="5710" w="7523">
                  <a:moveTo>
                    <a:pt x="0" y="5710"/>
                  </a:moveTo>
                  <a:lnTo>
                    <a:pt x="7522" y="1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7" name="Google Shape;1587;p34"/>
            <p:cNvSpPr/>
            <p:nvPr/>
          </p:nvSpPr>
          <p:spPr>
            <a:xfrm>
              <a:off x="2203422" y="584395"/>
              <a:ext cx="281790" cy="363830"/>
            </a:xfrm>
            <a:custGeom>
              <a:rect b="b" l="l" r="r" t="t"/>
              <a:pathLst>
                <a:path extrusionOk="0" fill="none" h="7446" w="5767">
                  <a:moveTo>
                    <a:pt x="0" y="7446"/>
                  </a:moveTo>
                  <a:lnTo>
                    <a:pt x="5767" y="1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8" name="Google Shape;1588;p34"/>
            <p:cNvSpPr/>
            <p:nvPr/>
          </p:nvSpPr>
          <p:spPr>
            <a:xfrm>
              <a:off x="2351378" y="607018"/>
              <a:ext cx="178153" cy="424126"/>
            </a:xfrm>
            <a:custGeom>
              <a:rect b="b" l="l" r="r" t="t"/>
              <a:pathLst>
                <a:path extrusionOk="0" fill="none" h="8680" w="3646">
                  <a:moveTo>
                    <a:pt x="0" y="8680"/>
                  </a:moveTo>
                  <a:lnTo>
                    <a:pt x="3645" y="1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9" name="Google Shape;1589;p34"/>
            <p:cNvSpPr/>
            <p:nvPr/>
          </p:nvSpPr>
          <p:spPr>
            <a:xfrm>
              <a:off x="2515362" y="616449"/>
              <a:ext cx="62251" cy="457109"/>
            </a:xfrm>
            <a:custGeom>
              <a:rect b="b" l="l" r="r" t="t"/>
              <a:pathLst>
                <a:path extrusionOk="0" fill="none" h="9355" w="1274">
                  <a:moveTo>
                    <a:pt x="0" y="9355"/>
                  </a:moveTo>
                  <a:lnTo>
                    <a:pt x="1273" y="1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90" name="Google Shape;1590;p34"/>
            <p:cNvSpPr/>
            <p:nvPr/>
          </p:nvSpPr>
          <p:spPr>
            <a:xfrm>
              <a:off x="2626524" y="614592"/>
              <a:ext cx="58488" cy="457109"/>
            </a:xfrm>
            <a:custGeom>
              <a:rect b="b" l="l" r="r" t="t"/>
              <a:pathLst>
                <a:path extrusionOk="0" fill="none" h="9355" w="1197">
                  <a:moveTo>
                    <a:pt x="1197" y="9354"/>
                  </a:moveTo>
                  <a:lnTo>
                    <a:pt x="1" y="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91" name="Google Shape;1591;p34"/>
            <p:cNvSpPr/>
            <p:nvPr/>
          </p:nvSpPr>
          <p:spPr>
            <a:xfrm>
              <a:off x="2673677" y="598565"/>
              <a:ext cx="174390" cy="426961"/>
            </a:xfrm>
            <a:custGeom>
              <a:rect b="b" l="l" r="r" t="t"/>
              <a:pathLst>
                <a:path extrusionOk="0" fill="none" h="8738" w="3569">
                  <a:moveTo>
                    <a:pt x="3568" y="8737"/>
                  </a:moveTo>
                  <a:lnTo>
                    <a:pt x="0" y="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92" name="Google Shape;1592;p34"/>
            <p:cNvSpPr/>
            <p:nvPr/>
          </p:nvSpPr>
          <p:spPr>
            <a:xfrm>
              <a:off x="2715113" y="572179"/>
              <a:ext cx="279005" cy="366615"/>
            </a:xfrm>
            <a:custGeom>
              <a:rect b="b" l="l" r="r" t="t"/>
              <a:pathLst>
                <a:path extrusionOk="0" fill="none" h="7503" w="5710">
                  <a:moveTo>
                    <a:pt x="5710" y="7503"/>
                  </a:moveTo>
                  <a:lnTo>
                    <a:pt x="1" y="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93" name="Google Shape;1593;p34"/>
            <p:cNvSpPr/>
            <p:nvPr/>
          </p:nvSpPr>
          <p:spPr>
            <a:xfrm>
              <a:off x="2748095" y="535386"/>
              <a:ext cx="364759" cy="281839"/>
            </a:xfrm>
            <a:custGeom>
              <a:rect b="b" l="l" r="r" t="t"/>
              <a:pathLst>
                <a:path extrusionOk="0" fill="none" h="5768" w="7465">
                  <a:moveTo>
                    <a:pt x="7465" y="5768"/>
                  </a:moveTo>
                  <a:lnTo>
                    <a:pt x="1" y="1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94" name="Google Shape;1594;p34"/>
            <p:cNvSpPr/>
            <p:nvPr/>
          </p:nvSpPr>
          <p:spPr>
            <a:xfrm>
              <a:off x="2770718" y="491116"/>
              <a:ext cx="424126" cy="179081"/>
            </a:xfrm>
            <a:custGeom>
              <a:rect b="b" l="l" r="r" t="t"/>
              <a:pathLst>
                <a:path extrusionOk="0" fill="none" h="3665" w="8680">
                  <a:moveTo>
                    <a:pt x="8680" y="3665"/>
                  </a:moveTo>
                  <a:lnTo>
                    <a:pt x="1" y="1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95" name="Google Shape;1595;p34"/>
            <p:cNvSpPr/>
            <p:nvPr/>
          </p:nvSpPr>
          <p:spPr>
            <a:xfrm>
              <a:off x="2781077" y="443035"/>
              <a:ext cx="456180" cy="62251"/>
            </a:xfrm>
            <a:custGeom>
              <a:rect b="b" l="l" r="r" t="t"/>
              <a:pathLst>
                <a:path extrusionOk="0" fill="none" h="1274" w="9336">
                  <a:moveTo>
                    <a:pt x="9336" y="1274"/>
                  </a:moveTo>
                  <a:lnTo>
                    <a:pt x="1" y="1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96" name="Google Shape;1596;p34"/>
            <p:cNvSpPr/>
            <p:nvPr/>
          </p:nvSpPr>
          <p:spPr>
            <a:xfrm>
              <a:off x="2778292" y="335635"/>
              <a:ext cx="457109" cy="58440"/>
            </a:xfrm>
            <a:custGeom>
              <a:rect b="b" l="l" r="r" t="t"/>
              <a:pathLst>
                <a:path extrusionOk="0" fill="none" h="1196" w="9355">
                  <a:moveTo>
                    <a:pt x="9354" y="0"/>
                  </a:moveTo>
                  <a:lnTo>
                    <a:pt x="0" y="1196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97" name="Google Shape;1597;p34"/>
            <p:cNvSpPr/>
            <p:nvPr/>
          </p:nvSpPr>
          <p:spPr>
            <a:xfrm>
              <a:off x="2763194" y="172579"/>
              <a:ext cx="426032" cy="174390"/>
            </a:xfrm>
            <a:custGeom>
              <a:rect b="b" l="l" r="r" t="t"/>
              <a:pathLst>
                <a:path extrusionOk="0" fill="none" h="3569" w="8719">
                  <a:moveTo>
                    <a:pt x="8718" y="1"/>
                  </a:moveTo>
                  <a:lnTo>
                    <a:pt x="1" y="3569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98" name="Google Shape;1598;p34"/>
            <p:cNvSpPr/>
            <p:nvPr/>
          </p:nvSpPr>
          <p:spPr>
            <a:xfrm>
              <a:off x="2735879" y="27457"/>
              <a:ext cx="366615" cy="278076"/>
            </a:xfrm>
            <a:custGeom>
              <a:rect b="b" l="l" r="r" t="t"/>
              <a:pathLst>
                <a:path extrusionOk="0" fill="none" h="5691" w="7503">
                  <a:moveTo>
                    <a:pt x="7503" y="0"/>
                  </a:moveTo>
                  <a:lnTo>
                    <a:pt x="0" y="569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99" name="Google Shape;1599;p34"/>
            <p:cNvSpPr/>
            <p:nvPr/>
          </p:nvSpPr>
          <p:spPr>
            <a:xfrm>
              <a:off x="2699135" y="-91280"/>
              <a:ext cx="282767" cy="364759"/>
            </a:xfrm>
            <a:custGeom>
              <a:rect b="b" l="l" r="r" t="t"/>
              <a:pathLst>
                <a:path extrusionOk="0" fill="none" h="7465" w="5787">
                  <a:moveTo>
                    <a:pt x="5786" y="0"/>
                  </a:moveTo>
                  <a:lnTo>
                    <a:pt x="0" y="7464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0" name="Google Shape;1600;p34"/>
            <p:cNvSpPr/>
            <p:nvPr/>
          </p:nvSpPr>
          <p:spPr>
            <a:xfrm>
              <a:off x="2655744" y="-174200"/>
              <a:ext cx="178153" cy="425055"/>
            </a:xfrm>
            <a:custGeom>
              <a:rect b="b" l="l" r="r" t="t"/>
              <a:pathLst>
                <a:path extrusionOk="0" fill="none" h="8699" w="3646">
                  <a:moveTo>
                    <a:pt x="3646" y="0"/>
                  </a:moveTo>
                  <a:lnTo>
                    <a:pt x="1" y="8698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601" name="Google Shape;1601;p34"/>
          <p:cNvGrpSpPr/>
          <p:nvPr/>
        </p:nvGrpSpPr>
        <p:grpSpPr>
          <a:xfrm flipH="1" rot="10800000">
            <a:off x="8366565" y="1480192"/>
            <a:ext cx="1965289" cy="517060"/>
            <a:chOff x="3539975" y="3523525"/>
            <a:chExt cx="745925" cy="196250"/>
          </a:xfrm>
        </p:grpSpPr>
        <p:sp>
          <p:nvSpPr>
            <p:cNvPr id="1602" name="Google Shape;1602;p34"/>
            <p:cNvSpPr/>
            <p:nvPr/>
          </p:nvSpPr>
          <p:spPr>
            <a:xfrm>
              <a:off x="3539975" y="3523525"/>
              <a:ext cx="196250" cy="196250"/>
            </a:xfrm>
            <a:custGeom>
              <a:rect b="b" l="l" r="r" t="t"/>
              <a:pathLst>
                <a:path extrusionOk="0" fill="none" h="7850" w="785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3" name="Google Shape;1603;p34"/>
            <p:cNvSpPr/>
            <p:nvPr/>
          </p:nvSpPr>
          <p:spPr>
            <a:xfrm>
              <a:off x="3576625" y="3523525"/>
              <a:ext cx="196250" cy="196250"/>
            </a:xfrm>
            <a:custGeom>
              <a:rect b="b" l="l" r="r" t="t"/>
              <a:pathLst>
                <a:path extrusionOk="0" fill="none" h="7850" w="785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4" name="Google Shape;1604;p34"/>
            <p:cNvSpPr/>
            <p:nvPr/>
          </p:nvSpPr>
          <p:spPr>
            <a:xfrm>
              <a:off x="3613250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1" y="0"/>
                  </a:moveTo>
                  <a:lnTo>
                    <a:pt x="7851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5" name="Google Shape;1605;p34"/>
            <p:cNvSpPr/>
            <p:nvPr/>
          </p:nvSpPr>
          <p:spPr>
            <a:xfrm>
              <a:off x="3649900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1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6" name="Google Shape;1606;p34"/>
            <p:cNvSpPr/>
            <p:nvPr/>
          </p:nvSpPr>
          <p:spPr>
            <a:xfrm>
              <a:off x="3686550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7" name="Google Shape;1607;p34"/>
            <p:cNvSpPr/>
            <p:nvPr/>
          </p:nvSpPr>
          <p:spPr>
            <a:xfrm>
              <a:off x="3723200" y="3523525"/>
              <a:ext cx="196250" cy="196250"/>
            </a:xfrm>
            <a:custGeom>
              <a:rect b="b" l="l" r="r" t="t"/>
              <a:pathLst>
                <a:path extrusionOk="0" fill="none" h="7850" w="785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8" name="Google Shape;1608;p34"/>
            <p:cNvSpPr/>
            <p:nvPr/>
          </p:nvSpPr>
          <p:spPr>
            <a:xfrm>
              <a:off x="3759825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1" y="0"/>
                  </a:moveTo>
                  <a:lnTo>
                    <a:pt x="7851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9" name="Google Shape;1609;p34"/>
            <p:cNvSpPr/>
            <p:nvPr/>
          </p:nvSpPr>
          <p:spPr>
            <a:xfrm>
              <a:off x="3796475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1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10" name="Google Shape;1610;p34"/>
            <p:cNvSpPr/>
            <p:nvPr/>
          </p:nvSpPr>
          <p:spPr>
            <a:xfrm>
              <a:off x="3833125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1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11" name="Google Shape;1611;p34"/>
            <p:cNvSpPr/>
            <p:nvPr/>
          </p:nvSpPr>
          <p:spPr>
            <a:xfrm>
              <a:off x="3869775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12" name="Google Shape;1612;p34"/>
            <p:cNvSpPr/>
            <p:nvPr/>
          </p:nvSpPr>
          <p:spPr>
            <a:xfrm>
              <a:off x="3906425" y="3523525"/>
              <a:ext cx="196250" cy="196250"/>
            </a:xfrm>
            <a:custGeom>
              <a:rect b="b" l="l" r="r" t="t"/>
              <a:pathLst>
                <a:path extrusionOk="0" fill="none" h="7850" w="785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13" name="Google Shape;1613;p34"/>
            <p:cNvSpPr/>
            <p:nvPr/>
          </p:nvSpPr>
          <p:spPr>
            <a:xfrm>
              <a:off x="3943050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1" y="0"/>
                  </a:moveTo>
                  <a:lnTo>
                    <a:pt x="7851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14" name="Google Shape;1614;p34"/>
            <p:cNvSpPr/>
            <p:nvPr/>
          </p:nvSpPr>
          <p:spPr>
            <a:xfrm>
              <a:off x="3979700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1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15" name="Google Shape;1615;p34"/>
            <p:cNvSpPr/>
            <p:nvPr/>
          </p:nvSpPr>
          <p:spPr>
            <a:xfrm>
              <a:off x="4016350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1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16" name="Google Shape;1616;p34"/>
            <p:cNvSpPr/>
            <p:nvPr/>
          </p:nvSpPr>
          <p:spPr>
            <a:xfrm>
              <a:off x="4053000" y="3523525"/>
              <a:ext cx="196250" cy="196250"/>
            </a:xfrm>
            <a:custGeom>
              <a:rect b="b" l="l" r="r" t="t"/>
              <a:pathLst>
                <a:path extrusionOk="0" fill="none" h="7850" w="785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17" name="Google Shape;1617;p34"/>
            <p:cNvSpPr/>
            <p:nvPr/>
          </p:nvSpPr>
          <p:spPr>
            <a:xfrm>
              <a:off x="4089650" y="3523525"/>
              <a:ext cx="196250" cy="196250"/>
            </a:xfrm>
            <a:custGeom>
              <a:rect b="b" l="l" r="r" t="t"/>
              <a:pathLst>
                <a:path extrusionOk="0" fill="none" h="7850" w="785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18" name="Google Shape;1618;p34"/>
          <p:cNvSpPr/>
          <p:nvPr/>
        </p:nvSpPr>
        <p:spPr>
          <a:xfrm flipH="1" rot="10800000">
            <a:off x="3819050" y="3824417"/>
            <a:ext cx="555517" cy="554294"/>
          </a:xfrm>
          <a:custGeom>
            <a:rect b="b" l="l" r="r" t="t"/>
            <a:pathLst>
              <a:path extrusionOk="0" h="11337" w="11362">
                <a:moveTo>
                  <a:pt x="11362" y="5668"/>
                </a:moveTo>
                <a:cubicBezTo>
                  <a:pt x="11362" y="8798"/>
                  <a:pt x="8823" y="11337"/>
                  <a:pt x="5669" y="11337"/>
                </a:cubicBezTo>
                <a:cubicBezTo>
                  <a:pt x="2539" y="11337"/>
                  <a:pt x="1" y="8798"/>
                  <a:pt x="1" y="5668"/>
                </a:cubicBezTo>
                <a:cubicBezTo>
                  <a:pt x="1" y="2539"/>
                  <a:pt x="2539" y="0"/>
                  <a:pt x="5669" y="0"/>
                </a:cubicBezTo>
                <a:cubicBezTo>
                  <a:pt x="8823" y="0"/>
                  <a:pt x="11362" y="2539"/>
                  <a:pt x="11362" y="5668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3">
  <p:cSld name="CUSTOM_2_2_1_1">
    <p:spTree>
      <p:nvGrpSpPr>
        <p:cNvPr id="1619" name="Shape 16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20" name="Google Shape;1620;p35"/>
          <p:cNvPicPr preferRelativeResize="0"/>
          <p:nvPr/>
        </p:nvPicPr>
        <p:blipFill rotWithShape="1">
          <a:blip r:embed="rId2">
            <a:alphaModFix amt="60000"/>
          </a:blip>
          <a:srcRect b="10" l="0" r="0" t="10"/>
          <a:stretch/>
        </p:blipFill>
        <p:spPr>
          <a:xfrm rot="10800000">
            <a:off x="0" y="1"/>
            <a:ext cx="9144002" cy="5143499"/>
          </a:xfrm>
          <a:prstGeom prst="rect">
            <a:avLst/>
          </a:prstGeom>
          <a:noFill/>
          <a:ln>
            <a:noFill/>
          </a:ln>
        </p:spPr>
      </p:pic>
      <p:sp>
        <p:nvSpPr>
          <p:cNvPr id="1621" name="Google Shape;1621;p35"/>
          <p:cNvSpPr txBox="1"/>
          <p:nvPr>
            <p:ph type="title"/>
          </p:nvPr>
        </p:nvSpPr>
        <p:spPr>
          <a:xfrm>
            <a:off x="713750" y="1225788"/>
            <a:ext cx="3367200" cy="17265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9pPr>
          </a:lstStyle>
          <a:p/>
        </p:txBody>
      </p:sp>
      <p:sp>
        <p:nvSpPr>
          <p:cNvPr id="1622" name="Google Shape;1622;p35"/>
          <p:cNvSpPr txBox="1"/>
          <p:nvPr>
            <p:ph idx="1" type="subTitle"/>
          </p:nvPr>
        </p:nvSpPr>
        <p:spPr>
          <a:xfrm>
            <a:off x="713875" y="3105588"/>
            <a:ext cx="3856500" cy="97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1623" name="Google Shape;1623;p35"/>
          <p:cNvGrpSpPr/>
          <p:nvPr/>
        </p:nvGrpSpPr>
        <p:grpSpPr>
          <a:xfrm flipH="1">
            <a:off x="-495776" y="4383620"/>
            <a:ext cx="1965289" cy="517060"/>
            <a:chOff x="3539975" y="3523525"/>
            <a:chExt cx="745925" cy="196250"/>
          </a:xfrm>
        </p:grpSpPr>
        <p:sp>
          <p:nvSpPr>
            <p:cNvPr id="1624" name="Google Shape;1624;p35"/>
            <p:cNvSpPr/>
            <p:nvPr/>
          </p:nvSpPr>
          <p:spPr>
            <a:xfrm>
              <a:off x="3539975" y="3523525"/>
              <a:ext cx="196250" cy="196250"/>
            </a:xfrm>
            <a:custGeom>
              <a:rect b="b" l="l" r="r" t="t"/>
              <a:pathLst>
                <a:path extrusionOk="0" fill="none" h="7850" w="785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5" name="Google Shape;1625;p35"/>
            <p:cNvSpPr/>
            <p:nvPr/>
          </p:nvSpPr>
          <p:spPr>
            <a:xfrm>
              <a:off x="3576625" y="3523525"/>
              <a:ext cx="196250" cy="196250"/>
            </a:xfrm>
            <a:custGeom>
              <a:rect b="b" l="l" r="r" t="t"/>
              <a:pathLst>
                <a:path extrusionOk="0" fill="none" h="7850" w="785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6" name="Google Shape;1626;p35"/>
            <p:cNvSpPr/>
            <p:nvPr/>
          </p:nvSpPr>
          <p:spPr>
            <a:xfrm>
              <a:off x="3613250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1" y="0"/>
                  </a:moveTo>
                  <a:lnTo>
                    <a:pt x="7851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7" name="Google Shape;1627;p35"/>
            <p:cNvSpPr/>
            <p:nvPr/>
          </p:nvSpPr>
          <p:spPr>
            <a:xfrm>
              <a:off x="3649900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1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8" name="Google Shape;1628;p35"/>
            <p:cNvSpPr/>
            <p:nvPr/>
          </p:nvSpPr>
          <p:spPr>
            <a:xfrm>
              <a:off x="3686550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9" name="Google Shape;1629;p35"/>
            <p:cNvSpPr/>
            <p:nvPr/>
          </p:nvSpPr>
          <p:spPr>
            <a:xfrm>
              <a:off x="3723200" y="3523525"/>
              <a:ext cx="196250" cy="196250"/>
            </a:xfrm>
            <a:custGeom>
              <a:rect b="b" l="l" r="r" t="t"/>
              <a:pathLst>
                <a:path extrusionOk="0" fill="none" h="7850" w="785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0" name="Google Shape;1630;p35"/>
            <p:cNvSpPr/>
            <p:nvPr/>
          </p:nvSpPr>
          <p:spPr>
            <a:xfrm>
              <a:off x="3759825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1" y="0"/>
                  </a:moveTo>
                  <a:lnTo>
                    <a:pt x="7851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1" name="Google Shape;1631;p35"/>
            <p:cNvSpPr/>
            <p:nvPr/>
          </p:nvSpPr>
          <p:spPr>
            <a:xfrm>
              <a:off x="3796475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1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2" name="Google Shape;1632;p35"/>
            <p:cNvSpPr/>
            <p:nvPr/>
          </p:nvSpPr>
          <p:spPr>
            <a:xfrm>
              <a:off x="3833125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1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3" name="Google Shape;1633;p35"/>
            <p:cNvSpPr/>
            <p:nvPr/>
          </p:nvSpPr>
          <p:spPr>
            <a:xfrm>
              <a:off x="3869775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4" name="Google Shape;1634;p35"/>
            <p:cNvSpPr/>
            <p:nvPr/>
          </p:nvSpPr>
          <p:spPr>
            <a:xfrm>
              <a:off x="3906425" y="3523525"/>
              <a:ext cx="196250" cy="196250"/>
            </a:xfrm>
            <a:custGeom>
              <a:rect b="b" l="l" r="r" t="t"/>
              <a:pathLst>
                <a:path extrusionOk="0" fill="none" h="7850" w="785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5" name="Google Shape;1635;p35"/>
            <p:cNvSpPr/>
            <p:nvPr/>
          </p:nvSpPr>
          <p:spPr>
            <a:xfrm>
              <a:off x="3943050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1" y="0"/>
                  </a:moveTo>
                  <a:lnTo>
                    <a:pt x="7851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6" name="Google Shape;1636;p35"/>
            <p:cNvSpPr/>
            <p:nvPr/>
          </p:nvSpPr>
          <p:spPr>
            <a:xfrm>
              <a:off x="3979700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1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7" name="Google Shape;1637;p35"/>
            <p:cNvSpPr/>
            <p:nvPr/>
          </p:nvSpPr>
          <p:spPr>
            <a:xfrm>
              <a:off x="4016350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1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8" name="Google Shape;1638;p35"/>
            <p:cNvSpPr/>
            <p:nvPr/>
          </p:nvSpPr>
          <p:spPr>
            <a:xfrm>
              <a:off x="4053000" y="3523525"/>
              <a:ext cx="196250" cy="196250"/>
            </a:xfrm>
            <a:custGeom>
              <a:rect b="b" l="l" r="r" t="t"/>
              <a:pathLst>
                <a:path extrusionOk="0" fill="none" h="7850" w="785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9" name="Google Shape;1639;p35"/>
            <p:cNvSpPr/>
            <p:nvPr/>
          </p:nvSpPr>
          <p:spPr>
            <a:xfrm>
              <a:off x="4089650" y="3523525"/>
              <a:ext cx="196250" cy="196250"/>
            </a:xfrm>
            <a:custGeom>
              <a:rect b="b" l="l" r="r" t="t"/>
              <a:pathLst>
                <a:path extrusionOk="0" fill="none" h="7850" w="785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pic>
        <p:nvPicPr>
          <p:cNvPr id="1640" name="Google Shape;1640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>
            <a:off x="-936799" y="-1543012"/>
            <a:ext cx="2527512" cy="2681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4">
  <p:cSld name="CUSTOM_2_2_1_1_1">
    <p:spTree>
      <p:nvGrpSpPr>
        <p:cNvPr id="1641" name="Shape 16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42" name="Google Shape;1642;p36"/>
          <p:cNvPicPr preferRelativeResize="0"/>
          <p:nvPr/>
        </p:nvPicPr>
        <p:blipFill rotWithShape="1">
          <a:blip r:embed="rId2">
            <a:alphaModFix amt="60000"/>
          </a:blip>
          <a:srcRect b="10" l="0" r="0" t="10"/>
          <a:stretch/>
        </p:blipFill>
        <p:spPr>
          <a:xfrm flipH="1">
            <a:off x="0" y="1"/>
            <a:ext cx="9144002" cy="5143499"/>
          </a:xfrm>
          <a:prstGeom prst="rect">
            <a:avLst/>
          </a:prstGeom>
          <a:noFill/>
          <a:ln>
            <a:noFill/>
          </a:ln>
        </p:spPr>
      </p:pic>
      <p:sp>
        <p:nvSpPr>
          <p:cNvPr id="1643" name="Google Shape;1643;p36"/>
          <p:cNvSpPr txBox="1"/>
          <p:nvPr>
            <p:ph idx="1" type="subTitle"/>
          </p:nvPr>
        </p:nvSpPr>
        <p:spPr>
          <a:xfrm>
            <a:off x="5071875" y="2238850"/>
            <a:ext cx="3288300" cy="118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44" name="Google Shape;1644;p36"/>
          <p:cNvSpPr txBox="1"/>
          <p:nvPr>
            <p:ph type="title"/>
          </p:nvPr>
        </p:nvSpPr>
        <p:spPr>
          <a:xfrm>
            <a:off x="715500" y="538250"/>
            <a:ext cx="7713000" cy="4206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900"/>
              <a:buNone/>
              <a:defRPr sz="2900">
                <a:latin typeface="Aldrich"/>
                <a:ea typeface="Aldrich"/>
                <a:cs typeface="Aldrich"/>
                <a:sym typeface="Aldrich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9pPr>
          </a:lstStyle>
          <a:p/>
        </p:txBody>
      </p:sp>
      <p:grpSp>
        <p:nvGrpSpPr>
          <p:cNvPr id="1645" name="Google Shape;1645;p36"/>
          <p:cNvGrpSpPr/>
          <p:nvPr/>
        </p:nvGrpSpPr>
        <p:grpSpPr>
          <a:xfrm flipH="1" rot="10800000">
            <a:off x="391864" y="1596484"/>
            <a:ext cx="289170" cy="284718"/>
            <a:chOff x="426000" y="3302025"/>
            <a:chExt cx="220875" cy="217475"/>
          </a:xfrm>
        </p:grpSpPr>
        <p:sp>
          <p:nvSpPr>
            <p:cNvPr id="1646" name="Google Shape;1646;p36"/>
            <p:cNvSpPr/>
            <p:nvPr/>
          </p:nvSpPr>
          <p:spPr>
            <a:xfrm>
              <a:off x="426000" y="3425950"/>
              <a:ext cx="214125" cy="93550"/>
            </a:xfrm>
            <a:custGeom>
              <a:rect b="b" l="l" r="r" t="t"/>
              <a:pathLst>
                <a:path extrusionOk="0" h="3742" w="8565">
                  <a:moveTo>
                    <a:pt x="1" y="0"/>
                  </a:moveTo>
                  <a:cubicBezTo>
                    <a:pt x="290" y="2141"/>
                    <a:pt x="2122" y="3742"/>
                    <a:pt x="4283" y="3742"/>
                  </a:cubicBezTo>
                  <a:cubicBezTo>
                    <a:pt x="6443" y="3742"/>
                    <a:pt x="8275" y="2141"/>
                    <a:pt x="856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7" name="Google Shape;1647;p36"/>
            <p:cNvSpPr/>
            <p:nvPr/>
          </p:nvSpPr>
          <p:spPr>
            <a:xfrm>
              <a:off x="432750" y="3302025"/>
              <a:ext cx="214125" cy="94050"/>
            </a:xfrm>
            <a:custGeom>
              <a:rect b="b" l="l" r="r" t="t"/>
              <a:pathLst>
                <a:path extrusionOk="0" h="3762" w="8565">
                  <a:moveTo>
                    <a:pt x="1" y="0"/>
                  </a:moveTo>
                  <a:cubicBezTo>
                    <a:pt x="271" y="2141"/>
                    <a:pt x="2103" y="3761"/>
                    <a:pt x="4283" y="3761"/>
                  </a:cubicBezTo>
                  <a:cubicBezTo>
                    <a:pt x="6443" y="3761"/>
                    <a:pt x="8275" y="2141"/>
                    <a:pt x="856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648" name="Google Shape;1648;p36"/>
          <p:cNvGrpSpPr/>
          <p:nvPr/>
        </p:nvGrpSpPr>
        <p:grpSpPr>
          <a:xfrm flipH="1" rot="10800000">
            <a:off x="357713" y="3564393"/>
            <a:ext cx="357454" cy="956304"/>
            <a:chOff x="357713" y="600975"/>
            <a:chExt cx="357454" cy="956304"/>
          </a:xfrm>
        </p:grpSpPr>
        <p:sp>
          <p:nvSpPr>
            <p:cNvPr id="1649" name="Google Shape;1649;p36"/>
            <p:cNvSpPr/>
            <p:nvPr/>
          </p:nvSpPr>
          <p:spPr>
            <a:xfrm>
              <a:off x="357713" y="600975"/>
              <a:ext cx="357454" cy="357454"/>
            </a:xfrm>
            <a:custGeom>
              <a:rect b="b" l="l" r="r" t="t"/>
              <a:pathLst>
                <a:path extrusionOk="0" fill="none" h="6539" w="6539">
                  <a:moveTo>
                    <a:pt x="3954" y="367"/>
                  </a:moveTo>
                  <a:cubicBezTo>
                    <a:pt x="5535" y="752"/>
                    <a:pt x="6538" y="2353"/>
                    <a:pt x="6152" y="3954"/>
                  </a:cubicBezTo>
                  <a:cubicBezTo>
                    <a:pt x="5767" y="5535"/>
                    <a:pt x="4166" y="6538"/>
                    <a:pt x="2584" y="6153"/>
                  </a:cubicBezTo>
                  <a:cubicBezTo>
                    <a:pt x="984" y="5767"/>
                    <a:pt x="0" y="4166"/>
                    <a:pt x="366" y="2585"/>
                  </a:cubicBezTo>
                  <a:cubicBezTo>
                    <a:pt x="752" y="984"/>
                    <a:pt x="2353" y="0"/>
                    <a:pt x="3954" y="367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0" name="Google Shape;1650;p36"/>
            <p:cNvSpPr/>
            <p:nvPr/>
          </p:nvSpPr>
          <p:spPr>
            <a:xfrm>
              <a:off x="374549" y="819196"/>
              <a:ext cx="324765" cy="324765"/>
            </a:xfrm>
            <a:custGeom>
              <a:rect b="b" l="l" r="r" t="t"/>
              <a:pathLst>
                <a:path extrusionOk="0" fill="none" h="5941" w="5941">
                  <a:moveTo>
                    <a:pt x="5941" y="2971"/>
                  </a:moveTo>
                  <a:cubicBezTo>
                    <a:pt x="5941" y="4610"/>
                    <a:pt x="4610" y="5941"/>
                    <a:pt x="2971" y="5941"/>
                  </a:cubicBezTo>
                  <a:cubicBezTo>
                    <a:pt x="1331" y="5941"/>
                    <a:pt x="1" y="4610"/>
                    <a:pt x="1" y="2971"/>
                  </a:cubicBezTo>
                  <a:cubicBezTo>
                    <a:pt x="1" y="1331"/>
                    <a:pt x="1331" y="1"/>
                    <a:pt x="2971" y="1"/>
                  </a:cubicBezTo>
                  <a:cubicBezTo>
                    <a:pt x="4610" y="1"/>
                    <a:pt x="5941" y="1331"/>
                    <a:pt x="5941" y="2971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1" name="Google Shape;1651;p36"/>
            <p:cNvSpPr/>
            <p:nvPr/>
          </p:nvSpPr>
          <p:spPr>
            <a:xfrm>
              <a:off x="357713" y="997347"/>
              <a:ext cx="357454" cy="357509"/>
            </a:xfrm>
            <a:custGeom>
              <a:rect b="b" l="l" r="r" t="t"/>
              <a:pathLst>
                <a:path extrusionOk="0" fill="none" h="6540" w="6539">
                  <a:moveTo>
                    <a:pt x="3954" y="387"/>
                  </a:moveTo>
                  <a:cubicBezTo>
                    <a:pt x="5555" y="753"/>
                    <a:pt x="6538" y="2354"/>
                    <a:pt x="6152" y="3955"/>
                  </a:cubicBezTo>
                  <a:cubicBezTo>
                    <a:pt x="5767" y="5556"/>
                    <a:pt x="4166" y="6539"/>
                    <a:pt x="2584" y="6153"/>
                  </a:cubicBezTo>
                  <a:cubicBezTo>
                    <a:pt x="984" y="5787"/>
                    <a:pt x="0" y="4186"/>
                    <a:pt x="366" y="2585"/>
                  </a:cubicBezTo>
                  <a:cubicBezTo>
                    <a:pt x="752" y="985"/>
                    <a:pt x="2353" y="1"/>
                    <a:pt x="3954" y="387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2" name="Google Shape;1652;p36"/>
            <p:cNvSpPr/>
            <p:nvPr/>
          </p:nvSpPr>
          <p:spPr>
            <a:xfrm>
              <a:off x="358751" y="1200863"/>
              <a:ext cx="356416" cy="356416"/>
            </a:xfrm>
            <a:custGeom>
              <a:rect b="b" l="l" r="r" t="t"/>
              <a:pathLst>
                <a:path extrusionOk="0" fill="none" h="6520" w="6520">
                  <a:moveTo>
                    <a:pt x="5362" y="1158"/>
                  </a:moveTo>
                  <a:cubicBezTo>
                    <a:pt x="6519" y="2315"/>
                    <a:pt x="6519" y="4186"/>
                    <a:pt x="5362" y="5343"/>
                  </a:cubicBezTo>
                  <a:cubicBezTo>
                    <a:pt x="4186" y="6519"/>
                    <a:pt x="2315" y="6519"/>
                    <a:pt x="1157" y="5343"/>
                  </a:cubicBezTo>
                  <a:cubicBezTo>
                    <a:pt x="0" y="4186"/>
                    <a:pt x="0" y="2315"/>
                    <a:pt x="1157" y="1158"/>
                  </a:cubicBezTo>
                  <a:cubicBezTo>
                    <a:pt x="2315" y="0"/>
                    <a:pt x="4186" y="0"/>
                    <a:pt x="5362" y="1158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653" name="Google Shape;1653;p36"/>
          <p:cNvGrpSpPr/>
          <p:nvPr/>
        </p:nvGrpSpPr>
        <p:grpSpPr>
          <a:xfrm flipH="1" rot="10800000">
            <a:off x="2065283" y="4732777"/>
            <a:ext cx="793256" cy="182899"/>
            <a:chOff x="2685575" y="2835950"/>
            <a:chExt cx="433000" cy="99825"/>
          </a:xfrm>
        </p:grpSpPr>
        <p:sp>
          <p:nvSpPr>
            <p:cNvPr id="1654" name="Google Shape;1654;p36"/>
            <p:cNvSpPr/>
            <p:nvPr/>
          </p:nvSpPr>
          <p:spPr>
            <a:xfrm>
              <a:off x="3032250" y="2835950"/>
              <a:ext cx="86325" cy="99825"/>
            </a:xfrm>
            <a:custGeom>
              <a:rect b="b" l="l" r="r" t="t"/>
              <a:pathLst>
                <a:path extrusionOk="0" h="3993" w="3453">
                  <a:moveTo>
                    <a:pt x="3453" y="0"/>
                  </a:moveTo>
                  <a:lnTo>
                    <a:pt x="0" y="2006"/>
                  </a:lnTo>
                  <a:lnTo>
                    <a:pt x="3453" y="3993"/>
                  </a:lnTo>
                  <a:lnTo>
                    <a:pt x="3453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5" name="Google Shape;1655;p36"/>
            <p:cNvSpPr/>
            <p:nvPr/>
          </p:nvSpPr>
          <p:spPr>
            <a:xfrm>
              <a:off x="2917000" y="2835950"/>
              <a:ext cx="85850" cy="99825"/>
            </a:xfrm>
            <a:custGeom>
              <a:rect b="b" l="l" r="r" t="t"/>
              <a:pathLst>
                <a:path extrusionOk="0" h="3993" w="3434">
                  <a:moveTo>
                    <a:pt x="3434" y="0"/>
                  </a:moveTo>
                  <a:lnTo>
                    <a:pt x="1" y="2006"/>
                  </a:lnTo>
                  <a:lnTo>
                    <a:pt x="3434" y="3993"/>
                  </a:lnTo>
                  <a:lnTo>
                    <a:pt x="3434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6" name="Google Shape;1656;p36"/>
            <p:cNvSpPr/>
            <p:nvPr/>
          </p:nvSpPr>
          <p:spPr>
            <a:xfrm>
              <a:off x="2801300" y="2835950"/>
              <a:ext cx="86325" cy="99825"/>
            </a:xfrm>
            <a:custGeom>
              <a:rect b="b" l="l" r="r" t="t"/>
              <a:pathLst>
                <a:path extrusionOk="0" h="3993" w="3453">
                  <a:moveTo>
                    <a:pt x="3452" y="0"/>
                  </a:moveTo>
                  <a:lnTo>
                    <a:pt x="0" y="2006"/>
                  </a:lnTo>
                  <a:lnTo>
                    <a:pt x="3452" y="3993"/>
                  </a:lnTo>
                  <a:lnTo>
                    <a:pt x="3452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7" name="Google Shape;1657;p36"/>
            <p:cNvSpPr/>
            <p:nvPr/>
          </p:nvSpPr>
          <p:spPr>
            <a:xfrm>
              <a:off x="2685575" y="2835950"/>
              <a:ext cx="86325" cy="99825"/>
            </a:xfrm>
            <a:custGeom>
              <a:rect b="b" l="l" r="r" t="t"/>
              <a:pathLst>
                <a:path extrusionOk="0" h="3993" w="3453">
                  <a:moveTo>
                    <a:pt x="3453" y="0"/>
                  </a:moveTo>
                  <a:lnTo>
                    <a:pt x="0" y="2006"/>
                  </a:lnTo>
                  <a:lnTo>
                    <a:pt x="3453" y="3993"/>
                  </a:lnTo>
                  <a:lnTo>
                    <a:pt x="3453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658" name="Google Shape;1658;p36"/>
          <p:cNvGrpSpPr/>
          <p:nvPr/>
        </p:nvGrpSpPr>
        <p:grpSpPr>
          <a:xfrm flipH="1" rot="10800000">
            <a:off x="4571989" y="4152949"/>
            <a:ext cx="2019176" cy="2019176"/>
            <a:chOff x="1943325" y="-220375"/>
            <a:chExt cx="1298672" cy="1298672"/>
          </a:xfrm>
        </p:grpSpPr>
        <p:sp>
          <p:nvSpPr>
            <p:cNvPr id="1659" name="Google Shape;1659;p36"/>
            <p:cNvSpPr/>
            <p:nvPr/>
          </p:nvSpPr>
          <p:spPr>
            <a:xfrm>
              <a:off x="2582255" y="-220375"/>
              <a:ext cx="49" cy="460871"/>
            </a:xfrm>
            <a:custGeom>
              <a:rect b="b" l="l" r="r" t="t"/>
              <a:pathLst>
                <a:path extrusionOk="0" fill="none" h="9432" w="1">
                  <a:moveTo>
                    <a:pt x="0" y="0"/>
                  </a:moveTo>
                  <a:lnTo>
                    <a:pt x="0" y="9431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0" name="Google Shape;1660;p36"/>
            <p:cNvSpPr/>
            <p:nvPr/>
          </p:nvSpPr>
          <p:spPr>
            <a:xfrm>
              <a:off x="2414509" y="-195895"/>
              <a:ext cx="118785" cy="444844"/>
            </a:xfrm>
            <a:custGeom>
              <a:rect b="b" l="l" r="r" t="t"/>
              <a:pathLst>
                <a:path extrusionOk="0" fill="none" h="9104" w="2431">
                  <a:moveTo>
                    <a:pt x="0" y="1"/>
                  </a:moveTo>
                  <a:lnTo>
                    <a:pt x="2431" y="9104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1" name="Google Shape;1661;p36"/>
            <p:cNvSpPr/>
            <p:nvPr/>
          </p:nvSpPr>
          <p:spPr>
            <a:xfrm>
              <a:off x="2259027" y="-128024"/>
              <a:ext cx="229996" cy="398669"/>
            </a:xfrm>
            <a:custGeom>
              <a:rect b="b" l="l" r="r" t="t"/>
              <a:pathLst>
                <a:path extrusionOk="0" fill="none" h="8159" w="4707">
                  <a:moveTo>
                    <a:pt x="0" y="0"/>
                  </a:moveTo>
                  <a:lnTo>
                    <a:pt x="4706" y="8158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2" name="Google Shape;1662;p36"/>
            <p:cNvSpPr/>
            <p:nvPr/>
          </p:nvSpPr>
          <p:spPr>
            <a:xfrm>
              <a:off x="2126121" y="-22481"/>
              <a:ext cx="325180" cy="325180"/>
            </a:xfrm>
            <a:custGeom>
              <a:rect b="b" l="l" r="r" t="t"/>
              <a:pathLst>
                <a:path extrusionOk="0" fill="none" h="6655" w="6655">
                  <a:moveTo>
                    <a:pt x="1" y="0"/>
                  </a:moveTo>
                  <a:lnTo>
                    <a:pt x="6655" y="6654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3" name="Google Shape;1663;p36"/>
            <p:cNvSpPr/>
            <p:nvPr/>
          </p:nvSpPr>
          <p:spPr>
            <a:xfrm>
              <a:off x="2025317" y="113211"/>
              <a:ext cx="398669" cy="230924"/>
            </a:xfrm>
            <a:custGeom>
              <a:rect b="b" l="l" r="r" t="t"/>
              <a:pathLst>
                <a:path extrusionOk="0" fill="none" h="4726" w="8159">
                  <a:moveTo>
                    <a:pt x="0" y="1"/>
                  </a:moveTo>
                  <a:lnTo>
                    <a:pt x="8158" y="4726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4" name="Google Shape;1664;p36"/>
            <p:cNvSpPr/>
            <p:nvPr/>
          </p:nvSpPr>
          <p:spPr>
            <a:xfrm>
              <a:off x="1963114" y="270598"/>
              <a:ext cx="444844" cy="119713"/>
            </a:xfrm>
            <a:custGeom>
              <a:rect b="b" l="l" r="r" t="t"/>
              <a:pathLst>
                <a:path extrusionOk="0" fill="none" h="2450" w="9104">
                  <a:moveTo>
                    <a:pt x="0" y="0"/>
                  </a:moveTo>
                  <a:lnTo>
                    <a:pt x="9103" y="24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5" name="Google Shape;1665;p36"/>
            <p:cNvSpPr/>
            <p:nvPr/>
          </p:nvSpPr>
          <p:spPr>
            <a:xfrm>
              <a:off x="1943325" y="439273"/>
              <a:ext cx="460871" cy="49"/>
            </a:xfrm>
            <a:custGeom>
              <a:rect b="b" l="l" r="r" t="t"/>
              <a:pathLst>
                <a:path extrusionOk="0" fill="none" h="1" w="9432">
                  <a:moveTo>
                    <a:pt x="0" y="1"/>
                  </a:moveTo>
                  <a:lnTo>
                    <a:pt x="9431" y="1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6" name="Google Shape;1666;p36"/>
            <p:cNvSpPr/>
            <p:nvPr/>
          </p:nvSpPr>
          <p:spPr>
            <a:xfrm>
              <a:off x="1967805" y="487354"/>
              <a:ext cx="445821" cy="119713"/>
            </a:xfrm>
            <a:custGeom>
              <a:rect b="b" l="l" r="r" t="t"/>
              <a:pathLst>
                <a:path extrusionOk="0" fill="none" h="2450" w="9124">
                  <a:moveTo>
                    <a:pt x="1" y="2450"/>
                  </a:moveTo>
                  <a:lnTo>
                    <a:pt x="9123" y="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7" name="Google Shape;1667;p36"/>
            <p:cNvSpPr/>
            <p:nvPr/>
          </p:nvSpPr>
          <p:spPr>
            <a:xfrm>
              <a:off x="2035676" y="532600"/>
              <a:ext cx="398669" cy="229996"/>
            </a:xfrm>
            <a:custGeom>
              <a:rect b="b" l="l" r="r" t="t"/>
              <a:pathLst>
                <a:path extrusionOk="0" fill="none" h="4707" w="8159">
                  <a:moveTo>
                    <a:pt x="0" y="4706"/>
                  </a:moveTo>
                  <a:lnTo>
                    <a:pt x="8158" y="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8" name="Google Shape;1668;p36"/>
            <p:cNvSpPr/>
            <p:nvPr/>
          </p:nvSpPr>
          <p:spPr>
            <a:xfrm>
              <a:off x="2141219" y="569345"/>
              <a:ext cx="326108" cy="326108"/>
            </a:xfrm>
            <a:custGeom>
              <a:rect b="b" l="l" r="r" t="t"/>
              <a:pathLst>
                <a:path extrusionOk="0" fill="none" h="6674" w="6674">
                  <a:moveTo>
                    <a:pt x="0" y="6674"/>
                  </a:moveTo>
                  <a:lnTo>
                    <a:pt x="6673" y="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9" name="Google Shape;1669;p36"/>
            <p:cNvSpPr/>
            <p:nvPr/>
          </p:nvSpPr>
          <p:spPr>
            <a:xfrm>
              <a:off x="2277840" y="597588"/>
              <a:ext cx="229996" cy="398718"/>
            </a:xfrm>
            <a:custGeom>
              <a:rect b="b" l="l" r="r" t="t"/>
              <a:pathLst>
                <a:path extrusionOk="0" fill="none" h="8160" w="4707">
                  <a:moveTo>
                    <a:pt x="1" y="8159"/>
                  </a:moveTo>
                  <a:lnTo>
                    <a:pt x="4707" y="1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70" name="Google Shape;1670;p36"/>
            <p:cNvSpPr/>
            <p:nvPr/>
          </p:nvSpPr>
          <p:spPr>
            <a:xfrm>
              <a:off x="2435227" y="613615"/>
              <a:ext cx="118785" cy="444893"/>
            </a:xfrm>
            <a:custGeom>
              <a:rect b="b" l="l" r="r" t="t"/>
              <a:pathLst>
                <a:path extrusionOk="0" fill="none" h="9105" w="2431">
                  <a:moveTo>
                    <a:pt x="1" y="9104"/>
                  </a:moveTo>
                  <a:lnTo>
                    <a:pt x="2431" y="1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71" name="Google Shape;1671;p36"/>
            <p:cNvSpPr/>
            <p:nvPr/>
          </p:nvSpPr>
          <p:spPr>
            <a:xfrm>
              <a:off x="2602973" y="617377"/>
              <a:ext cx="49" cy="460920"/>
            </a:xfrm>
            <a:custGeom>
              <a:rect b="b" l="l" r="r" t="t"/>
              <a:pathLst>
                <a:path extrusionOk="0" fill="none" h="9433" w="1">
                  <a:moveTo>
                    <a:pt x="1" y="9432"/>
                  </a:moveTo>
                  <a:lnTo>
                    <a:pt x="1" y="1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72" name="Google Shape;1672;p36"/>
            <p:cNvSpPr/>
            <p:nvPr/>
          </p:nvSpPr>
          <p:spPr>
            <a:xfrm>
              <a:off x="2651982" y="607996"/>
              <a:ext cx="118785" cy="444844"/>
            </a:xfrm>
            <a:custGeom>
              <a:rect b="b" l="l" r="r" t="t"/>
              <a:pathLst>
                <a:path extrusionOk="0" fill="none" h="9104" w="2431">
                  <a:moveTo>
                    <a:pt x="2431" y="9103"/>
                  </a:moveTo>
                  <a:lnTo>
                    <a:pt x="1" y="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73" name="Google Shape;1673;p36"/>
            <p:cNvSpPr/>
            <p:nvPr/>
          </p:nvSpPr>
          <p:spPr>
            <a:xfrm>
              <a:off x="2696300" y="586301"/>
              <a:ext cx="229996" cy="398669"/>
            </a:xfrm>
            <a:custGeom>
              <a:rect b="b" l="l" r="r" t="t"/>
              <a:pathLst>
                <a:path extrusionOk="0" fill="none" h="8159" w="4707">
                  <a:moveTo>
                    <a:pt x="4706" y="8159"/>
                  </a:moveTo>
                  <a:lnTo>
                    <a:pt x="0" y="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74" name="Google Shape;1674;p36"/>
            <p:cNvSpPr/>
            <p:nvPr/>
          </p:nvSpPr>
          <p:spPr>
            <a:xfrm>
              <a:off x="2733974" y="554247"/>
              <a:ext cx="325180" cy="326108"/>
            </a:xfrm>
            <a:custGeom>
              <a:rect b="b" l="l" r="r" t="t"/>
              <a:pathLst>
                <a:path extrusionOk="0" fill="none" h="6674" w="6655">
                  <a:moveTo>
                    <a:pt x="6655" y="6674"/>
                  </a:moveTo>
                  <a:lnTo>
                    <a:pt x="1" y="1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75" name="Google Shape;1675;p36"/>
            <p:cNvSpPr/>
            <p:nvPr/>
          </p:nvSpPr>
          <p:spPr>
            <a:xfrm>
              <a:off x="2761288" y="513739"/>
              <a:ext cx="398718" cy="229996"/>
            </a:xfrm>
            <a:custGeom>
              <a:rect b="b" l="l" r="r" t="t"/>
              <a:pathLst>
                <a:path extrusionOk="0" fill="none" h="4707" w="8160">
                  <a:moveTo>
                    <a:pt x="8159" y="4706"/>
                  </a:moveTo>
                  <a:lnTo>
                    <a:pt x="1" y="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76" name="Google Shape;1676;p36"/>
            <p:cNvSpPr/>
            <p:nvPr/>
          </p:nvSpPr>
          <p:spPr>
            <a:xfrm>
              <a:off x="2777315" y="466636"/>
              <a:ext cx="444893" cy="119713"/>
            </a:xfrm>
            <a:custGeom>
              <a:rect b="b" l="l" r="r" t="t"/>
              <a:pathLst>
                <a:path extrusionOk="0" fill="none" h="2450" w="9105">
                  <a:moveTo>
                    <a:pt x="9104" y="2449"/>
                  </a:moveTo>
                  <a:lnTo>
                    <a:pt x="1" y="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77" name="Google Shape;1677;p36"/>
            <p:cNvSpPr/>
            <p:nvPr/>
          </p:nvSpPr>
          <p:spPr>
            <a:xfrm>
              <a:off x="2781077" y="417626"/>
              <a:ext cx="460920" cy="49"/>
            </a:xfrm>
            <a:custGeom>
              <a:rect b="b" l="l" r="r" t="t"/>
              <a:pathLst>
                <a:path extrusionOk="0" fill="none" h="1" w="9433">
                  <a:moveTo>
                    <a:pt x="9432" y="0"/>
                  </a:moveTo>
                  <a:lnTo>
                    <a:pt x="1" y="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78" name="Google Shape;1678;p36"/>
            <p:cNvSpPr/>
            <p:nvPr/>
          </p:nvSpPr>
          <p:spPr>
            <a:xfrm>
              <a:off x="2771696" y="249880"/>
              <a:ext cx="444844" cy="119713"/>
            </a:xfrm>
            <a:custGeom>
              <a:rect b="b" l="l" r="r" t="t"/>
              <a:pathLst>
                <a:path extrusionOk="0" fill="none" h="2450" w="9104">
                  <a:moveTo>
                    <a:pt x="9103" y="0"/>
                  </a:moveTo>
                  <a:lnTo>
                    <a:pt x="0" y="24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79" name="Google Shape;1679;p36"/>
            <p:cNvSpPr/>
            <p:nvPr/>
          </p:nvSpPr>
          <p:spPr>
            <a:xfrm>
              <a:off x="2750929" y="94350"/>
              <a:ext cx="398718" cy="230973"/>
            </a:xfrm>
            <a:custGeom>
              <a:rect b="b" l="l" r="r" t="t"/>
              <a:pathLst>
                <a:path extrusionOk="0" fill="none" h="4727" w="8160">
                  <a:moveTo>
                    <a:pt x="8159" y="1"/>
                  </a:moveTo>
                  <a:lnTo>
                    <a:pt x="1" y="4726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0" name="Google Shape;1680;p36"/>
            <p:cNvSpPr/>
            <p:nvPr/>
          </p:nvSpPr>
          <p:spPr>
            <a:xfrm>
              <a:off x="2717947" y="-38508"/>
              <a:ext cx="326108" cy="326108"/>
            </a:xfrm>
            <a:custGeom>
              <a:rect b="b" l="l" r="r" t="t"/>
              <a:pathLst>
                <a:path extrusionOk="0" fill="none" h="6674" w="6674">
                  <a:moveTo>
                    <a:pt x="6674" y="0"/>
                  </a:moveTo>
                  <a:lnTo>
                    <a:pt x="1" y="6674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1" name="Google Shape;1681;p36"/>
            <p:cNvSpPr/>
            <p:nvPr/>
          </p:nvSpPr>
          <p:spPr>
            <a:xfrm>
              <a:off x="2677439" y="-139361"/>
              <a:ext cx="229996" cy="399646"/>
            </a:xfrm>
            <a:custGeom>
              <a:rect b="b" l="l" r="r" t="t"/>
              <a:pathLst>
                <a:path extrusionOk="0" fill="none" h="8179" w="4707">
                  <a:moveTo>
                    <a:pt x="4706" y="1"/>
                  </a:moveTo>
                  <a:lnTo>
                    <a:pt x="0" y="8178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2" name="Google Shape;1682;p36"/>
            <p:cNvSpPr/>
            <p:nvPr/>
          </p:nvSpPr>
          <p:spPr>
            <a:xfrm>
              <a:off x="2631264" y="-201563"/>
              <a:ext cx="118785" cy="444893"/>
            </a:xfrm>
            <a:custGeom>
              <a:rect b="b" l="l" r="r" t="t"/>
              <a:pathLst>
                <a:path extrusionOk="0" fill="none" h="9105" w="2431">
                  <a:moveTo>
                    <a:pt x="2430" y="1"/>
                  </a:moveTo>
                  <a:lnTo>
                    <a:pt x="0" y="9104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3" name="Google Shape;1683;p36"/>
            <p:cNvSpPr/>
            <p:nvPr/>
          </p:nvSpPr>
          <p:spPr>
            <a:xfrm>
              <a:off x="2607712" y="-215684"/>
              <a:ext cx="62251" cy="456180"/>
            </a:xfrm>
            <a:custGeom>
              <a:rect b="b" l="l" r="r" t="t"/>
              <a:pathLst>
                <a:path extrusionOk="0" fill="none" h="9336" w="1274">
                  <a:moveTo>
                    <a:pt x="1273" y="0"/>
                  </a:moveTo>
                  <a:lnTo>
                    <a:pt x="0" y="9335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4" name="Google Shape;1684;p36"/>
            <p:cNvSpPr/>
            <p:nvPr/>
          </p:nvSpPr>
          <p:spPr>
            <a:xfrm>
              <a:off x="2500263" y="-213779"/>
              <a:ext cx="57511" cy="457109"/>
            </a:xfrm>
            <a:custGeom>
              <a:rect b="b" l="l" r="r" t="t"/>
              <a:pathLst>
                <a:path extrusionOk="0" fill="none" h="9355" w="1177">
                  <a:moveTo>
                    <a:pt x="1" y="0"/>
                  </a:moveTo>
                  <a:lnTo>
                    <a:pt x="1177" y="9354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5" name="Google Shape;1685;p36"/>
            <p:cNvSpPr/>
            <p:nvPr/>
          </p:nvSpPr>
          <p:spPr>
            <a:xfrm>
              <a:off x="2337208" y="-168580"/>
              <a:ext cx="174390" cy="426961"/>
            </a:xfrm>
            <a:custGeom>
              <a:rect b="b" l="l" r="r" t="t"/>
              <a:pathLst>
                <a:path extrusionOk="0" fill="none" h="8738" w="3569">
                  <a:moveTo>
                    <a:pt x="1" y="1"/>
                  </a:moveTo>
                  <a:lnTo>
                    <a:pt x="3569" y="8738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6" name="Google Shape;1686;p36"/>
            <p:cNvSpPr/>
            <p:nvPr/>
          </p:nvSpPr>
          <p:spPr>
            <a:xfrm>
              <a:off x="2191157" y="-81849"/>
              <a:ext cx="279005" cy="366615"/>
            </a:xfrm>
            <a:custGeom>
              <a:rect b="b" l="l" r="r" t="t"/>
              <a:pathLst>
                <a:path extrusionOk="0" fill="none" h="7503" w="5710">
                  <a:moveTo>
                    <a:pt x="0" y="0"/>
                  </a:moveTo>
                  <a:lnTo>
                    <a:pt x="5709" y="7503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7" name="Google Shape;1687;p36"/>
            <p:cNvSpPr/>
            <p:nvPr/>
          </p:nvSpPr>
          <p:spPr>
            <a:xfrm>
              <a:off x="2072420" y="39722"/>
              <a:ext cx="364759" cy="281790"/>
            </a:xfrm>
            <a:custGeom>
              <a:rect b="b" l="l" r="r" t="t"/>
              <a:pathLst>
                <a:path extrusionOk="0" fill="none" h="5767" w="7465">
                  <a:moveTo>
                    <a:pt x="0" y="0"/>
                  </a:moveTo>
                  <a:lnTo>
                    <a:pt x="7464" y="5767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8" name="Google Shape;1688;p36"/>
            <p:cNvSpPr/>
            <p:nvPr/>
          </p:nvSpPr>
          <p:spPr>
            <a:xfrm>
              <a:off x="1989500" y="187678"/>
              <a:ext cx="425055" cy="178153"/>
            </a:xfrm>
            <a:custGeom>
              <a:rect b="b" l="l" r="r" t="t"/>
              <a:pathLst>
                <a:path extrusionOk="0" fill="none" h="3646" w="8699">
                  <a:moveTo>
                    <a:pt x="0" y="0"/>
                  </a:moveTo>
                  <a:lnTo>
                    <a:pt x="8698" y="3645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9" name="Google Shape;1689;p36"/>
            <p:cNvSpPr/>
            <p:nvPr/>
          </p:nvSpPr>
          <p:spPr>
            <a:xfrm>
              <a:off x="1948016" y="351662"/>
              <a:ext cx="456180" cy="62251"/>
            </a:xfrm>
            <a:custGeom>
              <a:rect b="b" l="l" r="r" t="t"/>
              <a:pathLst>
                <a:path extrusionOk="0" fill="none" h="1274" w="9336">
                  <a:moveTo>
                    <a:pt x="1" y="0"/>
                  </a:moveTo>
                  <a:lnTo>
                    <a:pt x="9335" y="1273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0" name="Google Shape;1690;p36"/>
            <p:cNvSpPr/>
            <p:nvPr/>
          </p:nvSpPr>
          <p:spPr>
            <a:xfrm>
              <a:off x="1949921" y="462824"/>
              <a:ext cx="457109" cy="58488"/>
            </a:xfrm>
            <a:custGeom>
              <a:rect b="b" l="l" r="r" t="t"/>
              <a:pathLst>
                <a:path extrusionOk="0" fill="none" h="1197" w="9355">
                  <a:moveTo>
                    <a:pt x="0" y="1197"/>
                  </a:moveTo>
                  <a:lnTo>
                    <a:pt x="9354" y="1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1" name="Google Shape;1691;p36"/>
            <p:cNvSpPr/>
            <p:nvPr/>
          </p:nvSpPr>
          <p:spPr>
            <a:xfrm>
              <a:off x="1996097" y="509977"/>
              <a:ext cx="425983" cy="174390"/>
            </a:xfrm>
            <a:custGeom>
              <a:rect b="b" l="l" r="r" t="t"/>
              <a:pathLst>
                <a:path extrusionOk="0" fill="none" h="3569" w="8718">
                  <a:moveTo>
                    <a:pt x="0" y="3568"/>
                  </a:moveTo>
                  <a:lnTo>
                    <a:pt x="8718" y="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2" name="Google Shape;1692;p36"/>
            <p:cNvSpPr/>
            <p:nvPr/>
          </p:nvSpPr>
          <p:spPr>
            <a:xfrm>
              <a:off x="2081851" y="551413"/>
              <a:ext cx="367593" cy="279005"/>
            </a:xfrm>
            <a:custGeom>
              <a:rect b="b" l="l" r="r" t="t"/>
              <a:pathLst>
                <a:path extrusionOk="0" fill="none" h="5710" w="7523">
                  <a:moveTo>
                    <a:pt x="0" y="5710"/>
                  </a:moveTo>
                  <a:lnTo>
                    <a:pt x="7522" y="1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3" name="Google Shape;1693;p36"/>
            <p:cNvSpPr/>
            <p:nvPr/>
          </p:nvSpPr>
          <p:spPr>
            <a:xfrm>
              <a:off x="2203422" y="584395"/>
              <a:ext cx="281790" cy="363830"/>
            </a:xfrm>
            <a:custGeom>
              <a:rect b="b" l="l" r="r" t="t"/>
              <a:pathLst>
                <a:path extrusionOk="0" fill="none" h="7446" w="5767">
                  <a:moveTo>
                    <a:pt x="0" y="7446"/>
                  </a:moveTo>
                  <a:lnTo>
                    <a:pt x="5767" y="1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4" name="Google Shape;1694;p36"/>
            <p:cNvSpPr/>
            <p:nvPr/>
          </p:nvSpPr>
          <p:spPr>
            <a:xfrm>
              <a:off x="2351378" y="607018"/>
              <a:ext cx="178153" cy="424126"/>
            </a:xfrm>
            <a:custGeom>
              <a:rect b="b" l="l" r="r" t="t"/>
              <a:pathLst>
                <a:path extrusionOk="0" fill="none" h="8680" w="3646">
                  <a:moveTo>
                    <a:pt x="0" y="8680"/>
                  </a:moveTo>
                  <a:lnTo>
                    <a:pt x="3645" y="1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5" name="Google Shape;1695;p36"/>
            <p:cNvSpPr/>
            <p:nvPr/>
          </p:nvSpPr>
          <p:spPr>
            <a:xfrm>
              <a:off x="2515362" y="616449"/>
              <a:ext cx="62251" cy="457109"/>
            </a:xfrm>
            <a:custGeom>
              <a:rect b="b" l="l" r="r" t="t"/>
              <a:pathLst>
                <a:path extrusionOk="0" fill="none" h="9355" w="1274">
                  <a:moveTo>
                    <a:pt x="0" y="9355"/>
                  </a:moveTo>
                  <a:lnTo>
                    <a:pt x="1273" y="1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6" name="Google Shape;1696;p36"/>
            <p:cNvSpPr/>
            <p:nvPr/>
          </p:nvSpPr>
          <p:spPr>
            <a:xfrm>
              <a:off x="2626524" y="614592"/>
              <a:ext cx="58488" cy="457109"/>
            </a:xfrm>
            <a:custGeom>
              <a:rect b="b" l="l" r="r" t="t"/>
              <a:pathLst>
                <a:path extrusionOk="0" fill="none" h="9355" w="1197">
                  <a:moveTo>
                    <a:pt x="1197" y="9354"/>
                  </a:moveTo>
                  <a:lnTo>
                    <a:pt x="1" y="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7" name="Google Shape;1697;p36"/>
            <p:cNvSpPr/>
            <p:nvPr/>
          </p:nvSpPr>
          <p:spPr>
            <a:xfrm>
              <a:off x="2673677" y="598565"/>
              <a:ext cx="174390" cy="426961"/>
            </a:xfrm>
            <a:custGeom>
              <a:rect b="b" l="l" r="r" t="t"/>
              <a:pathLst>
                <a:path extrusionOk="0" fill="none" h="8738" w="3569">
                  <a:moveTo>
                    <a:pt x="3568" y="8737"/>
                  </a:moveTo>
                  <a:lnTo>
                    <a:pt x="0" y="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8" name="Google Shape;1698;p36"/>
            <p:cNvSpPr/>
            <p:nvPr/>
          </p:nvSpPr>
          <p:spPr>
            <a:xfrm>
              <a:off x="2715113" y="572179"/>
              <a:ext cx="279005" cy="366615"/>
            </a:xfrm>
            <a:custGeom>
              <a:rect b="b" l="l" r="r" t="t"/>
              <a:pathLst>
                <a:path extrusionOk="0" fill="none" h="7503" w="5710">
                  <a:moveTo>
                    <a:pt x="5710" y="7503"/>
                  </a:moveTo>
                  <a:lnTo>
                    <a:pt x="1" y="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9" name="Google Shape;1699;p36"/>
            <p:cNvSpPr/>
            <p:nvPr/>
          </p:nvSpPr>
          <p:spPr>
            <a:xfrm>
              <a:off x="2748095" y="535386"/>
              <a:ext cx="364759" cy="281839"/>
            </a:xfrm>
            <a:custGeom>
              <a:rect b="b" l="l" r="r" t="t"/>
              <a:pathLst>
                <a:path extrusionOk="0" fill="none" h="5768" w="7465">
                  <a:moveTo>
                    <a:pt x="7465" y="5768"/>
                  </a:moveTo>
                  <a:lnTo>
                    <a:pt x="1" y="1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0" name="Google Shape;1700;p36"/>
            <p:cNvSpPr/>
            <p:nvPr/>
          </p:nvSpPr>
          <p:spPr>
            <a:xfrm>
              <a:off x="2770718" y="491116"/>
              <a:ext cx="424126" cy="179081"/>
            </a:xfrm>
            <a:custGeom>
              <a:rect b="b" l="l" r="r" t="t"/>
              <a:pathLst>
                <a:path extrusionOk="0" fill="none" h="3665" w="8680">
                  <a:moveTo>
                    <a:pt x="8680" y="3665"/>
                  </a:moveTo>
                  <a:lnTo>
                    <a:pt x="1" y="1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1" name="Google Shape;1701;p36"/>
            <p:cNvSpPr/>
            <p:nvPr/>
          </p:nvSpPr>
          <p:spPr>
            <a:xfrm>
              <a:off x="2781077" y="443035"/>
              <a:ext cx="456180" cy="62251"/>
            </a:xfrm>
            <a:custGeom>
              <a:rect b="b" l="l" r="r" t="t"/>
              <a:pathLst>
                <a:path extrusionOk="0" fill="none" h="1274" w="9336">
                  <a:moveTo>
                    <a:pt x="9336" y="1274"/>
                  </a:moveTo>
                  <a:lnTo>
                    <a:pt x="1" y="1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2" name="Google Shape;1702;p36"/>
            <p:cNvSpPr/>
            <p:nvPr/>
          </p:nvSpPr>
          <p:spPr>
            <a:xfrm>
              <a:off x="2778292" y="335635"/>
              <a:ext cx="457109" cy="58440"/>
            </a:xfrm>
            <a:custGeom>
              <a:rect b="b" l="l" r="r" t="t"/>
              <a:pathLst>
                <a:path extrusionOk="0" fill="none" h="1196" w="9355">
                  <a:moveTo>
                    <a:pt x="9354" y="0"/>
                  </a:moveTo>
                  <a:lnTo>
                    <a:pt x="0" y="1196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3" name="Google Shape;1703;p36"/>
            <p:cNvSpPr/>
            <p:nvPr/>
          </p:nvSpPr>
          <p:spPr>
            <a:xfrm>
              <a:off x="2763194" y="172579"/>
              <a:ext cx="426032" cy="174390"/>
            </a:xfrm>
            <a:custGeom>
              <a:rect b="b" l="l" r="r" t="t"/>
              <a:pathLst>
                <a:path extrusionOk="0" fill="none" h="3569" w="8719">
                  <a:moveTo>
                    <a:pt x="8718" y="1"/>
                  </a:moveTo>
                  <a:lnTo>
                    <a:pt x="1" y="3569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4" name="Google Shape;1704;p36"/>
            <p:cNvSpPr/>
            <p:nvPr/>
          </p:nvSpPr>
          <p:spPr>
            <a:xfrm>
              <a:off x="2735879" y="27457"/>
              <a:ext cx="366615" cy="278076"/>
            </a:xfrm>
            <a:custGeom>
              <a:rect b="b" l="l" r="r" t="t"/>
              <a:pathLst>
                <a:path extrusionOk="0" fill="none" h="5691" w="7503">
                  <a:moveTo>
                    <a:pt x="7503" y="0"/>
                  </a:moveTo>
                  <a:lnTo>
                    <a:pt x="0" y="569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5" name="Google Shape;1705;p36"/>
            <p:cNvSpPr/>
            <p:nvPr/>
          </p:nvSpPr>
          <p:spPr>
            <a:xfrm>
              <a:off x="2699135" y="-91280"/>
              <a:ext cx="282767" cy="364759"/>
            </a:xfrm>
            <a:custGeom>
              <a:rect b="b" l="l" r="r" t="t"/>
              <a:pathLst>
                <a:path extrusionOk="0" fill="none" h="7465" w="5787">
                  <a:moveTo>
                    <a:pt x="5786" y="0"/>
                  </a:moveTo>
                  <a:lnTo>
                    <a:pt x="0" y="7464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6" name="Google Shape;1706;p36"/>
            <p:cNvSpPr/>
            <p:nvPr/>
          </p:nvSpPr>
          <p:spPr>
            <a:xfrm>
              <a:off x="2655744" y="-174200"/>
              <a:ext cx="178153" cy="425055"/>
            </a:xfrm>
            <a:custGeom>
              <a:rect b="b" l="l" r="r" t="t"/>
              <a:pathLst>
                <a:path extrusionOk="0" fill="none" h="8699" w="3646">
                  <a:moveTo>
                    <a:pt x="3646" y="0"/>
                  </a:moveTo>
                  <a:lnTo>
                    <a:pt x="1" y="8698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707" name="Google Shape;1707;p36"/>
          <p:cNvGrpSpPr/>
          <p:nvPr/>
        </p:nvGrpSpPr>
        <p:grpSpPr>
          <a:xfrm flipH="1" rot="10800000">
            <a:off x="7601640" y="490017"/>
            <a:ext cx="1965289" cy="517060"/>
            <a:chOff x="3539975" y="3523525"/>
            <a:chExt cx="745925" cy="196250"/>
          </a:xfrm>
        </p:grpSpPr>
        <p:sp>
          <p:nvSpPr>
            <p:cNvPr id="1708" name="Google Shape;1708;p36"/>
            <p:cNvSpPr/>
            <p:nvPr/>
          </p:nvSpPr>
          <p:spPr>
            <a:xfrm>
              <a:off x="3539975" y="3523525"/>
              <a:ext cx="196250" cy="196250"/>
            </a:xfrm>
            <a:custGeom>
              <a:rect b="b" l="l" r="r" t="t"/>
              <a:pathLst>
                <a:path extrusionOk="0" fill="none" h="7850" w="785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9" name="Google Shape;1709;p36"/>
            <p:cNvSpPr/>
            <p:nvPr/>
          </p:nvSpPr>
          <p:spPr>
            <a:xfrm>
              <a:off x="3576625" y="3523525"/>
              <a:ext cx="196250" cy="196250"/>
            </a:xfrm>
            <a:custGeom>
              <a:rect b="b" l="l" r="r" t="t"/>
              <a:pathLst>
                <a:path extrusionOk="0" fill="none" h="7850" w="785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0" name="Google Shape;1710;p36"/>
            <p:cNvSpPr/>
            <p:nvPr/>
          </p:nvSpPr>
          <p:spPr>
            <a:xfrm>
              <a:off x="3613250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1" y="0"/>
                  </a:moveTo>
                  <a:lnTo>
                    <a:pt x="7851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1" name="Google Shape;1711;p36"/>
            <p:cNvSpPr/>
            <p:nvPr/>
          </p:nvSpPr>
          <p:spPr>
            <a:xfrm>
              <a:off x="3649900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1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2" name="Google Shape;1712;p36"/>
            <p:cNvSpPr/>
            <p:nvPr/>
          </p:nvSpPr>
          <p:spPr>
            <a:xfrm>
              <a:off x="3686550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3" name="Google Shape;1713;p36"/>
            <p:cNvSpPr/>
            <p:nvPr/>
          </p:nvSpPr>
          <p:spPr>
            <a:xfrm>
              <a:off x="3723200" y="3523525"/>
              <a:ext cx="196250" cy="196250"/>
            </a:xfrm>
            <a:custGeom>
              <a:rect b="b" l="l" r="r" t="t"/>
              <a:pathLst>
                <a:path extrusionOk="0" fill="none" h="7850" w="785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4" name="Google Shape;1714;p36"/>
            <p:cNvSpPr/>
            <p:nvPr/>
          </p:nvSpPr>
          <p:spPr>
            <a:xfrm>
              <a:off x="3759825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1" y="0"/>
                  </a:moveTo>
                  <a:lnTo>
                    <a:pt x="7851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5" name="Google Shape;1715;p36"/>
            <p:cNvSpPr/>
            <p:nvPr/>
          </p:nvSpPr>
          <p:spPr>
            <a:xfrm>
              <a:off x="3796475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1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6" name="Google Shape;1716;p36"/>
            <p:cNvSpPr/>
            <p:nvPr/>
          </p:nvSpPr>
          <p:spPr>
            <a:xfrm>
              <a:off x="3833125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1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7" name="Google Shape;1717;p36"/>
            <p:cNvSpPr/>
            <p:nvPr/>
          </p:nvSpPr>
          <p:spPr>
            <a:xfrm>
              <a:off x="3869775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8" name="Google Shape;1718;p36"/>
            <p:cNvSpPr/>
            <p:nvPr/>
          </p:nvSpPr>
          <p:spPr>
            <a:xfrm>
              <a:off x="3906425" y="3523525"/>
              <a:ext cx="196250" cy="196250"/>
            </a:xfrm>
            <a:custGeom>
              <a:rect b="b" l="l" r="r" t="t"/>
              <a:pathLst>
                <a:path extrusionOk="0" fill="none" h="7850" w="785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9" name="Google Shape;1719;p36"/>
            <p:cNvSpPr/>
            <p:nvPr/>
          </p:nvSpPr>
          <p:spPr>
            <a:xfrm>
              <a:off x="3943050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1" y="0"/>
                  </a:moveTo>
                  <a:lnTo>
                    <a:pt x="7851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0" name="Google Shape;1720;p36"/>
            <p:cNvSpPr/>
            <p:nvPr/>
          </p:nvSpPr>
          <p:spPr>
            <a:xfrm>
              <a:off x="3979700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1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1" name="Google Shape;1721;p36"/>
            <p:cNvSpPr/>
            <p:nvPr/>
          </p:nvSpPr>
          <p:spPr>
            <a:xfrm>
              <a:off x="4016350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1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2" name="Google Shape;1722;p36"/>
            <p:cNvSpPr/>
            <p:nvPr/>
          </p:nvSpPr>
          <p:spPr>
            <a:xfrm>
              <a:off x="4053000" y="3523525"/>
              <a:ext cx="196250" cy="196250"/>
            </a:xfrm>
            <a:custGeom>
              <a:rect b="b" l="l" r="r" t="t"/>
              <a:pathLst>
                <a:path extrusionOk="0" fill="none" h="7850" w="785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3" name="Google Shape;1723;p36"/>
            <p:cNvSpPr/>
            <p:nvPr/>
          </p:nvSpPr>
          <p:spPr>
            <a:xfrm>
              <a:off x="4089650" y="3523525"/>
              <a:ext cx="196250" cy="196250"/>
            </a:xfrm>
            <a:custGeom>
              <a:rect b="b" l="l" r="r" t="t"/>
              <a:pathLst>
                <a:path extrusionOk="0" fill="none" h="7850" w="785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pic>
        <p:nvPicPr>
          <p:cNvPr id="1724" name="Google Shape;1724;p36"/>
          <p:cNvPicPr preferRelativeResize="0"/>
          <p:nvPr/>
        </p:nvPicPr>
        <p:blipFill rotWithShape="1">
          <a:blip r:embed="rId3">
            <a:alphaModFix/>
          </a:blip>
          <a:srcRect b="-1770" l="0" r="38199" t="1770"/>
          <a:stretch/>
        </p:blipFill>
        <p:spPr>
          <a:xfrm flipH="1" rot="10800000">
            <a:off x="7676541" y="3065075"/>
            <a:ext cx="6276551" cy="2681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5">
  <p:cSld name="CUSTOM_2_2_1_1_1_1">
    <p:spTree>
      <p:nvGrpSpPr>
        <p:cNvPr id="1725" name="Shape 17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26" name="Google Shape;1726;p37"/>
          <p:cNvPicPr preferRelativeResize="0"/>
          <p:nvPr/>
        </p:nvPicPr>
        <p:blipFill rotWithShape="1">
          <a:blip r:embed="rId2">
            <a:alphaModFix amt="60000"/>
          </a:blip>
          <a:srcRect b="10" l="0" r="0" t="10"/>
          <a:stretch/>
        </p:blipFill>
        <p:spPr>
          <a:xfrm flipH="1">
            <a:off x="0" y="1"/>
            <a:ext cx="9144002" cy="5143499"/>
          </a:xfrm>
          <a:prstGeom prst="rect">
            <a:avLst/>
          </a:prstGeom>
          <a:noFill/>
          <a:ln>
            <a:noFill/>
          </a:ln>
        </p:spPr>
      </p:pic>
      <p:sp>
        <p:nvSpPr>
          <p:cNvPr id="1727" name="Google Shape;1727;p37"/>
          <p:cNvSpPr txBox="1"/>
          <p:nvPr>
            <p:ph idx="1" type="subTitle"/>
          </p:nvPr>
        </p:nvSpPr>
        <p:spPr>
          <a:xfrm>
            <a:off x="4045548" y="1648529"/>
            <a:ext cx="3867600" cy="208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 sz="14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728" name="Google Shape;1728;p37"/>
          <p:cNvSpPr txBox="1"/>
          <p:nvPr>
            <p:ph type="title"/>
          </p:nvPr>
        </p:nvSpPr>
        <p:spPr>
          <a:xfrm>
            <a:off x="715500" y="538250"/>
            <a:ext cx="7713000" cy="4206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900"/>
              <a:buNone/>
              <a:defRPr sz="2900">
                <a:latin typeface="Aldrich"/>
                <a:ea typeface="Aldrich"/>
                <a:cs typeface="Aldrich"/>
                <a:sym typeface="Aldrich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9pPr>
          </a:lstStyle>
          <a:p/>
        </p:txBody>
      </p:sp>
      <p:sp>
        <p:nvSpPr>
          <p:cNvPr id="1729" name="Google Shape;1729;p37"/>
          <p:cNvSpPr txBox="1"/>
          <p:nvPr>
            <p:ph idx="2" type="subTitle"/>
          </p:nvPr>
        </p:nvSpPr>
        <p:spPr>
          <a:xfrm>
            <a:off x="1592525" y="2303425"/>
            <a:ext cx="2453100" cy="772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100">
                <a:latin typeface="Aldrich"/>
                <a:ea typeface="Aldrich"/>
                <a:cs typeface="Aldrich"/>
                <a:sym typeface="Aldrich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1730" name="Google Shape;1730;p37"/>
          <p:cNvGrpSpPr/>
          <p:nvPr/>
        </p:nvGrpSpPr>
        <p:grpSpPr>
          <a:xfrm>
            <a:off x="8147051" y="2303422"/>
            <a:ext cx="2019176" cy="2019176"/>
            <a:chOff x="1943325" y="-220375"/>
            <a:chExt cx="1298672" cy="1298672"/>
          </a:xfrm>
        </p:grpSpPr>
        <p:sp>
          <p:nvSpPr>
            <p:cNvPr id="1731" name="Google Shape;1731;p37"/>
            <p:cNvSpPr/>
            <p:nvPr/>
          </p:nvSpPr>
          <p:spPr>
            <a:xfrm>
              <a:off x="2582255" y="-220375"/>
              <a:ext cx="49" cy="460871"/>
            </a:xfrm>
            <a:custGeom>
              <a:rect b="b" l="l" r="r" t="t"/>
              <a:pathLst>
                <a:path extrusionOk="0" fill="none" h="9432" w="1">
                  <a:moveTo>
                    <a:pt x="0" y="0"/>
                  </a:moveTo>
                  <a:lnTo>
                    <a:pt x="0" y="9431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2" name="Google Shape;1732;p37"/>
            <p:cNvSpPr/>
            <p:nvPr/>
          </p:nvSpPr>
          <p:spPr>
            <a:xfrm>
              <a:off x="2414509" y="-195895"/>
              <a:ext cx="118785" cy="444844"/>
            </a:xfrm>
            <a:custGeom>
              <a:rect b="b" l="l" r="r" t="t"/>
              <a:pathLst>
                <a:path extrusionOk="0" fill="none" h="9104" w="2431">
                  <a:moveTo>
                    <a:pt x="0" y="1"/>
                  </a:moveTo>
                  <a:lnTo>
                    <a:pt x="2431" y="9104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3" name="Google Shape;1733;p37"/>
            <p:cNvSpPr/>
            <p:nvPr/>
          </p:nvSpPr>
          <p:spPr>
            <a:xfrm>
              <a:off x="2259027" y="-128024"/>
              <a:ext cx="229996" cy="398669"/>
            </a:xfrm>
            <a:custGeom>
              <a:rect b="b" l="l" r="r" t="t"/>
              <a:pathLst>
                <a:path extrusionOk="0" fill="none" h="8159" w="4707">
                  <a:moveTo>
                    <a:pt x="0" y="0"/>
                  </a:moveTo>
                  <a:lnTo>
                    <a:pt x="4706" y="8158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4" name="Google Shape;1734;p37"/>
            <p:cNvSpPr/>
            <p:nvPr/>
          </p:nvSpPr>
          <p:spPr>
            <a:xfrm>
              <a:off x="2126121" y="-22481"/>
              <a:ext cx="325180" cy="325180"/>
            </a:xfrm>
            <a:custGeom>
              <a:rect b="b" l="l" r="r" t="t"/>
              <a:pathLst>
                <a:path extrusionOk="0" fill="none" h="6655" w="6655">
                  <a:moveTo>
                    <a:pt x="1" y="0"/>
                  </a:moveTo>
                  <a:lnTo>
                    <a:pt x="6655" y="6654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5" name="Google Shape;1735;p37"/>
            <p:cNvSpPr/>
            <p:nvPr/>
          </p:nvSpPr>
          <p:spPr>
            <a:xfrm>
              <a:off x="2025317" y="113211"/>
              <a:ext cx="398669" cy="230924"/>
            </a:xfrm>
            <a:custGeom>
              <a:rect b="b" l="l" r="r" t="t"/>
              <a:pathLst>
                <a:path extrusionOk="0" fill="none" h="4726" w="8159">
                  <a:moveTo>
                    <a:pt x="0" y="1"/>
                  </a:moveTo>
                  <a:lnTo>
                    <a:pt x="8158" y="4726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6" name="Google Shape;1736;p37"/>
            <p:cNvSpPr/>
            <p:nvPr/>
          </p:nvSpPr>
          <p:spPr>
            <a:xfrm>
              <a:off x="1963114" y="270598"/>
              <a:ext cx="444844" cy="119713"/>
            </a:xfrm>
            <a:custGeom>
              <a:rect b="b" l="l" r="r" t="t"/>
              <a:pathLst>
                <a:path extrusionOk="0" fill="none" h="2450" w="9104">
                  <a:moveTo>
                    <a:pt x="0" y="0"/>
                  </a:moveTo>
                  <a:lnTo>
                    <a:pt x="9103" y="24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7" name="Google Shape;1737;p37"/>
            <p:cNvSpPr/>
            <p:nvPr/>
          </p:nvSpPr>
          <p:spPr>
            <a:xfrm>
              <a:off x="1943325" y="439273"/>
              <a:ext cx="460871" cy="49"/>
            </a:xfrm>
            <a:custGeom>
              <a:rect b="b" l="l" r="r" t="t"/>
              <a:pathLst>
                <a:path extrusionOk="0" fill="none" h="1" w="9432">
                  <a:moveTo>
                    <a:pt x="0" y="1"/>
                  </a:moveTo>
                  <a:lnTo>
                    <a:pt x="9431" y="1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8" name="Google Shape;1738;p37"/>
            <p:cNvSpPr/>
            <p:nvPr/>
          </p:nvSpPr>
          <p:spPr>
            <a:xfrm>
              <a:off x="1967805" y="487354"/>
              <a:ext cx="445821" cy="119713"/>
            </a:xfrm>
            <a:custGeom>
              <a:rect b="b" l="l" r="r" t="t"/>
              <a:pathLst>
                <a:path extrusionOk="0" fill="none" h="2450" w="9124">
                  <a:moveTo>
                    <a:pt x="1" y="2450"/>
                  </a:moveTo>
                  <a:lnTo>
                    <a:pt x="9123" y="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9" name="Google Shape;1739;p37"/>
            <p:cNvSpPr/>
            <p:nvPr/>
          </p:nvSpPr>
          <p:spPr>
            <a:xfrm>
              <a:off x="2035676" y="532600"/>
              <a:ext cx="398669" cy="229996"/>
            </a:xfrm>
            <a:custGeom>
              <a:rect b="b" l="l" r="r" t="t"/>
              <a:pathLst>
                <a:path extrusionOk="0" fill="none" h="4707" w="8159">
                  <a:moveTo>
                    <a:pt x="0" y="4706"/>
                  </a:moveTo>
                  <a:lnTo>
                    <a:pt x="8158" y="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0" name="Google Shape;1740;p37"/>
            <p:cNvSpPr/>
            <p:nvPr/>
          </p:nvSpPr>
          <p:spPr>
            <a:xfrm>
              <a:off x="2141219" y="569345"/>
              <a:ext cx="326108" cy="326108"/>
            </a:xfrm>
            <a:custGeom>
              <a:rect b="b" l="l" r="r" t="t"/>
              <a:pathLst>
                <a:path extrusionOk="0" fill="none" h="6674" w="6674">
                  <a:moveTo>
                    <a:pt x="0" y="6674"/>
                  </a:moveTo>
                  <a:lnTo>
                    <a:pt x="6673" y="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1" name="Google Shape;1741;p37"/>
            <p:cNvSpPr/>
            <p:nvPr/>
          </p:nvSpPr>
          <p:spPr>
            <a:xfrm>
              <a:off x="2277840" y="597588"/>
              <a:ext cx="229996" cy="398718"/>
            </a:xfrm>
            <a:custGeom>
              <a:rect b="b" l="l" r="r" t="t"/>
              <a:pathLst>
                <a:path extrusionOk="0" fill="none" h="8160" w="4707">
                  <a:moveTo>
                    <a:pt x="1" y="8159"/>
                  </a:moveTo>
                  <a:lnTo>
                    <a:pt x="4707" y="1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2" name="Google Shape;1742;p37"/>
            <p:cNvSpPr/>
            <p:nvPr/>
          </p:nvSpPr>
          <p:spPr>
            <a:xfrm>
              <a:off x="2435227" y="613615"/>
              <a:ext cx="118785" cy="444893"/>
            </a:xfrm>
            <a:custGeom>
              <a:rect b="b" l="l" r="r" t="t"/>
              <a:pathLst>
                <a:path extrusionOk="0" fill="none" h="9105" w="2431">
                  <a:moveTo>
                    <a:pt x="1" y="9104"/>
                  </a:moveTo>
                  <a:lnTo>
                    <a:pt x="2431" y="1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3" name="Google Shape;1743;p37"/>
            <p:cNvSpPr/>
            <p:nvPr/>
          </p:nvSpPr>
          <p:spPr>
            <a:xfrm>
              <a:off x="2602973" y="617377"/>
              <a:ext cx="49" cy="460920"/>
            </a:xfrm>
            <a:custGeom>
              <a:rect b="b" l="l" r="r" t="t"/>
              <a:pathLst>
                <a:path extrusionOk="0" fill="none" h="9433" w="1">
                  <a:moveTo>
                    <a:pt x="1" y="9432"/>
                  </a:moveTo>
                  <a:lnTo>
                    <a:pt x="1" y="1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4" name="Google Shape;1744;p37"/>
            <p:cNvSpPr/>
            <p:nvPr/>
          </p:nvSpPr>
          <p:spPr>
            <a:xfrm>
              <a:off x="2651982" y="607996"/>
              <a:ext cx="118785" cy="444844"/>
            </a:xfrm>
            <a:custGeom>
              <a:rect b="b" l="l" r="r" t="t"/>
              <a:pathLst>
                <a:path extrusionOk="0" fill="none" h="9104" w="2431">
                  <a:moveTo>
                    <a:pt x="2431" y="9103"/>
                  </a:moveTo>
                  <a:lnTo>
                    <a:pt x="1" y="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5" name="Google Shape;1745;p37"/>
            <p:cNvSpPr/>
            <p:nvPr/>
          </p:nvSpPr>
          <p:spPr>
            <a:xfrm>
              <a:off x="2696300" y="586301"/>
              <a:ext cx="229996" cy="398669"/>
            </a:xfrm>
            <a:custGeom>
              <a:rect b="b" l="l" r="r" t="t"/>
              <a:pathLst>
                <a:path extrusionOk="0" fill="none" h="8159" w="4707">
                  <a:moveTo>
                    <a:pt x="4706" y="8159"/>
                  </a:moveTo>
                  <a:lnTo>
                    <a:pt x="0" y="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6" name="Google Shape;1746;p37"/>
            <p:cNvSpPr/>
            <p:nvPr/>
          </p:nvSpPr>
          <p:spPr>
            <a:xfrm>
              <a:off x="2733974" y="554247"/>
              <a:ext cx="325180" cy="326108"/>
            </a:xfrm>
            <a:custGeom>
              <a:rect b="b" l="l" r="r" t="t"/>
              <a:pathLst>
                <a:path extrusionOk="0" fill="none" h="6674" w="6655">
                  <a:moveTo>
                    <a:pt x="6655" y="6674"/>
                  </a:moveTo>
                  <a:lnTo>
                    <a:pt x="1" y="1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7" name="Google Shape;1747;p37"/>
            <p:cNvSpPr/>
            <p:nvPr/>
          </p:nvSpPr>
          <p:spPr>
            <a:xfrm>
              <a:off x="2761288" y="513739"/>
              <a:ext cx="398718" cy="229996"/>
            </a:xfrm>
            <a:custGeom>
              <a:rect b="b" l="l" r="r" t="t"/>
              <a:pathLst>
                <a:path extrusionOk="0" fill="none" h="4707" w="8160">
                  <a:moveTo>
                    <a:pt x="8159" y="4706"/>
                  </a:moveTo>
                  <a:lnTo>
                    <a:pt x="1" y="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8" name="Google Shape;1748;p37"/>
            <p:cNvSpPr/>
            <p:nvPr/>
          </p:nvSpPr>
          <p:spPr>
            <a:xfrm>
              <a:off x="2777315" y="466636"/>
              <a:ext cx="444893" cy="119713"/>
            </a:xfrm>
            <a:custGeom>
              <a:rect b="b" l="l" r="r" t="t"/>
              <a:pathLst>
                <a:path extrusionOk="0" fill="none" h="2450" w="9105">
                  <a:moveTo>
                    <a:pt x="9104" y="2449"/>
                  </a:moveTo>
                  <a:lnTo>
                    <a:pt x="1" y="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9" name="Google Shape;1749;p37"/>
            <p:cNvSpPr/>
            <p:nvPr/>
          </p:nvSpPr>
          <p:spPr>
            <a:xfrm>
              <a:off x="2781077" y="417626"/>
              <a:ext cx="460920" cy="49"/>
            </a:xfrm>
            <a:custGeom>
              <a:rect b="b" l="l" r="r" t="t"/>
              <a:pathLst>
                <a:path extrusionOk="0" fill="none" h="1" w="9433">
                  <a:moveTo>
                    <a:pt x="9432" y="0"/>
                  </a:moveTo>
                  <a:lnTo>
                    <a:pt x="1" y="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0" name="Google Shape;1750;p37"/>
            <p:cNvSpPr/>
            <p:nvPr/>
          </p:nvSpPr>
          <p:spPr>
            <a:xfrm>
              <a:off x="2771696" y="249880"/>
              <a:ext cx="444844" cy="119713"/>
            </a:xfrm>
            <a:custGeom>
              <a:rect b="b" l="l" r="r" t="t"/>
              <a:pathLst>
                <a:path extrusionOk="0" fill="none" h="2450" w="9104">
                  <a:moveTo>
                    <a:pt x="9103" y="0"/>
                  </a:moveTo>
                  <a:lnTo>
                    <a:pt x="0" y="24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1" name="Google Shape;1751;p37"/>
            <p:cNvSpPr/>
            <p:nvPr/>
          </p:nvSpPr>
          <p:spPr>
            <a:xfrm>
              <a:off x="2750929" y="94350"/>
              <a:ext cx="398718" cy="230973"/>
            </a:xfrm>
            <a:custGeom>
              <a:rect b="b" l="l" r="r" t="t"/>
              <a:pathLst>
                <a:path extrusionOk="0" fill="none" h="4727" w="8160">
                  <a:moveTo>
                    <a:pt x="8159" y="1"/>
                  </a:moveTo>
                  <a:lnTo>
                    <a:pt x="1" y="4726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2" name="Google Shape;1752;p37"/>
            <p:cNvSpPr/>
            <p:nvPr/>
          </p:nvSpPr>
          <p:spPr>
            <a:xfrm>
              <a:off x="2717947" y="-38508"/>
              <a:ext cx="326108" cy="326108"/>
            </a:xfrm>
            <a:custGeom>
              <a:rect b="b" l="l" r="r" t="t"/>
              <a:pathLst>
                <a:path extrusionOk="0" fill="none" h="6674" w="6674">
                  <a:moveTo>
                    <a:pt x="6674" y="0"/>
                  </a:moveTo>
                  <a:lnTo>
                    <a:pt x="1" y="6674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3" name="Google Shape;1753;p37"/>
            <p:cNvSpPr/>
            <p:nvPr/>
          </p:nvSpPr>
          <p:spPr>
            <a:xfrm>
              <a:off x="2677439" y="-139361"/>
              <a:ext cx="229996" cy="399646"/>
            </a:xfrm>
            <a:custGeom>
              <a:rect b="b" l="l" r="r" t="t"/>
              <a:pathLst>
                <a:path extrusionOk="0" fill="none" h="8179" w="4707">
                  <a:moveTo>
                    <a:pt x="4706" y="1"/>
                  </a:moveTo>
                  <a:lnTo>
                    <a:pt x="0" y="8178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4" name="Google Shape;1754;p37"/>
            <p:cNvSpPr/>
            <p:nvPr/>
          </p:nvSpPr>
          <p:spPr>
            <a:xfrm>
              <a:off x="2631264" y="-201563"/>
              <a:ext cx="118785" cy="444893"/>
            </a:xfrm>
            <a:custGeom>
              <a:rect b="b" l="l" r="r" t="t"/>
              <a:pathLst>
                <a:path extrusionOk="0" fill="none" h="9105" w="2431">
                  <a:moveTo>
                    <a:pt x="2430" y="1"/>
                  </a:moveTo>
                  <a:lnTo>
                    <a:pt x="0" y="9104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5" name="Google Shape;1755;p37"/>
            <p:cNvSpPr/>
            <p:nvPr/>
          </p:nvSpPr>
          <p:spPr>
            <a:xfrm>
              <a:off x="2607712" y="-215684"/>
              <a:ext cx="62251" cy="456180"/>
            </a:xfrm>
            <a:custGeom>
              <a:rect b="b" l="l" r="r" t="t"/>
              <a:pathLst>
                <a:path extrusionOk="0" fill="none" h="9336" w="1274">
                  <a:moveTo>
                    <a:pt x="1273" y="0"/>
                  </a:moveTo>
                  <a:lnTo>
                    <a:pt x="0" y="9335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6" name="Google Shape;1756;p37"/>
            <p:cNvSpPr/>
            <p:nvPr/>
          </p:nvSpPr>
          <p:spPr>
            <a:xfrm>
              <a:off x="2500263" y="-213779"/>
              <a:ext cx="57511" cy="457109"/>
            </a:xfrm>
            <a:custGeom>
              <a:rect b="b" l="l" r="r" t="t"/>
              <a:pathLst>
                <a:path extrusionOk="0" fill="none" h="9355" w="1177">
                  <a:moveTo>
                    <a:pt x="1" y="0"/>
                  </a:moveTo>
                  <a:lnTo>
                    <a:pt x="1177" y="9354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7" name="Google Shape;1757;p37"/>
            <p:cNvSpPr/>
            <p:nvPr/>
          </p:nvSpPr>
          <p:spPr>
            <a:xfrm>
              <a:off x="2337208" y="-168580"/>
              <a:ext cx="174390" cy="426961"/>
            </a:xfrm>
            <a:custGeom>
              <a:rect b="b" l="l" r="r" t="t"/>
              <a:pathLst>
                <a:path extrusionOk="0" fill="none" h="8738" w="3569">
                  <a:moveTo>
                    <a:pt x="1" y="1"/>
                  </a:moveTo>
                  <a:lnTo>
                    <a:pt x="3569" y="8738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8" name="Google Shape;1758;p37"/>
            <p:cNvSpPr/>
            <p:nvPr/>
          </p:nvSpPr>
          <p:spPr>
            <a:xfrm>
              <a:off x="2191157" y="-81849"/>
              <a:ext cx="279005" cy="366615"/>
            </a:xfrm>
            <a:custGeom>
              <a:rect b="b" l="l" r="r" t="t"/>
              <a:pathLst>
                <a:path extrusionOk="0" fill="none" h="7503" w="5710">
                  <a:moveTo>
                    <a:pt x="0" y="0"/>
                  </a:moveTo>
                  <a:lnTo>
                    <a:pt x="5709" y="7503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9" name="Google Shape;1759;p37"/>
            <p:cNvSpPr/>
            <p:nvPr/>
          </p:nvSpPr>
          <p:spPr>
            <a:xfrm>
              <a:off x="2072420" y="39722"/>
              <a:ext cx="364759" cy="281790"/>
            </a:xfrm>
            <a:custGeom>
              <a:rect b="b" l="l" r="r" t="t"/>
              <a:pathLst>
                <a:path extrusionOk="0" fill="none" h="5767" w="7465">
                  <a:moveTo>
                    <a:pt x="0" y="0"/>
                  </a:moveTo>
                  <a:lnTo>
                    <a:pt x="7464" y="5767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0" name="Google Shape;1760;p37"/>
            <p:cNvSpPr/>
            <p:nvPr/>
          </p:nvSpPr>
          <p:spPr>
            <a:xfrm>
              <a:off x="1989500" y="187678"/>
              <a:ext cx="425055" cy="178153"/>
            </a:xfrm>
            <a:custGeom>
              <a:rect b="b" l="l" r="r" t="t"/>
              <a:pathLst>
                <a:path extrusionOk="0" fill="none" h="3646" w="8699">
                  <a:moveTo>
                    <a:pt x="0" y="0"/>
                  </a:moveTo>
                  <a:lnTo>
                    <a:pt x="8698" y="3645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1" name="Google Shape;1761;p37"/>
            <p:cNvSpPr/>
            <p:nvPr/>
          </p:nvSpPr>
          <p:spPr>
            <a:xfrm>
              <a:off x="1948016" y="351662"/>
              <a:ext cx="456180" cy="62251"/>
            </a:xfrm>
            <a:custGeom>
              <a:rect b="b" l="l" r="r" t="t"/>
              <a:pathLst>
                <a:path extrusionOk="0" fill="none" h="1274" w="9336">
                  <a:moveTo>
                    <a:pt x="1" y="0"/>
                  </a:moveTo>
                  <a:lnTo>
                    <a:pt x="9335" y="1273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2" name="Google Shape;1762;p37"/>
            <p:cNvSpPr/>
            <p:nvPr/>
          </p:nvSpPr>
          <p:spPr>
            <a:xfrm>
              <a:off x="1949921" y="462824"/>
              <a:ext cx="457109" cy="58488"/>
            </a:xfrm>
            <a:custGeom>
              <a:rect b="b" l="l" r="r" t="t"/>
              <a:pathLst>
                <a:path extrusionOk="0" fill="none" h="1197" w="9355">
                  <a:moveTo>
                    <a:pt x="0" y="1197"/>
                  </a:moveTo>
                  <a:lnTo>
                    <a:pt x="9354" y="1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3" name="Google Shape;1763;p37"/>
            <p:cNvSpPr/>
            <p:nvPr/>
          </p:nvSpPr>
          <p:spPr>
            <a:xfrm>
              <a:off x="1996097" y="509977"/>
              <a:ext cx="425983" cy="174390"/>
            </a:xfrm>
            <a:custGeom>
              <a:rect b="b" l="l" r="r" t="t"/>
              <a:pathLst>
                <a:path extrusionOk="0" fill="none" h="3569" w="8718">
                  <a:moveTo>
                    <a:pt x="0" y="3568"/>
                  </a:moveTo>
                  <a:lnTo>
                    <a:pt x="8718" y="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4" name="Google Shape;1764;p37"/>
            <p:cNvSpPr/>
            <p:nvPr/>
          </p:nvSpPr>
          <p:spPr>
            <a:xfrm>
              <a:off x="2081851" y="551413"/>
              <a:ext cx="367593" cy="279005"/>
            </a:xfrm>
            <a:custGeom>
              <a:rect b="b" l="l" r="r" t="t"/>
              <a:pathLst>
                <a:path extrusionOk="0" fill="none" h="5710" w="7523">
                  <a:moveTo>
                    <a:pt x="0" y="5710"/>
                  </a:moveTo>
                  <a:lnTo>
                    <a:pt x="7522" y="1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5" name="Google Shape;1765;p37"/>
            <p:cNvSpPr/>
            <p:nvPr/>
          </p:nvSpPr>
          <p:spPr>
            <a:xfrm>
              <a:off x="2203422" y="584395"/>
              <a:ext cx="281790" cy="363830"/>
            </a:xfrm>
            <a:custGeom>
              <a:rect b="b" l="l" r="r" t="t"/>
              <a:pathLst>
                <a:path extrusionOk="0" fill="none" h="7446" w="5767">
                  <a:moveTo>
                    <a:pt x="0" y="7446"/>
                  </a:moveTo>
                  <a:lnTo>
                    <a:pt x="5767" y="1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6" name="Google Shape;1766;p37"/>
            <p:cNvSpPr/>
            <p:nvPr/>
          </p:nvSpPr>
          <p:spPr>
            <a:xfrm>
              <a:off x="2351378" y="607018"/>
              <a:ext cx="178153" cy="424126"/>
            </a:xfrm>
            <a:custGeom>
              <a:rect b="b" l="l" r="r" t="t"/>
              <a:pathLst>
                <a:path extrusionOk="0" fill="none" h="8680" w="3646">
                  <a:moveTo>
                    <a:pt x="0" y="8680"/>
                  </a:moveTo>
                  <a:lnTo>
                    <a:pt x="3645" y="1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7" name="Google Shape;1767;p37"/>
            <p:cNvSpPr/>
            <p:nvPr/>
          </p:nvSpPr>
          <p:spPr>
            <a:xfrm>
              <a:off x="2515362" y="616449"/>
              <a:ext cx="62251" cy="457109"/>
            </a:xfrm>
            <a:custGeom>
              <a:rect b="b" l="l" r="r" t="t"/>
              <a:pathLst>
                <a:path extrusionOk="0" fill="none" h="9355" w="1274">
                  <a:moveTo>
                    <a:pt x="0" y="9355"/>
                  </a:moveTo>
                  <a:lnTo>
                    <a:pt x="1273" y="1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8" name="Google Shape;1768;p37"/>
            <p:cNvSpPr/>
            <p:nvPr/>
          </p:nvSpPr>
          <p:spPr>
            <a:xfrm>
              <a:off x="2626524" y="614592"/>
              <a:ext cx="58488" cy="457109"/>
            </a:xfrm>
            <a:custGeom>
              <a:rect b="b" l="l" r="r" t="t"/>
              <a:pathLst>
                <a:path extrusionOk="0" fill="none" h="9355" w="1197">
                  <a:moveTo>
                    <a:pt x="1197" y="9354"/>
                  </a:moveTo>
                  <a:lnTo>
                    <a:pt x="1" y="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9" name="Google Shape;1769;p37"/>
            <p:cNvSpPr/>
            <p:nvPr/>
          </p:nvSpPr>
          <p:spPr>
            <a:xfrm>
              <a:off x="2673677" y="598565"/>
              <a:ext cx="174390" cy="426961"/>
            </a:xfrm>
            <a:custGeom>
              <a:rect b="b" l="l" r="r" t="t"/>
              <a:pathLst>
                <a:path extrusionOk="0" fill="none" h="8738" w="3569">
                  <a:moveTo>
                    <a:pt x="3568" y="8737"/>
                  </a:moveTo>
                  <a:lnTo>
                    <a:pt x="0" y="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0" name="Google Shape;1770;p37"/>
            <p:cNvSpPr/>
            <p:nvPr/>
          </p:nvSpPr>
          <p:spPr>
            <a:xfrm>
              <a:off x="2715113" y="572179"/>
              <a:ext cx="279005" cy="366615"/>
            </a:xfrm>
            <a:custGeom>
              <a:rect b="b" l="l" r="r" t="t"/>
              <a:pathLst>
                <a:path extrusionOk="0" fill="none" h="7503" w="5710">
                  <a:moveTo>
                    <a:pt x="5710" y="7503"/>
                  </a:moveTo>
                  <a:lnTo>
                    <a:pt x="1" y="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1" name="Google Shape;1771;p37"/>
            <p:cNvSpPr/>
            <p:nvPr/>
          </p:nvSpPr>
          <p:spPr>
            <a:xfrm>
              <a:off x="2748095" y="535386"/>
              <a:ext cx="364759" cy="281839"/>
            </a:xfrm>
            <a:custGeom>
              <a:rect b="b" l="l" r="r" t="t"/>
              <a:pathLst>
                <a:path extrusionOk="0" fill="none" h="5768" w="7465">
                  <a:moveTo>
                    <a:pt x="7465" y="5768"/>
                  </a:moveTo>
                  <a:lnTo>
                    <a:pt x="1" y="1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2" name="Google Shape;1772;p37"/>
            <p:cNvSpPr/>
            <p:nvPr/>
          </p:nvSpPr>
          <p:spPr>
            <a:xfrm>
              <a:off x="2770718" y="491116"/>
              <a:ext cx="424126" cy="179081"/>
            </a:xfrm>
            <a:custGeom>
              <a:rect b="b" l="l" r="r" t="t"/>
              <a:pathLst>
                <a:path extrusionOk="0" fill="none" h="3665" w="8680">
                  <a:moveTo>
                    <a:pt x="8680" y="3665"/>
                  </a:moveTo>
                  <a:lnTo>
                    <a:pt x="1" y="1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3" name="Google Shape;1773;p37"/>
            <p:cNvSpPr/>
            <p:nvPr/>
          </p:nvSpPr>
          <p:spPr>
            <a:xfrm>
              <a:off x="2781077" y="443035"/>
              <a:ext cx="456180" cy="62251"/>
            </a:xfrm>
            <a:custGeom>
              <a:rect b="b" l="l" r="r" t="t"/>
              <a:pathLst>
                <a:path extrusionOk="0" fill="none" h="1274" w="9336">
                  <a:moveTo>
                    <a:pt x="9336" y="1274"/>
                  </a:moveTo>
                  <a:lnTo>
                    <a:pt x="1" y="1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4" name="Google Shape;1774;p37"/>
            <p:cNvSpPr/>
            <p:nvPr/>
          </p:nvSpPr>
          <p:spPr>
            <a:xfrm>
              <a:off x="2778292" y="335635"/>
              <a:ext cx="457109" cy="58440"/>
            </a:xfrm>
            <a:custGeom>
              <a:rect b="b" l="l" r="r" t="t"/>
              <a:pathLst>
                <a:path extrusionOk="0" fill="none" h="1196" w="9355">
                  <a:moveTo>
                    <a:pt x="9354" y="0"/>
                  </a:moveTo>
                  <a:lnTo>
                    <a:pt x="0" y="1196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5" name="Google Shape;1775;p37"/>
            <p:cNvSpPr/>
            <p:nvPr/>
          </p:nvSpPr>
          <p:spPr>
            <a:xfrm>
              <a:off x="2763194" y="172579"/>
              <a:ext cx="426032" cy="174390"/>
            </a:xfrm>
            <a:custGeom>
              <a:rect b="b" l="l" r="r" t="t"/>
              <a:pathLst>
                <a:path extrusionOk="0" fill="none" h="3569" w="8719">
                  <a:moveTo>
                    <a:pt x="8718" y="1"/>
                  </a:moveTo>
                  <a:lnTo>
                    <a:pt x="1" y="3569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6" name="Google Shape;1776;p37"/>
            <p:cNvSpPr/>
            <p:nvPr/>
          </p:nvSpPr>
          <p:spPr>
            <a:xfrm>
              <a:off x="2735879" y="27457"/>
              <a:ext cx="366615" cy="278076"/>
            </a:xfrm>
            <a:custGeom>
              <a:rect b="b" l="l" r="r" t="t"/>
              <a:pathLst>
                <a:path extrusionOk="0" fill="none" h="5691" w="7503">
                  <a:moveTo>
                    <a:pt x="7503" y="0"/>
                  </a:moveTo>
                  <a:lnTo>
                    <a:pt x="0" y="569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7" name="Google Shape;1777;p37"/>
            <p:cNvSpPr/>
            <p:nvPr/>
          </p:nvSpPr>
          <p:spPr>
            <a:xfrm>
              <a:off x="2699135" y="-91280"/>
              <a:ext cx="282767" cy="364759"/>
            </a:xfrm>
            <a:custGeom>
              <a:rect b="b" l="l" r="r" t="t"/>
              <a:pathLst>
                <a:path extrusionOk="0" fill="none" h="7465" w="5787">
                  <a:moveTo>
                    <a:pt x="5786" y="0"/>
                  </a:moveTo>
                  <a:lnTo>
                    <a:pt x="0" y="7464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8" name="Google Shape;1778;p37"/>
            <p:cNvSpPr/>
            <p:nvPr/>
          </p:nvSpPr>
          <p:spPr>
            <a:xfrm>
              <a:off x="2655744" y="-174200"/>
              <a:ext cx="178153" cy="425055"/>
            </a:xfrm>
            <a:custGeom>
              <a:rect b="b" l="l" r="r" t="t"/>
              <a:pathLst>
                <a:path extrusionOk="0" fill="none" h="8699" w="3646">
                  <a:moveTo>
                    <a:pt x="3646" y="0"/>
                  </a:moveTo>
                  <a:lnTo>
                    <a:pt x="1" y="8698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779" name="Google Shape;1779;p37"/>
          <p:cNvGrpSpPr/>
          <p:nvPr/>
        </p:nvGrpSpPr>
        <p:grpSpPr>
          <a:xfrm>
            <a:off x="1571802" y="4088183"/>
            <a:ext cx="1965289" cy="517060"/>
            <a:chOff x="3539975" y="3523525"/>
            <a:chExt cx="745925" cy="196250"/>
          </a:xfrm>
        </p:grpSpPr>
        <p:sp>
          <p:nvSpPr>
            <p:cNvPr id="1780" name="Google Shape;1780;p37"/>
            <p:cNvSpPr/>
            <p:nvPr/>
          </p:nvSpPr>
          <p:spPr>
            <a:xfrm>
              <a:off x="3539975" y="3523525"/>
              <a:ext cx="196250" cy="196250"/>
            </a:xfrm>
            <a:custGeom>
              <a:rect b="b" l="l" r="r" t="t"/>
              <a:pathLst>
                <a:path extrusionOk="0" fill="none" h="7850" w="785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1" name="Google Shape;1781;p37"/>
            <p:cNvSpPr/>
            <p:nvPr/>
          </p:nvSpPr>
          <p:spPr>
            <a:xfrm>
              <a:off x="3576625" y="3523525"/>
              <a:ext cx="196250" cy="196250"/>
            </a:xfrm>
            <a:custGeom>
              <a:rect b="b" l="l" r="r" t="t"/>
              <a:pathLst>
                <a:path extrusionOk="0" fill="none" h="7850" w="785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2" name="Google Shape;1782;p37"/>
            <p:cNvSpPr/>
            <p:nvPr/>
          </p:nvSpPr>
          <p:spPr>
            <a:xfrm>
              <a:off x="3613250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1" y="0"/>
                  </a:moveTo>
                  <a:lnTo>
                    <a:pt x="7851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3" name="Google Shape;1783;p37"/>
            <p:cNvSpPr/>
            <p:nvPr/>
          </p:nvSpPr>
          <p:spPr>
            <a:xfrm>
              <a:off x="3649900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1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4" name="Google Shape;1784;p37"/>
            <p:cNvSpPr/>
            <p:nvPr/>
          </p:nvSpPr>
          <p:spPr>
            <a:xfrm>
              <a:off x="3686550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5" name="Google Shape;1785;p37"/>
            <p:cNvSpPr/>
            <p:nvPr/>
          </p:nvSpPr>
          <p:spPr>
            <a:xfrm>
              <a:off x="3723200" y="3523525"/>
              <a:ext cx="196250" cy="196250"/>
            </a:xfrm>
            <a:custGeom>
              <a:rect b="b" l="l" r="r" t="t"/>
              <a:pathLst>
                <a:path extrusionOk="0" fill="none" h="7850" w="785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6" name="Google Shape;1786;p37"/>
            <p:cNvSpPr/>
            <p:nvPr/>
          </p:nvSpPr>
          <p:spPr>
            <a:xfrm>
              <a:off x="3759825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1" y="0"/>
                  </a:moveTo>
                  <a:lnTo>
                    <a:pt x="7851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7" name="Google Shape;1787;p37"/>
            <p:cNvSpPr/>
            <p:nvPr/>
          </p:nvSpPr>
          <p:spPr>
            <a:xfrm>
              <a:off x="3796475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1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8" name="Google Shape;1788;p37"/>
            <p:cNvSpPr/>
            <p:nvPr/>
          </p:nvSpPr>
          <p:spPr>
            <a:xfrm>
              <a:off x="3833125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1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9" name="Google Shape;1789;p37"/>
            <p:cNvSpPr/>
            <p:nvPr/>
          </p:nvSpPr>
          <p:spPr>
            <a:xfrm>
              <a:off x="3869775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0" name="Google Shape;1790;p37"/>
            <p:cNvSpPr/>
            <p:nvPr/>
          </p:nvSpPr>
          <p:spPr>
            <a:xfrm>
              <a:off x="3906425" y="3523525"/>
              <a:ext cx="196250" cy="196250"/>
            </a:xfrm>
            <a:custGeom>
              <a:rect b="b" l="l" r="r" t="t"/>
              <a:pathLst>
                <a:path extrusionOk="0" fill="none" h="7850" w="785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1" name="Google Shape;1791;p37"/>
            <p:cNvSpPr/>
            <p:nvPr/>
          </p:nvSpPr>
          <p:spPr>
            <a:xfrm>
              <a:off x="3943050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1" y="0"/>
                  </a:moveTo>
                  <a:lnTo>
                    <a:pt x="7851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2" name="Google Shape;1792;p37"/>
            <p:cNvSpPr/>
            <p:nvPr/>
          </p:nvSpPr>
          <p:spPr>
            <a:xfrm>
              <a:off x="3979700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1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3" name="Google Shape;1793;p37"/>
            <p:cNvSpPr/>
            <p:nvPr/>
          </p:nvSpPr>
          <p:spPr>
            <a:xfrm>
              <a:off x="4016350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1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4" name="Google Shape;1794;p37"/>
            <p:cNvSpPr/>
            <p:nvPr/>
          </p:nvSpPr>
          <p:spPr>
            <a:xfrm>
              <a:off x="4053000" y="3523525"/>
              <a:ext cx="196250" cy="196250"/>
            </a:xfrm>
            <a:custGeom>
              <a:rect b="b" l="l" r="r" t="t"/>
              <a:pathLst>
                <a:path extrusionOk="0" fill="none" h="7850" w="785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5" name="Google Shape;1795;p37"/>
            <p:cNvSpPr/>
            <p:nvPr/>
          </p:nvSpPr>
          <p:spPr>
            <a:xfrm>
              <a:off x="4089650" y="3523525"/>
              <a:ext cx="196250" cy="196250"/>
            </a:xfrm>
            <a:custGeom>
              <a:rect b="b" l="l" r="r" t="t"/>
              <a:pathLst>
                <a:path extrusionOk="0" fill="none" h="7850" w="785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796" name="Google Shape;1796;p37"/>
          <p:cNvGrpSpPr/>
          <p:nvPr/>
        </p:nvGrpSpPr>
        <p:grpSpPr>
          <a:xfrm flipH="1" rot="-5400000">
            <a:off x="-2692775" y="2018671"/>
            <a:ext cx="4000413" cy="3175881"/>
            <a:chOff x="5207925" y="-1994879"/>
            <a:chExt cx="4000413" cy="3175881"/>
          </a:xfrm>
        </p:grpSpPr>
        <p:sp>
          <p:nvSpPr>
            <p:cNvPr id="1797" name="Google Shape;1797;p37"/>
            <p:cNvSpPr/>
            <p:nvPr/>
          </p:nvSpPr>
          <p:spPr>
            <a:xfrm>
              <a:off x="5256209" y="-1994879"/>
              <a:ext cx="3952129" cy="3103920"/>
            </a:xfrm>
            <a:custGeom>
              <a:rect b="b" l="l" r="r" t="t"/>
              <a:pathLst>
                <a:path extrusionOk="0" fill="none" h="70648" w="89954">
                  <a:moveTo>
                    <a:pt x="89954" y="70647"/>
                  </a:moveTo>
                  <a:lnTo>
                    <a:pt x="1" y="70647"/>
                  </a:lnTo>
                  <a:lnTo>
                    <a:pt x="1" y="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8" name="Google Shape;1798;p37"/>
            <p:cNvSpPr/>
            <p:nvPr/>
          </p:nvSpPr>
          <p:spPr>
            <a:xfrm>
              <a:off x="5579917" y="1036061"/>
              <a:ext cx="144942" cy="144942"/>
            </a:xfrm>
            <a:custGeom>
              <a:rect b="b" l="l" r="r" t="t"/>
              <a:pathLst>
                <a:path extrusionOk="0" h="3299" w="3299">
                  <a:moveTo>
                    <a:pt x="0" y="1"/>
                  </a:moveTo>
                  <a:lnTo>
                    <a:pt x="0" y="3299"/>
                  </a:lnTo>
                  <a:lnTo>
                    <a:pt x="3298" y="3299"/>
                  </a:lnTo>
                  <a:lnTo>
                    <a:pt x="329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9" name="Google Shape;1799;p37"/>
            <p:cNvSpPr/>
            <p:nvPr/>
          </p:nvSpPr>
          <p:spPr>
            <a:xfrm>
              <a:off x="5207925" y="352772"/>
              <a:ext cx="96613" cy="394888"/>
            </a:xfrm>
            <a:custGeom>
              <a:rect b="b" l="l" r="r" t="t"/>
              <a:pathLst>
                <a:path extrusionOk="0" h="8988" w="2199">
                  <a:moveTo>
                    <a:pt x="0" y="0"/>
                  </a:moveTo>
                  <a:lnTo>
                    <a:pt x="0" y="8988"/>
                  </a:lnTo>
                  <a:lnTo>
                    <a:pt x="2199" y="8988"/>
                  </a:lnTo>
                  <a:lnTo>
                    <a:pt x="2199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800" name="Google Shape;1800;p37"/>
          <p:cNvGrpSpPr/>
          <p:nvPr/>
        </p:nvGrpSpPr>
        <p:grpSpPr>
          <a:xfrm>
            <a:off x="5255192" y="4184363"/>
            <a:ext cx="1039906" cy="679800"/>
            <a:chOff x="4082325" y="3790650"/>
            <a:chExt cx="1039906" cy="679800"/>
          </a:xfrm>
        </p:grpSpPr>
        <p:sp>
          <p:nvSpPr>
            <p:cNvPr id="1801" name="Google Shape;1801;p37"/>
            <p:cNvSpPr/>
            <p:nvPr/>
          </p:nvSpPr>
          <p:spPr>
            <a:xfrm>
              <a:off x="4082325" y="3790650"/>
              <a:ext cx="1039906" cy="94858"/>
            </a:xfrm>
            <a:custGeom>
              <a:rect b="b" l="l" r="r" t="t"/>
              <a:pathLst>
                <a:path extrusionOk="0" fill="none" h="1448" w="15874">
                  <a:moveTo>
                    <a:pt x="1" y="1"/>
                  </a:moveTo>
                  <a:cubicBezTo>
                    <a:pt x="1138" y="1"/>
                    <a:pt x="1138" y="1447"/>
                    <a:pt x="2276" y="1447"/>
                  </a:cubicBezTo>
                  <a:cubicBezTo>
                    <a:pt x="3395" y="1447"/>
                    <a:pt x="3395" y="1"/>
                    <a:pt x="4533" y="1"/>
                  </a:cubicBezTo>
                  <a:cubicBezTo>
                    <a:pt x="5671" y="1"/>
                    <a:pt x="5671" y="1447"/>
                    <a:pt x="6809" y="1447"/>
                  </a:cubicBezTo>
                  <a:cubicBezTo>
                    <a:pt x="7947" y="1447"/>
                    <a:pt x="7947" y="1"/>
                    <a:pt x="9065" y="1"/>
                  </a:cubicBezTo>
                  <a:cubicBezTo>
                    <a:pt x="10203" y="1"/>
                    <a:pt x="10203" y="1447"/>
                    <a:pt x="11341" y="1447"/>
                  </a:cubicBezTo>
                  <a:cubicBezTo>
                    <a:pt x="12479" y="1447"/>
                    <a:pt x="12479" y="1"/>
                    <a:pt x="13617" y="1"/>
                  </a:cubicBezTo>
                  <a:cubicBezTo>
                    <a:pt x="14736" y="1"/>
                    <a:pt x="14736" y="1447"/>
                    <a:pt x="15873" y="1447"/>
                  </a:cubicBezTo>
                </a:path>
              </a:pathLst>
            </a:custGeom>
            <a:solidFill>
              <a:schemeClr val="lt1"/>
            </a:solidFill>
            <a:ln cap="flat" cmpd="sng" w="12050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2" name="Google Shape;1802;p37"/>
            <p:cNvSpPr/>
            <p:nvPr/>
          </p:nvSpPr>
          <p:spPr>
            <a:xfrm>
              <a:off x="4082325" y="4083808"/>
              <a:ext cx="1039906" cy="94793"/>
            </a:xfrm>
            <a:custGeom>
              <a:rect b="b" l="l" r="r" t="t"/>
              <a:pathLst>
                <a:path extrusionOk="0" fill="none" h="1447" w="15874">
                  <a:moveTo>
                    <a:pt x="1" y="0"/>
                  </a:moveTo>
                  <a:cubicBezTo>
                    <a:pt x="1138" y="0"/>
                    <a:pt x="1138" y="1447"/>
                    <a:pt x="2276" y="1447"/>
                  </a:cubicBezTo>
                  <a:cubicBezTo>
                    <a:pt x="3395" y="1447"/>
                    <a:pt x="3395" y="0"/>
                    <a:pt x="4533" y="0"/>
                  </a:cubicBezTo>
                  <a:cubicBezTo>
                    <a:pt x="5671" y="0"/>
                    <a:pt x="5671" y="1447"/>
                    <a:pt x="6809" y="1447"/>
                  </a:cubicBezTo>
                  <a:cubicBezTo>
                    <a:pt x="7947" y="1447"/>
                    <a:pt x="7947" y="0"/>
                    <a:pt x="9065" y="0"/>
                  </a:cubicBezTo>
                  <a:cubicBezTo>
                    <a:pt x="10203" y="0"/>
                    <a:pt x="10203" y="1447"/>
                    <a:pt x="11341" y="1447"/>
                  </a:cubicBezTo>
                  <a:cubicBezTo>
                    <a:pt x="12479" y="1447"/>
                    <a:pt x="12479" y="0"/>
                    <a:pt x="13617" y="0"/>
                  </a:cubicBezTo>
                  <a:cubicBezTo>
                    <a:pt x="14736" y="0"/>
                    <a:pt x="14736" y="1447"/>
                    <a:pt x="15873" y="1447"/>
                  </a:cubicBezTo>
                </a:path>
              </a:pathLst>
            </a:custGeom>
            <a:solidFill>
              <a:schemeClr val="lt1"/>
            </a:solidFill>
            <a:ln cap="flat" cmpd="sng" w="12050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3" name="Google Shape;1803;p37"/>
            <p:cNvSpPr/>
            <p:nvPr/>
          </p:nvSpPr>
          <p:spPr>
            <a:xfrm>
              <a:off x="4082325" y="4375657"/>
              <a:ext cx="1039906" cy="94793"/>
            </a:xfrm>
            <a:custGeom>
              <a:rect b="b" l="l" r="r" t="t"/>
              <a:pathLst>
                <a:path extrusionOk="0" fill="none" h="1447" w="15874">
                  <a:moveTo>
                    <a:pt x="1" y="0"/>
                  </a:moveTo>
                  <a:cubicBezTo>
                    <a:pt x="1138" y="0"/>
                    <a:pt x="1138" y="1447"/>
                    <a:pt x="2276" y="1447"/>
                  </a:cubicBezTo>
                  <a:cubicBezTo>
                    <a:pt x="3395" y="1447"/>
                    <a:pt x="3395" y="0"/>
                    <a:pt x="4533" y="0"/>
                  </a:cubicBezTo>
                  <a:cubicBezTo>
                    <a:pt x="5671" y="0"/>
                    <a:pt x="5671" y="1447"/>
                    <a:pt x="6809" y="1447"/>
                  </a:cubicBezTo>
                  <a:cubicBezTo>
                    <a:pt x="7947" y="1447"/>
                    <a:pt x="7947" y="0"/>
                    <a:pt x="9065" y="0"/>
                  </a:cubicBezTo>
                  <a:cubicBezTo>
                    <a:pt x="10203" y="0"/>
                    <a:pt x="10203" y="1447"/>
                    <a:pt x="11341" y="1447"/>
                  </a:cubicBezTo>
                  <a:cubicBezTo>
                    <a:pt x="12479" y="1447"/>
                    <a:pt x="12479" y="0"/>
                    <a:pt x="13617" y="0"/>
                  </a:cubicBezTo>
                  <a:cubicBezTo>
                    <a:pt x="14736" y="0"/>
                    <a:pt x="14736" y="1447"/>
                    <a:pt x="15873" y="1447"/>
                  </a:cubicBezTo>
                </a:path>
              </a:pathLst>
            </a:custGeom>
            <a:solidFill>
              <a:schemeClr val="lt1"/>
            </a:solidFill>
            <a:ln cap="flat" cmpd="sng" w="12050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6">
  <p:cSld name="CUSTOM_2_2_1_1_1_1_1">
    <p:spTree>
      <p:nvGrpSpPr>
        <p:cNvPr id="1804" name="Shape 18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05" name="Google Shape;1805;p38"/>
          <p:cNvPicPr preferRelativeResize="0"/>
          <p:nvPr/>
        </p:nvPicPr>
        <p:blipFill rotWithShape="1">
          <a:blip r:embed="rId2">
            <a:alphaModFix amt="60000"/>
          </a:blip>
          <a:srcRect b="10" l="0" r="0" t="10"/>
          <a:stretch/>
        </p:blipFill>
        <p:spPr>
          <a:xfrm flipH="1">
            <a:off x="0" y="1"/>
            <a:ext cx="9144002" cy="5143499"/>
          </a:xfrm>
          <a:prstGeom prst="rect">
            <a:avLst/>
          </a:prstGeom>
          <a:noFill/>
          <a:ln>
            <a:noFill/>
          </a:ln>
        </p:spPr>
      </p:pic>
      <p:sp>
        <p:nvSpPr>
          <p:cNvPr id="1806" name="Google Shape;1806;p38"/>
          <p:cNvSpPr txBox="1"/>
          <p:nvPr>
            <p:ph type="title"/>
          </p:nvPr>
        </p:nvSpPr>
        <p:spPr>
          <a:xfrm>
            <a:off x="1825050" y="1909850"/>
            <a:ext cx="5493900" cy="4206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900"/>
              <a:buNone/>
              <a:defRPr sz="2900">
                <a:latin typeface="Aldrich"/>
                <a:ea typeface="Aldrich"/>
                <a:cs typeface="Aldrich"/>
                <a:sym typeface="Aldrich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9pPr>
          </a:lstStyle>
          <a:p/>
        </p:txBody>
      </p:sp>
      <p:grpSp>
        <p:nvGrpSpPr>
          <p:cNvPr id="1807" name="Google Shape;1807;p38"/>
          <p:cNvGrpSpPr/>
          <p:nvPr/>
        </p:nvGrpSpPr>
        <p:grpSpPr>
          <a:xfrm>
            <a:off x="1364665" y="639534"/>
            <a:ext cx="1965289" cy="517060"/>
            <a:chOff x="3539975" y="3523525"/>
            <a:chExt cx="745925" cy="196250"/>
          </a:xfrm>
        </p:grpSpPr>
        <p:sp>
          <p:nvSpPr>
            <p:cNvPr id="1808" name="Google Shape;1808;p38"/>
            <p:cNvSpPr/>
            <p:nvPr/>
          </p:nvSpPr>
          <p:spPr>
            <a:xfrm>
              <a:off x="3539975" y="3523525"/>
              <a:ext cx="196250" cy="196250"/>
            </a:xfrm>
            <a:custGeom>
              <a:rect b="b" l="l" r="r" t="t"/>
              <a:pathLst>
                <a:path extrusionOk="0" fill="none" h="7850" w="785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9" name="Google Shape;1809;p38"/>
            <p:cNvSpPr/>
            <p:nvPr/>
          </p:nvSpPr>
          <p:spPr>
            <a:xfrm>
              <a:off x="3576625" y="3523525"/>
              <a:ext cx="196250" cy="196250"/>
            </a:xfrm>
            <a:custGeom>
              <a:rect b="b" l="l" r="r" t="t"/>
              <a:pathLst>
                <a:path extrusionOk="0" fill="none" h="7850" w="785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0" name="Google Shape;1810;p38"/>
            <p:cNvSpPr/>
            <p:nvPr/>
          </p:nvSpPr>
          <p:spPr>
            <a:xfrm>
              <a:off x="3613250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1" y="0"/>
                  </a:moveTo>
                  <a:lnTo>
                    <a:pt x="7851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1" name="Google Shape;1811;p38"/>
            <p:cNvSpPr/>
            <p:nvPr/>
          </p:nvSpPr>
          <p:spPr>
            <a:xfrm>
              <a:off x="3649900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1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2" name="Google Shape;1812;p38"/>
            <p:cNvSpPr/>
            <p:nvPr/>
          </p:nvSpPr>
          <p:spPr>
            <a:xfrm>
              <a:off x="3686550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3" name="Google Shape;1813;p38"/>
            <p:cNvSpPr/>
            <p:nvPr/>
          </p:nvSpPr>
          <p:spPr>
            <a:xfrm>
              <a:off x="3723200" y="3523525"/>
              <a:ext cx="196250" cy="196250"/>
            </a:xfrm>
            <a:custGeom>
              <a:rect b="b" l="l" r="r" t="t"/>
              <a:pathLst>
                <a:path extrusionOk="0" fill="none" h="7850" w="785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4" name="Google Shape;1814;p38"/>
            <p:cNvSpPr/>
            <p:nvPr/>
          </p:nvSpPr>
          <p:spPr>
            <a:xfrm>
              <a:off x="3759825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1" y="0"/>
                  </a:moveTo>
                  <a:lnTo>
                    <a:pt x="7851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5" name="Google Shape;1815;p38"/>
            <p:cNvSpPr/>
            <p:nvPr/>
          </p:nvSpPr>
          <p:spPr>
            <a:xfrm>
              <a:off x="3796475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1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6" name="Google Shape;1816;p38"/>
            <p:cNvSpPr/>
            <p:nvPr/>
          </p:nvSpPr>
          <p:spPr>
            <a:xfrm>
              <a:off x="3833125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1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7" name="Google Shape;1817;p38"/>
            <p:cNvSpPr/>
            <p:nvPr/>
          </p:nvSpPr>
          <p:spPr>
            <a:xfrm>
              <a:off x="3869775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8" name="Google Shape;1818;p38"/>
            <p:cNvSpPr/>
            <p:nvPr/>
          </p:nvSpPr>
          <p:spPr>
            <a:xfrm>
              <a:off x="3906425" y="3523525"/>
              <a:ext cx="196250" cy="196250"/>
            </a:xfrm>
            <a:custGeom>
              <a:rect b="b" l="l" r="r" t="t"/>
              <a:pathLst>
                <a:path extrusionOk="0" fill="none" h="7850" w="785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9" name="Google Shape;1819;p38"/>
            <p:cNvSpPr/>
            <p:nvPr/>
          </p:nvSpPr>
          <p:spPr>
            <a:xfrm>
              <a:off x="3943050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1" y="0"/>
                  </a:moveTo>
                  <a:lnTo>
                    <a:pt x="7851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0" name="Google Shape;1820;p38"/>
            <p:cNvSpPr/>
            <p:nvPr/>
          </p:nvSpPr>
          <p:spPr>
            <a:xfrm>
              <a:off x="3979700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1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1" name="Google Shape;1821;p38"/>
            <p:cNvSpPr/>
            <p:nvPr/>
          </p:nvSpPr>
          <p:spPr>
            <a:xfrm>
              <a:off x="4016350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1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2" name="Google Shape;1822;p38"/>
            <p:cNvSpPr/>
            <p:nvPr/>
          </p:nvSpPr>
          <p:spPr>
            <a:xfrm>
              <a:off x="4053000" y="3523525"/>
              <a:ext cx="196250" cy="196250"/>
            </a:xfrm>
            <a:custGeom>
              <a:rect b="b" l="l" r="r" t="t"/>
              <a:pathLst>
                <a:path extrusionOk="0" fill="none" h="7850" w="785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3" name="Google Shape;1823;p38"/>
            <p:cNvSpPr/>
            <p:nvPr/>
          </p:nvSpPr>
          <p:spPr>
            <a:xfrm>
              <a:off x="4089650" y="3523525"/>
              <a:ext cx="196250" cy="196250"/>
            </a:xfrm>
            <a:custGeom>
              <a:rect b="b" l="l" r="r" t="t"/>
              <a:pathLst>
                <a:path extrusionOk="0" fill="none" h="7850" w="785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pic>
        <p:nvPicPr>
          <p:cNvPr id="1824" name="Google Shape;1824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10800000">
            <a:off x="-201200" y="3499563"/>
            <a:ext cx="7194375" cy="206237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825" name="Google Shape;1825;p38"/>
          <p:cNvGrpSpPr/>
          <p:nvPr/>
        </p:nvGrpSpPr>
        <p:grpSpPr>
          <a:xfrm>
            <a:off x="8063763" y="2173397"/>
            <a:ext cx="357454" cy="956304"/>
            <a:chOff x="357713" y="600975"/>
            <a:chExt cx="357454" cy="956304"/>
          </a:xfrm>
        </p:grpSpPr>
        <p:sp>
          <p:nvSpPr>
            <p:cNvPr id="1826" name="Google Shape;1826;p38"/>
            <p:cNvSpPr/>
            <p:nvPr/>
          </p:nvSpPr>
          <p:spPr>
            <a:xfrm>
              <a:off x="357713" y="600975"/>
              <a:ext cx="357454" cy="357454"/>
            </a:xfrm>
            <a:custGeom>
              <a:rect b="b" l="l" r="r" t="t"/>
              <a:pathLst>
                <a:path extrusionOk="0" fill="none" h="6539" w="6539">
                  <a:moveTo>
                    <a:pt x="3954" y="367"/>
                  </a:moveTo>
                  <a:cubicBezTo>
                    <a:pt x="5535" y="752"/>
                    <a:pt x="6538" y="2353"/>
                    <a:pt x="6152" y="3954"/>
                  </a:cubicBezTo>
                  <a:cubicBezTo>
                    <a:pt x="5767" y="5535"/>
                    <a:pt x="4166" y="6538"/>
                    <a:pt x="2584" y="6153"/>
                  </a:cubicBezTo>
                  <a:cubicBezTo>
                    <a:pt x="984" y="5767"/>
                    <a:pt x="0" y="4166"/>
                    <a:pt x="366" y="2585"/>
                  </a:cubicBezTo>
                  <a:cubicBezTo>
                    <a:pt x="752" y="984"/>
                    <a:pt x="2353" y="0"/>
                    <a:pt x="3954" y="367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7" name="Google Shape;1827;p38"/>
            <p:cNvSpPr/>
            <p:nvPr/>
          </p:nvSpPr>
          <p:spPr>
            <a:xfrm>
              <a:off x="374549" y="819196"/>
              <a:ext cx="324765" cy="324765"/>
            </a:xfrm>
            <a:custGeom>
              <a:rect b="b" l="l" r="r" t="t"/>
              <a:pathLst>
                <a:path extrusionOk="0" fill="none" h="5941" w="5941">
                  <a:moveTo>
                    <a:pt x="5941" y="2971"/>
                  </a:moveTo>
                  <a:cubicBezTo>
                    <a:pt x="5941" y="4610"/>
                    <a:pt x="4610" y="5941"/>
                    <a:pt x="2971" y="5941"/>
                  </a:cubicBezTo>
                  <a:cubicBezTo>
                    <a:pt x="1331" y="5941"/>
                    <a:pt x="1" y="4610"/>
                    <a:pt x="1" y="2971"/>
                  </a:cubicBezTo>
                  <a:cubicBezTo>
                    <a:pt x="1" y="1331"/>
                    <a:pt x="1331" y="1"/>
                    <a:pt x="2971" y="1"/>
                  </a:cubicBezTo>
                  <a:cubicBezTo>
                    <a:pt x="4610" y="1"/>
                    <a:pt x="5941" y="1331"/>
                    <a:pt x="5941" y="2971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8" name="Google Shape;1828;p38"/>
            <p:cNvSpPr/>
            <p:nvPr/>
          </p:nvSpPr>
          <p:spPr>
            <a:xfrm>
              <a:off x="357713" y="997347"/>
              <a:ext cx="357454" cy="357509"/>
            </a:xfrm>
            <a:custGeom>
              <a:rect b="b" l="l" r="r" t="t"/>
              <a:pathLst>
                <a:path extrusionOk="0" fill="none" h="6540" w="6539">
                  <a:moveTo>
                    <a:pt x="3954" y="387"/>
                  </a:moveTo>
                  <a:cubicBezTo>
                    <a:pt x="5555" y="753"/>
                    <a:pt x="6538" y="2354"/>
                    <a:pt x="6152" y="3955"/>
                  </a:cubicBezTo>
                  <a:cubicBezTo>
                    <a:pt x="5767" y="5556"/>
                    <a:pt x="4166" y="6539"/>
                    <a:pt x="2584" y="6153"/>
                  </a:cubicBezTo>
                  <a:cubicBezTo>
                    <a:pt x="984" y="5787"/>
                    <a:pt x="0" y="4186"/>
                    <a:pt x="366" y="2585"/>
                  </a:cubicBezTo>
                  <a:cubicBezTo>
                    <a:pt x="752" y="985"/>
                    <a:pt x="2353" y="1"/>
                    <a:pt x="3954" y="387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9" name="Google Shape;1829;p38"/>
            <p:cNvSpPr/>
            <p:nvPr/>
          </p:nvSpPr>
          <p:spPr>
            <a:xfrm>
              <a:off x="358751" y="1200863"/>
              <a:ext cx="356416" cy="356416"/>
            </a:xfrm>
            <a:custGeom>
              <a:rect b="b" l="l" r="r" t="t"/>
              <a:pathLst>
                <a:path extrusionOk="0" fill="none" h="6520" w="6520">
                  <a:moveTo>
                    <a:pt x="5362" y="1158"/>
                  </a:moveTo>
                  <a:cubicBezTo>
                    <a:pt x="6519" y="2315"/>
                    <a:pt x="6519" y="4186"/>
                    <a:pt x="5362" y="5343"/>
                  </a:cubicBezTo>
                  <a:cubicBezTo>
                    <a:pt x="4186" y="6519"/>
                    <a:pt x="2315" y="6519"/>
                    <a:pt x="1157" y="5343"/>
                  </a:cubicBezTo>
                  <a:cubicBezTo>
                    <a:pt x="0" y="4186"/>
                    <a:pt x="0" y="2315"/>
                    <a:pt x="1157" y="1158"/>
                  </a:cubicBezTo>
                  <a:cubicBezTo>
                    <a:pt x="2315" y="0"/>
                    <a:pt x="4186" y="0"/>
                    <a:pt x="5362" y="1158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830" name="Google Shape;1830;p38"/>
          <p:cNvSpPr/>
          <p:nvPr/>
        </p:nvSpPr>
        <p:spPr>
          <a:xfrm flipH="1">
            <a:off x="4294245" y="620913"/>
            <a:ext cx="555517" cy="554294"/>
          </a:xfrm>
          <a:custGeom>
            <a:rect b="b" l="l" r="r" t="t"/>
            <a:pathLst>
              <a:path extrusionOk="0" h="11337" w="11362">
                <a:moveTo>
                  <a:pt x="11362" y="5668"/>
                </a:moveTo>
                <a:cubicBezTo>
                  <a:pt x="11362" y="8798"/>
                  <a:pt x="8823" y="11337"/>
                  <a:pt x="5669" y="11337"/>
                </a:cubicBezTo>
                <a:cubicBezTo>
                  <a:pt x="2539" y="11337"/>
                  <a:pt x="1" y="8798"/>
                  <a:pt x="1" y="5668"/>
                </a:cubicBezTo>
                <a:cubicBezTo>
                  <a:pt x="1" y="2539"/>
                  <a:pt x="2539" y="0"/>
                  <a:pt x="5669" y="0"/>
                </a:cubicBezTo>
                <a:cubicBezTo>
                  <a:pt x="8823" y="0"/>
                  <a:pt x="11362" y="2539"/>
                  <a:pt x="11362" y="5668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831" name="Google Shape;1831;p38"/>
          <p:cNvGrpSpPr/>
          <p:nvPr/>
        </p:nvGrpSpPr>
        <p:grpSpPr>
          <a:xfrm rot="-5400000">
            <a:off x="-2779003" y="-1736891"/>
            <a:ext cx="3952129" cy="3175881"/>
            <a:chOff x="5256209" y="-1994879"/>
            <a:chExt cx="3952129" cy="3175881"/>
          </a:xfrm>
        </p:grpSpPr>
        <p:sp>
          <p:nvSpPr>
            <p:cNvPr id="1832" name="Google Shape;1832;p38"/>
            <p:cNvSpPr/>
            <p:nvPr/>
          </p:nvSpPr>
          <p:spPr>
            <a:xfrm>
              <a:off x="5256209" y="-1994879"/>
              <a:ext cx="3952129" cy="3103920"/>
            </a:xfrm>
            <a:custGeom>
              <a:rect b="b" l="l" r="r" t="t"/>
              <a:pathLst>
                <a:path extrusionOk="0" fill="none" h="70648" w="89954">
                  <a:moveTo>
                    <a:pt x="89954" y="70647"/>
                  </a:moveTo>
                  <a:lnTo>
                    <a:pt x="1" y="70647"/>
                  </a:lnTo>
                  <a:lnTo>
                    <a:pt x="1" y="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33" name="Google Shape;1833;p38"/>
            <p:cNvSpPr/>
            <p:nvPr/>
          </p:nvSpPr>
          <p:spPr>
            <a:xfrm>
              <a:off x="5579917" y="1036061"/>
              <a:ext cx="144942" cy="144942"/>
            </a:xfrm>
            <a:custGeom>
              <a:rect b="b" l="l" r="r" t="t"/>
              <a:pathLst>
                <a:path extrusionOk="0" h="3299" w="3299">
                  <a:moveTo>
                    <a:pt x="0" y="1"/>
                  </a:moveTo>
                  <a:lnTo>
                    <a:pt x="0" y="3299"/>
                  </a:lnTo>
                  <a:lnTo>
                    <a:pt x="3298" y="3299"/>
                  </a:lnTo>
                  <a:lnTo>
                    <a:pt x="329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834" name="Google Shape;1834;p38"/>
          <p:cNvSpPr txBox="1"/>
          <p:nvPr>
            <p:ph idx="1" type="subTitle"/>
          </p:nvPr>
        </p:nvSpPr>
        <p:spPr>
          <a:xfrm>
            <a:off x="1825050" y="2427700"/>
            <a:ext cx="5493900" cy="94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7">
  <p:cSld name="CUSTOM_2_2_1_2">
    <p:spTree>
      <p:nvGrpSpPr>
        <p:cNvPr id="1835" name="Shape 18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36" name="Google Shape;1836;p39"/>
          <p:cNvPicPr preferRelativeResize="0"/>
          <p:nvPr/>
        </p:nvPicPr>
        <p:blipFill rotWithShape="1">
          <a:blip r:embed="rId2">
            <a:alphaModFix amt="60000"/>
          </a:blip>
          <a:srcRect b="10" l="0" r="0" t="10"/>
          <a:stretch/>
        </p:blipFill>
        <p:spPr>
          <a:xfrm flipH="1">
            <a:off x="0" y="1"/>
            <a:ext cx="9144002" cy="5143499"/>
          </a:xfrm>
          <a:prstGeom prst="rect">
            <a:avLst/>
          </a:prstGeom>
          <a:noFill/>
          <a:ln>
            <a:noFill/>
          </a:ln>
        </p:spPr>
      </p:pic>
      <p:sp>
        <p:nvSpPr>
          <p:cNvPr id="1837" name="Google Shape;1837;p39"/>
          <p:cNvSpPr txBox="1"/>
          <p:nvPr>
            <p:ph type="title"/>
          </p:nvPr>
        </p:nvSpPr>
        <p:spPr>
          <a:xfrm>
            <a:off x="715500" y="1645975"/>
            <a:ext cx="2708700" cy="8949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9pPr>
          </a:lstStyle>
          <a:p/>
        </p:txBody>
      </p:sp>
      <p:sp>
        <p:nvSpPr>
          <p:cNvPr id="1838" name="Google Shape;1838;p39"/>
          <p:cNvSpPr txBox="1"/>
          <p:nvPr>
            <p:ph idx="1" type="subTitle"/>
          </p:nvPr>
        </p:nvSpPr>
        <p:spPr>
          <a:xfrm>
            <a:off x="715500" y="2576346"/>
            <a:ext cx="2708700" cy="89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1839" name="Google Shape;1839;p39"/>
          <p:cNvGrpSpPr/>
          <p:nvPr/>
        </p:nvGrpSpPr>
        <p:grpSpPr>
          <a:xfrm flipH="1" rot="-5400000">
            <a:off x="3194861" y="792409"/>
            <a:ext cx="285266" cy="284718"/>
            <a:chOff x="432750" y="3302025"/>
            <a:chExt cx="217894" cy="217475"/>
          </a:xfrm>
        </p:grpSpPr>
        <p:sp>
          <p:nvSpPr>
            <p:cNvPr id="1840" name="Google Shape;1840;p39"/>
            <p:cNvSpPr/>
            <p:nvPr/>
          </p:nvSpPr>
          <p:spPr>
            <a:xfrm>
              <a:off x="436519" y="3425950"/>
              <a:ext cx="214125" cy="93550"/>
            </a:xfrm>
            <a:custGeom>
              <a:rect b="b" l="l" r="r" t="t"/>
              <a:pathLst>
                <a:path extrusionOk="0" h="3742" w="8565">
                  <a:moveTo>
                    <a:pt x="1" y="0"/>
                  </a:moveTo>
                  <a:cubicBezTo>
                    <a:pt x="290" y="2141"/>
                    <a:pt x="2122" y="3742"/>
                    <a:pt x="4283" y="3742"/>
                  </a:cubicBezTo>
                  <a:cubicBezTo>
                    <a:pt x="6443" y="3742"/>
                    <a:pt x="8275" y="2141"/>
                    <a:pt x="856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41" name="Google Shape;1841;p39"/>
            <p:cNvSpPr/>
            <p:nvPr/>
          </p:nvSpPr>
          <p:spPr>
            <a:xfrm>
              <a:off x="432750" y="3302025"/>
              <a:ext cx="214125" cy="94050"/>
            </a:xfrm>
            <a:custGeom>
              <a:rect b="b" l="l" r="r" t="t"/>
              <a:pathLst>
                <a:path extrusionOk="0" h="3762" w="8565">
                  <a:moveTo>
                    <a:pt x="1" y="0"/>
                  </a:moveTo>
                  <a:cubicBezTo>
                    <a:pt x="271" y="2141"/>
                    <a:pt x="2103" y="3761"/>
                    <a:pt x="4283" y="3761"/>
                  </a:cubicBezTo>
                  <a:cubicBezTo>
                    <a:pt x="6443" y="3761"/>
                    <a:pt x="8275" y="2141"/>
                    <a:pt x="856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842" name="Google Shape;1842;p39"/>
          <p:cNvGrpSpPr/>
          <p:nvPr/>
        </p:nvGrpSpPr>
        <p:grpSpPr>
          <a:xfrm flipH="1" rot="10800000">
            <a:off x="357713" y="3647479"/>
            <a:ext cx="357454" cy="956304"/>
            <a:chOff x="357713" y="600975"/>
            <a:chExt cx="357454" cy="956304"/>
          </a:xfrm>
        </p:grpSpPr>
        <p:sp>
          <p:nvSpPr>
            <p:cNvPr id="1843" name="Google Shape;1843;p39"/>
            <p:cNvSpPr/>
            <p:nvPr/>
          </p:nvSpPr>
          <p:spPr>
            <a:xfrm>
              <a:off x="357713" y="600975"/>
              <a:ext cx="357454" cy="357454"/>
            </a:xfrm>
            <a:custGeom>
              <a:rect b="b" l="l" r="r" t="t"/>
              <a:pathLst>
                <a:path extrusionOk="0" fill="none" h="6539" w="6539">
                  <a:moveTo>
                    <a:pt x="3954" y="367"/>
                  </a:moveTo>
                  <a:cubicBezTo>
                    <a:pt x="5535" y="752"/>
                    <a:pt x="6538" y="2353"/>
                    <a:pt x="6152" y="3954"/>
                  </a:cubicBezTo>
                  <a:cubicBezTo>
                    <a:pt x="5767" y="5535"/>
                    <a:pt x="4166" y="6538"/>
                    <a:pt x="2584" y="6153"/>
                  </a:cubicBezTo>
                  <a:cubicBezTo>
                    <a:pt x="984" y="5767"/>
                    <a:pt x="0" y="4166"/>
                    <a:pt x="366" y="2585"/>
                  </a:cubicBezTo>
                  <a:cubicBezTo>
                    <a:pt x="752" y="984"/>
                    <a:pt x="2353" y="0"/>
                    <a:pt x="3954" y="367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44" name="Google Shape;1844;p39"/>
            <p:cNvSpPr/>
            <p:nvPr/>
          </p:nvSpPr>
          <p:spPr>
            <a:xfrm>
              <a:off x="374549" y="819196"/>
              <a:ext cx="324765" cy="324765"/>
            </a:xfrm>
            <a:custGeom>
              <a:rect b="b" l="l" r="r" t="t"/>
              <a:pathLst>
                <a:path extrusionOk="0" fill="none" h="5941" w="5941">
                  <a:moveTo>
                    <a:pt x="5941" y="2971"/>
                  </a:moveTo>
                  <a:cubicBezTo>
                    <a:pt x="5941" y="4610"/>
                    <a:pt x="4610" y="5941"/>
                    <a:pt x="2971" y="5941"/>
                  </a:cubicBezTo>
                  <a:cubicBezTo>
                    <a:pt x="1331" y="5941"/>
                    <a:pt x="1" y="4610"/>
                    <a:pt x="1" y="2971"/>
                  </a:cubicBezTo>
                  <a:cubicBezTo>
                    <a:pt x="1" y="1331"/>
                    <a:pt x="1331" y="1"/>
                    <a:pt x="2971" y="1"/>
                  </a:cubicBezTo>
                  <a:cubicBezTo>
                    <a:pt x="4610" y="1"/>
                    <a:pt x="5941" y="1331"/>
                    <a:pt x="5941" y="2971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45" name="Google Shape;1845;p39"/>
            <p:cNvSpPr/>
            <p:nvPr/>
          </p:nvSpPr>
          <p:spPr>
            <a:xfrm>
              <a:off x="357713" y="997347"/>
              <a:ext cx="357454" cy="357509"/>
            </a:xfrm>
            <a:custGeom>
              <a:rect b="b" l="l" r="r" t="t"/>
              <a:pathLst>
                <a:path extrusionOk="0" fill="none" h="6540" w="6539">
                  <a:moveTo>
                    <a:pt x="3954" y="387"/>
                  </a:moveTo>
                  <a:cubicBezTo>
                    <a:pt x="5555" y="753"/>
                    <a:pt x="6538" y="2354"/>
                    <a:pt x="6152" y="3955"/>
                  </a:cubicBezTo>
                  <a:cubicBezTo>
                    <a:pt x="5767" y="5556"/>
                    <a:pt x="4166" y="6539"/>
                    <a:pt x="2584" y="6153"/>
                  </a:cubicBezTo>
                  <a:cubicBezTo>
                    <a:pt x="984" y="5787"/>
                    <a:pt x="0" y="4186"/>
                    <a:pt x="366" y="2585"/>
                  </a:cubicBezTo>
                  <a:cubicBezTo>
                    <a:pt x="752" y="985"/>
                    <a:pt x="2353" y="1"/>
                    <a:pt x="3954" y="387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46" name="Google Shape;1846;p39"/>
            <p:cNvSpPr/>
            <p:nvPr/>
          </p:nvSpPr>
          <p:spPr>
            <a:xfrm>
              <a:off x="358751" y="1200863"/>
              <a:ext cx="356416" cy="356416"/>
            </a:xfrm>
            <a:custGeom>
              <a:rect b="b" l="l" r="r" t="t"/>
              <a:pathLst>
                <a:path extrusionOk="0" fill="none" h="6520" w="6520">
                  <a:moveTo>
                    <a:pt x="5362" y="1158"/>
                  </a:moveTo>
                  <a:cubicBezTo>
                    <a:pt x="6519" y="2315"/>
                    <a:pt x="6519" y="4186"/>
                    <a:pt x="5362" y="5343"/>
                  </a:cubicBezTo>
                  <a:cubicBezTo>
                    <a:pt x="4186" y="6519"/>
                    <a:pt x="2315" y="6519"/>
                    <a:pt x="1157" y="5343"/>
                  </a:cubicBezTo>
                  <a:cubicBezTo>
                    <a:pt x="0" y="4186"/>
                    <a:pt x="0" y="2315"/>
                    <a:pt x="1157" y="1158"/>
                  </a:cubicBezTo>
                  <a:cubicBezTo>
                    <a:pt x="2315" y="0"/>
                    <a:pt x="4186" y="0"/>
                    <a:pt x="5362" y="1158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847" name="Google Shape;1847;p39"/>
          <p:cNvGrpSpPr/>
          <p:nvPr/>
        </p:nvGrpSpPr>
        <p:grpSpPr>
          <a:xfrm flipH="1" rot="10800000">
            <a:off x="4175371" y="4700177"/>
            <a:ext cx="793256" cy="182899"/>
            <a:chOff x="2685575" y="2835950"/>
            <a:chExt cx="433000" cy="99825"/>
          </a:xfrm>
        </p:grpSpPr>
        <p:sp>
          <p:nvSpPr>
            <p:cNvPr id="1848" name="Google Shape;1848;p39"/>
            <p:cNvSpPr/>
            <p:nvPr/>
          </p:nvSpPr>
          <p:spPr>
            <a:xfrm>
              <a:off x="3032250" y="2835950"/>
              <a:ext cx="86325" cy="99825"/>
            </a:xfrm>
            <a:custGeom>
              <a:rect b="b" l="l" r="r" t="t"/>
              <a:pathLst>
                <a:path extrusionOk="0" h="3993" w="3453">
                  <a:moveTo>
                    <a:pt x="3453" y="0"/>
                  </a:moveTo>
                  <a:lnTo>
                    <a:pt x="0" y="2006"/>
                  </a:lnTo>
                  <a:lnTo>
                    <a:pt x="3453" y="3993"/>
                  </a:lnTo>
                  <a:lnTo>
                    <a:pt x="3453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49" name="Google Shape;1849;p39"/>
            <p:cNvSpPr/>
            <p:nvPr/>
          </p:nvSpPr>
          <p:spPr>
            <a:xfrm>
              <a:off x="2917000" y="2835950"/>
              <a:ext cx="85850" cy="99825"/>
            </a:xfrm>
            <a:custGeom>
              <a:rect b="b" l="l" r="r" t="t"/>
              <a:pathLst>
                <a:path extrusionOk="0" h="3993" w="3434">
                  <a:moveTo>
                    <a:pt x="3434" y="0"/>
                  </a:moveTo>
                  <a:lnTo>
                    <a:pt x="1" y="2006"/>
                  </a:lnTo>
                  <a:lnTo>
                    <a:pt x="3434" y="3993"/>
                  </a:lnTo>
                  <a:lnTo>
                    <a:pt x="3434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0" name="Google Shape;1850;p39"/>
            <p:cNvSpPr/>
            <p:nvPr/>
          </p:nvSpPr>
          <p:spPr>
            <a:xfrm>
              <a:off x="2801300" y="2835950"/>
              <a:ext cx="86325" cy="99825"/>
            </a:xfrm>
            <a:custGeom>
              <a:rect b="b" l="l" r="r" t="t"/>
              <a:pathLst>
                <a:path extrusionOk="0" h="3993" w="3453">
                  <a:moveTo>
                    <a:pt x="3452" y="0"/>
                  </a:moveTo>
                  <a:lnTo>
                    <a:pt x="0" y="2006"/>
                  </a:lnTo>
                  <a:lnTo>
                    <a:pt x="3452" y="3993"/>
                  </a:lnTo>
                  <a:lnTo>
                    <a:pt x="3452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1" name="Google Shape;1851;p39"/>
            <p:cNvSpPr/>
            <p:nvPr/>
          </p:nvSpPr>
          <p:spPr>
            <a:xfrm>
              <a:off x="2685575" y="2835950"/>
              <a:ext cx="86325" cy="99825"/>
            </a:xfrm>
            <a:custGeom>
              <a:rect b="b" l="l" r="r" t="t"/>
              <a:pathLst>
                <a:path extrusionOk="0" h="3993" w="3453">
                  <a:moveTo>
                    <a:pt x="3453" y="0"/>
                  </a:moveTo>
                  <a:lnTo>
                    <a:pt x="0" y="2006"/>
                  </a:lnTo>
                  <a:lnTo>
                    <a:pt x="3453" y="3993"/>
                  </a:lnTo>
                  <a:lnTo>
                    <a:pt x="3453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852" name="Google Shape;1852;p39"/>
          <p:cNvGrpSpPr/>
          <p:nvPr/>
        </p:nvGrpSpPr>
        <p:grpSpPr>
          <a:xfrm flipH="1" rot="10800000">
            <a:off x="-736135" y="676229"/>
            <a:ext cx="1965289" cy="517060"/>
            <a:chOff x="3539975" y="3523525"/>
            <a:chExt cx="745925" cy="196250"/>
          </a:xfrm>
        </p:grpSpPr>
        <p:sp>
          <p:nvSpPr>
            <p:cNvPr id="1853" name="Google Shape;1853;p39"/>
            <p:cNvSpPr/>
            <p:nvPr/>
          </p:nvSpPr>
          <p:spPr>
            <a:xfrm>
              <a:off x="3539975" y="3523525"/>
              <a:ext cx="196250" cy="196250"/>
            </a:xfrm>
            <a:custGeom>
              <a:rect b="b" l="l" r="r" t="t"/>
              <a:pathLst>
                <a:path extrusionOk="0" fill="none" h="7850" w="785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4" name="Google Shape;1854;p39"/>
            <p:cNvSpPr/>
            <p:nvPr/>
          </p:nvSpPr>
          <p:spPr>
            <a:xfrm>
              <a:off x="3576625" y="3523525"/>
              <a:ext cx="196250" cy="196250"/>
            </a:xfrm>
            <a:custGeom>
              <a:rect b="b" l="l" r="r" t="t"/>
              <a:pathLst>
                <a:path extrusionOk="0" fill="none" h="7850" w="785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5" name="Google Shape;1855;p39"/>
            <p:cNvSpPr/>
            <p:nvPr/>
          </p:nvSpPr>
          <p:spPr>
            <a:xfrm>
              <a:off x="3613250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1" y="0"/>
                  </a:moveTo>
                  <a:lnTo>
                    <a:pt x="7851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6" name="Google Shape;1856;p39"/>
            <p:cNvSpPr/>
            <p:nvPr/>
          </p:nvSpPr>
          <p:spPr>
            <a:xfrm>
              <a:off x="3649900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1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7" name="Google Shape;1857;p39"/>
            <p:cNvSpPr/>
            <p:nvPr/>
          </p:nvSpPr>
          <p:spPr>
            <a:xfrm>
              <a:off x="3686550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8" name="Google Shape;1858;p39"/>
            <p:cNvSpPr/>
            <p:nvPr/>
          </p:nvSpPr>
          <p:spPr>
            <a:xfrm>
              <a:off x="3723200" y="3523525"/>
              <a:ext cx="196250" cy="196250"/>
            </a:xfrm>
            <a:custGeom>
              <a:rect b="b" l="l" r="r" t="t"/>
              <a:pathLst>
                <a:path extrusionOk="0" fill="none" h="7850" w="785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9" name="Google Shape;1859;p39"/>
            <p:cNvSpPr/>
            <p:nvPr/>
          </p:nvSpPr>
          <p:spPr>
            <a:xfrm>
              <a:off x="3759825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1" y="0"/>
                  </a:moveTo>
                  <a:lnTo>
                    <a:pt x="7851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0" name="Google Shape;1860;p39"/>
            <p:cNvSpPr/>
            <p:nvPr/>
          </p:nvSpPr>
          <p:spPr>
            <a:xfrm>
              <a:off x="3796475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1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1" name="Google Shape;1861;p39"/>
            <p:cNvSpPr/>
            <p:nvPr/>
          </p:nvSpPr>
          <p:spPr>
            <a:xfrm>
              <a:off x="3833125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1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2" name="Google Shape;1862;p39"/>
            <p:cNvSpPr/>
            <p:nvPr/>
          </p:nvSpPr>
          <p:spPr>
            <a:xfrm>
              <a:off x="3869775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3" name="Google Shape;1863;p39"/>
            <p:cNvSpPr/>
            <p:nvPr/>
          </p:nvSpPr>
          <p:spPr>
            <a:xfrm>
              <a:off x="3906425" y="3523525"/>
              <a:ext cx="196250" cy="196250"/>
            </a:xfrm>
            <a:custGeom>
              <a:rect b="b" l="l" r="r" t="t"/>
              <a:pathLst>
                <a:path extrusionOk="0" fill="none" h="7850" w="785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4" name="Google Shape;1864;p39"/>
            <p:cNvSpPr/>
            <p:nvPr/>
          </p:nvSpPr>
          <p:spPr>
            <a:xfrm>
              <a:off x="3943050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1" y="0"/>
                  </a:moveTo>
                  <a:lnTo>
                    <a:pt x="7851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5" name="Google Shape;1865;p39"/>
            <p:cNvSpPr/>
            <p:nvPr/>
          </p:nvSpPr>
          <p:spPr>
            <a:xfrm>
              <a:off x="3979700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1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6" name="Google Shape;1866;p39"/>
            <p:cNvSpPr/>
            <p:nvPr/>
          </p:nvSpPr>
          <p:spPr>
            <a:xfrm>
              <a:off x="4016350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1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7" name="Google Shape;1867;p39"/>
            <p:cNvSpPr/>
            <p:nvPr/>
          </p:nvSpPr>
          <p:spPr>
            <a:xfrm>
              <a:off x="4053000" y="3523525"/>
              <a:ext cx="196250" cy="196250"/>
            </a:xfrm>
            <a:custGeom>
              <a:rect b="b" l="l" r="r" t="t"/>
              <a:pathLst>
                <a:path extrusionOk="0" fill="none" h="7850" w="785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8" name="Google Shape;1868;p39"/>
            <p:cNvSpPr/>
            <p:nvPr/>
          </p:nvSpPr>
          <p:spPr>
            <a:xfrm>
              <a:off x="4089650" y="3523525"/>
              <a:ext cx="196250" cy="196250"/>
            </a:xfrm>
            <a:custGeom>
              <a:rect b="b" l="l" r="r" t="t"/>
              <a:pathLst>
                <a:path extrusionOk="0" fill="none" h="7850" w="785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869" name="Google Shape;1869;p39"/>
          <p:cNvSpPr/>
          <p:nvPr/>
        </p:nvSpPr>
        <p:spPr>
          <a:xfrm flipH="1" rot="-5400000">
            <a:off x="1697102" y="657619"/>
            <a:ext cx="555517" cy="554294"/>
          </a:xfrm>
          <a:custGeom>
            <a:rect b="b" l="l" r="r" t="t"/>
            <a:pathLst>
              <a:path extrusionOk="0" h="11337" w="11362">
                <a:moveTo>
                  <a:pt x="11362" y="5668"/>
                </a:moveTo>
                <a:cubicBezTo>
                  <a:pt x="11362" y="8798"/>
                  <a:pt x="8823" y="11337"/>
                  <a:pt x="5669" y="11337"/>
                </a:cubicBezTo>
                <a:cubicBezTo>
                  <a:pt x="2539" y="11337"/>
                  <a:pt x="1" y="8798"/>
                  <a:pt x="1" y="5668"/>
                </a:cubicBezTo>
                <a:cubicBezTo>
                  <a:pt x="1" y="2539"/>
                  <a:pt x="2539" y="0"/>
                  <a:pt x="5669" y="0"/>
                </a:cubicBezTo>
                <a:cubicBezTo>
                  <a:pt x="8823" y="0"/>
                  <a:pt x="11362" y="2539"/>
                  <a:pt x="11362" y="5668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870" name="Google Shape;1870;p39"/>
          <p:cNvGrpSpPr/>
          <p:nvPr/>
        </p:nvGrpSpPr>
        <p:grpSpPr>
          <a:xfrm flipH="1" rot="10800000">
            <a:off x="8126152" y="382099"/>
            <a:ext cx="2019176" cy="2019176"/>
            <a:chOff x="1943325" y="-220375"/>
            <a:chExt cx="1298672" cy="1298672"/>
          </a:xfrm>
        </p:grpSpPr>
        <p:sp>
          <p:nvSpPr>
            <p:cNvPr id="1871" name="Google Shape;1871;p39"/>
            <p:cNvSpPr/>
            <p:nvPr/>
          </p:nvSpPr>
          <p:spPr>
            <a:xfrm>
              <a:off x="2582255" y="-220375"/>
              <a:ext cx="49" cy="460871"/>
            </a:xfrm>
            <a:custGeom>
              <a:rect b="b" l="l" r="r" t="t"/>
              <a:pathLst>
                <a:path extrusionOk="0" fill="none" h="9432" w="1">
                  <a:moveTo>
                    <a:pt x="0" y="0"/>
                  </a:moveTo>
                  <a:lnTo>
                    <a:pt x="0" y="9431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2" name="Google Shape;1872;p39"/>
            <p:cNvSpPr/>
            <p:nvPr/>
          </p:nvSpPr>
          <p:spPr>
            <a:xfrm>
              <a:off x="2414509" y="-195895"/>
              <a:ext cx="118785" cy="444844"/>
            </a:xfrm>
            <a:custGeom>
              <a:rect b="b" l="l" r="r" t="t"/>
              <a:pathLst>
                <a:path extrusionOk="0" fill="none" h="9104" w="2431">
                  <a:moveTo>
                    <a:pt x="0" y="1"/>
                  </a:moveTo>
                  <a:lnTo>
                    <a:pt x="2431" y="9104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3" name="Google Shape;1873;p39"/>
            <p:cNvSpPr/>
            <p:nvPr/>
          </p:nvSpPr>
          <p:spPr>
            <a:xfrm>
              <a:off x="2259027" y="-128024"/>
              <a:ext cx="229996" cy="398669"/>
            </a:xfrm>
            <a:custGeom>
              <a:rect b="b" l="l" r="r" t="t"/>
              <a:pathLst>
                <a:path extrusionOk="0" fill="none" h="8159" w="4707">
                  <a:moveTo>
                    <a:pt x="0" y="0"/>
                  </a:moveTo>
                  <a:lnTo>
                    <a:pt x="4706" y="8158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4" name="Google Shape;1874;p39"/>
            <p:cNvSpPr/>
            <p:nvPr/>
          </p:nvSpPr>
          <p:spPr>
            <a:xfrm>
              <a:off x="2126121" y="-22481"/>
              <a:ext cx="325180" cy="325180"/>
            </a:xfrm>
            <a:custGeom>
              <a:rect b="b" l="l" r="r" t="t"/>
              <a:pathLst>
                <a:path extrusionOk="0" fill="none" h="6655" w="6655">
                  <a:moveTo>
                    <a:pt x="1" y="0"/>
                  </a:moveTo>
                  <a:lnTo>
                    <a:pt x="6655" y="6654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5" name="Google Shape;1875;p39"/>
            <p:cNvSpPr/>
            <p:nvPr/>
          </p:nvSpPr>
          <p:spPr>
            <a:xfrm>
              <a:off x="2025317" y="113211"/>
              <a:ext cx="398669" cy="230924"/>
            </a:xfrm>
            <a:custGeom>
              <a:rect b="b" l="l" r="r" t="t"/>
              <a:pathLst>
                <a:path extrusionOk="0" fill="none" h="4726" w="8159">
                  <a:moveTo>
                    <a:pt x="0" y="1"/>
                  </a:moveTo>
                  <a:lnTo>
                    <a:pt x="8158" y="4726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6" name="Google Shape;1876;p39"/>
            <p:cNvSpPr/>
            <p:nvPr/>
          </p:nvSpPr>
          <p:spPr>
            <a:xfrm>
              <a:off x="1963114" y="270598"/>
              <a:ext cx="444844" cy="119713"/>
            </a:xfrm>
            <a:custGeom>
              <a:rect b="b" l="l" r="r" t="t"/>
              <a:pathLst>
                <a:path extrusionOk="0" fill="none" h="2450" w="9104">
                  <a:moveTo>
                    <a:pt x="0" y="0"/>
                  </a:moveTo>
                  <a:lnTo>
                    <a:pt x="9103" y="24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7" name="Google Shape;1877;p39"/>
            <p:cNvSpPr/>
            <p:nvPr/>
          </p:nvSpPr>
          <p:spPr>
            <a:xfrm>
              <a:off x="1943325" y="439273"/>
              <a:ext cx="460871" cy="49"/>
            </a:xfrm>
            <a:custGeom>
              <a:rect b="b" l="l" r="r" t="t"/>
              <a:pathLst>
                <a:path extrusionOk="0" fill="none" h="1" w="9432">
                  <a:moveTo>
                    <a:pt x="0" y="1"/>
                  </a:moveTo>
                  <a:lnTo>
                    <a:pt x="9431" y="1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8" name="Google Shape;1878;p39"/>
            <p:cNvSpPr/>
            <p:nvPr/>
          </p:nvSpPr>
          <p:spPr>
            <a:xfrm>
              <a:off x="1967805" y="487354"/>
              <a:ext cx="445821" cy="119713"/>
            </a:xfrm>
            <a:custGeom>
              <a:rect b="b" l="l" r="r" t="t"/>
              <a:pathLst>
                <a:path extrusionOk="0" fill="none" h="2450" w="9124">
                  <a:moveTo>
                    <a:pt x="1" y="2450"/>
                  </a:moveTo>
                  <a:lnTo>
                    <a:pt x="9123" y="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9" name="Google Shape;1879;p39"/>
            <p:cNvSpPr/>
            <p:nvPr/>
          </p:nvSpPr>
          <p:spPr>
            <a:xfrm>
              <a:off x="2035676" y="532600"/>
              <a:ext cx="398669" cy="229996"/>
            </a:xfrm>
            <a:custGeom>
              <a:rect b="b" l="l" r="r" t="t"/>
              <a:pathLst>
                <a:path extrusionOk="0" fill="none" h="4707" w="8159">
                  <a:moveTo>
                    <a:pt x="0" y="4706"/>
                  </a:moveTo>
                  <a:lnTo>
                    <a:pt x="8158" y="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0" name="Google Shape;1880;p39"/>
            <p:cNvSpPr/>
            <p:nvPr/>
          </p:nvSpPr>
          <p:spPr>
            <a:xfrm>
              <a:off x="2141219" y="569345"/>
              <a:ext cx="326108" cy="326108"/>
            </a:xfrm>
            <a:custGeom>
              <a:rect b="b" l="l" r="r" t="t"/>
              <a:pathLst>
                <a:path extrusionOk="0" fill="none" h="6674" w="6674">
                  <a:moveTo>
                    <a:pt x="0" y="6674"/>
                  </a:moveTo>
                  <a:lnTo>
                    <a:pt x="6673" y="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1" name="Google Shape;1881;p39"/>
            <p:cNvSpPr/>
            <p:nvPr/>
          </p:nvSpPr>
          <p:spPr>
            <a:xfrm>
              <a:off x="2277840" y="597588"/>
              <a:ext cx="229996" cy="398718"/>
            </a:xfrm>
            <a:custGeom>
              <a:rect b="b" l="l" r="r" t="t"/>
              <a:pathLst>
                <a:path extrusionOk="0" fill="none" h="8160" w="4707">
                  <a:moveTo>
                    <a:pt x="1" y="8159"/>
                  </a:moveTo>
                  <a:lnTo>
                    <a:pt x="4707" y="1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2" name="Google Shape;1882;p39"/>
            <p:cNvSpPr/>
            <p:nvPr/>
          </p:nvSpPr>
          <p:spPr>
            <a:xfrm>
              <a:off x="2435227" y="613615"/>
              <a:ext cx="118785" cy="444893"/>
            </a:xfrm>
            <a:custGeom>
              <a:rect b="b" l="l" r="r" t="t"/>
              <a:pathLst>
                <a:path extrusionOk="0" fill="none" h="9105" w="2431">
                  <a:moveTo>
                    <a:pt x="1" y="9104"/>
                  </a:moveTo>
                  <a:lnTo>
                    <a:pt x="2431" y="1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3" name="Google Shape;1883;p39"/>
            <p:cNvSpPr/>
            <p:nvPr/>
          </p:nvSpPr>
          <p:spPr>
            <a:xfrm>
              <a:off x="2602973" y="617377"/>
              <a:ext cx="49" cy="460920"/>
            </a:xfrm>
            <a:custGeom>
              <a:rect b="b" l="l" r="r" t="t"/>
              <a:pathLst>
                <a:path extrusionOk="0" fill="none" h="9433" w="1">
                  <a:moveTo>
                    <a:pt x="1" y="9432"/>
                  </a:moveTo>
                  <a:lnTo>
                    <a:pt x="1" y="1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4" name="Google Shape;1884;p39"/>
            <p:cNvSpPr/>
            <p:nvPr/>
          </p:nvSpPr>
          <p:spPr>
            <a:xfrm>
              <a:off x="2651982" y="607996"/>
              <a:ext cx="118785" cy="444844"/>
            </a:xfrm>
            <a:custGeom>
              <a:rect b="b" l="l" r="r" t="t"/>
              <a:pathLst>
                <a:path extrusionOk="0" fill="none" h="9104" w="2431">
                  <a:moveTo>
                    <a:pt x="2431" y="9103"/>
                  </a:moveTo>
                  <a:lnTo>
                    <a:pt x="1" y="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5" name="Google Shape;1885;p39"/>
            <p:cNvSpPr/>
            <p:nvPr/>
          </p:nvSpPr>
          <p:spPr>
            <a:xfrm>
              <a:off x="2696300" y="586301"/>
              <a:ext cx="229996" cy="398669"/>
            </a:xfrm>
            <a:custGeom>
              <a:rect b="b" l="l" r="r" t="t"/>
              <a:pathLst>
                <a:path extrusionOk="0" fill="none" h="8159" w="4707">
                  <a:moveTo>
                    <a:pt x="4706" y="8159"/>
                  </a:moveTo>
                  <a:lnTo>
                    <a:pt x="0" y="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6" name="Google Shape;1886;p39"/>
            <p:cNvSpPr/>
            <p:nvPr/>
          </p:nvSpPr>
          <p:spPr>
            <a:xfrm>
              <a:off x="2733974" y="554247"/>
              <a:ext cx="325180" cy="326108"/>
            </a:xfrm>
            <a:custGeom>
              <a:rect b="b" l="l" r="r" t="t"/>
              <a:pathLst>
                <a:path extrusionOk="0" fill="none" h="6674" w="6655">
                  <a:moveTo>
                    <a:pt x="6655" y="6674"/>
                  </a:moveTo>
                  <a:lnTo>
                    <a:pt x="1" y="1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7" name="Google Shape;1887;p39"/>
            <p:cNvSpPr/>
            <p:nvPr/>
          </p:nvSpPr>
          <p:spPr>
            <a:xfrm>
              <a:off x="2761288" y="513739"/>
              <a:ext cx="398718" cy="229996"/>
            </a:xfrm>
            <a:custGeom>
              <a:rect b="b" l="l" r="r" t="t"/>
              <a:pathLst>
                <a:path extrusionOk="0" fill="none" h="4707" w="8160">
                  <a:moveTo>
                    <a:pt x="8159" y="4706"/>
                  </a:moveTo>
                  <a:lnTo>
                    <a:pt x="1" y="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8" name="Google Shape;1888;p39"/>
            <p:cNvSpPr/>
            <p:nvPr/>
          </p:nvSpPr>
          <p:spPr>
            <a:xfrm>
              <a:off x="2777315" y="466636"/>
              <a:ext cx="444893" cy="119713"/>
            </a:xfrm>
            <a:custGeom>
              <a:rect b="b" l="l" r="r" t="t"/>
              <a:pathLst>
                <a:path extrusionOk="0" fill="none" h="2450" w="9105">
                  <a:moveTo>
                    <a:pt x="9104" y="2449"/>
                  </a:moveTo>
                  <a:lnTo>
                    <a:pt x="1" y="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9" name="Google Shape;1889;p39"/>
            <p:cNvSpPr/>
            <p:nvPr/>
          </p:nvSpPr>
          <p:spPr>
            <a:xfrm>
              <a:off x="2781077" y="417626"/>
              <a:ext cx="460920" cy="49"/>
            </a:xfrm>
            <a:custGeom>
              <a:rect b="b" l="l" r="r" t="t"/>
              <a:pathLst>
                <a:path extrusionOk="0" fill="none" h="1" w="9433">
                  <a:moveTo>
                    <a:pt x="9432" y="0"/>
                  </a:moveTo>
                  <a:lnTo>
                    <a:pt x="1" y="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90" name="Google Shape;1890;p39"/>
            <p:cNvSpPr/>
            <p:nvPr/>
          </p:nvSpPr>
          <p:spPr>
            <a:xfrm>
              <a:off x="2771696" y="249880"/>
              <a:ext cx="444844" cy="119713"/>
            </a:xfrm>
            <a:custGeom>
              <a:rect b="b" l="l" r="r" t="t"/>
              <a:pathLst>
                <a:path extrusionOk="0" fill="none" h="2450" w="9104">
                  <a:moveTo>
                    <a:pt x="9103" y="0"/>
                  </a:moveTo>
                  <a:lnTo>
                    <a:pt x="0" y="24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91" name="Google Shape;1891;p39"/>
            <p:cNvSpPr/>
            <p:nvPr/>
          </p:nvSpPr>
          <p:spPr>
            <a:xfrm>
              <a:off x="2750929" y="94350"/>
              <a:ext cx="398718" cy="230973"/>
            </a:xfrm>
            <a:custGeom>
              <a:rect b="b" l="l" r="r" t="t"/>
              <a:pathLst>
                <a:path extrusionOk="0" fill="none" h="4727" w="8160">
                  <a:moveTo>
                    <a:pt x="8159" y="1"/>
                  </a:moveTo>
                  <a:lnTo>
                    <a:pt x="1" y="4726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92" name="Google Shape;1892;p39"/>
            <p:cNvSpPr/>
            <p:nvPr/>
          </p:nvSpPr>
          <p:spPr>
            <a:xfrm>
              <a:off x="2717947" y="-38508"/>
              <a:ext cx="326108" cy="326108"/>
            </a:xfrm>
            <a:custGeom>
              <a:rect b="b" l="l" r="r" t="t"/>
              <a:pathLst>
                <a:path extrusionOk="0" fill="none" h="6674" w="6674">
                  <a:moveTo>
                    <a:pt x="6674" y="0"/>
                  </a:moveTo>
                  <a:lnTo>
                    <a:pt x="1" y="6674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93" name="Google Shape;1893;p39"/>
            <p:cNvSpPr/>
            <p:nvPr/>
          </p:nvSpPr>
          <p:spPr>
            <a:xfrm>
              <a:off x="2677439" y="-139361"/>
              <a:ext cx="229996" cy="399646"/>
            </a:xfrm>
            <a:custGeom>
              <a:rect b="b" l="l" r="r" t="t"/>
              <a:pathLst>
                <a:path extrusionOk="0" fill="none" h="8179" w="4707">
                  <a:moveTo>
                    <a:pt x="4706" y="1"/>
                  </a:moveTo>
                  <a:lnTo>
                    <a:pt x="0" y="8178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94" name="Google Shape;1894;p39"/>
            <p:cNvSpPr/>
            <p:nvPr/>
          </p:nvSpPr>
          <p:spPr>
            <a:xfrm>
              <a:off x="2631264" y="-201563"/>
              <a:ext cx="118785" cy="444893"/>
            </a:xfrm>
            <a:custGeom>
              <a:rect b="b" l="l" r="r" t="t"/>
              <a:pathLst>
                <a:path extrusionOk="0" fill="none" h="9105" w="2431">
                  <a:moveTo>
                    <a:pt x="2430" y="1"/>
                  </a:moveTo>
                  <a:lnTo>
                    <a:pt x="0" y="9104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95" name="Google Shape;1895;p39"/>
            <p:cNvSpPr/>
            <p:nvPr/>
          </p:nvSpPr>
          <p:spPr>
            <a:xfrm>
              <a:off x="2607712" y="-215684"/>
              <a:ext cx="62251" cy="456180"/>
            </a:xfrm>
            <a:custGeom>
              <a:rect b="b" l="l" r="r" t="t"/>
              <a:pathLst>
                <a:path extrusionOk="0" fill="none" h="9336" w="1274">
                  <a:moveTo>
                    <a:pt x="1273" y="0"/>
                  </a:moveTo>
                  <a:lnTo>
                    <a:pt x="0" y="9335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96" name="Google Shape;1896;p39"/>
            <p:cNvSpPr/>
            <p:nvPr/>
          </p:nvSpPr>
          <p:spPr>
            <a:xfrm>
              <a:off x="2500263" y="-213779"/>
              <a:ext cx="57511" cy="457109"/>
            </a:xfrm>
            <a:custGeom>
              <a:rect b="b" l="l" r="r" t="t"/>
              <a:pathLst>
                <a:path extrusionOk="0" fill="none" h="9355" w="1177">
                  <a:moveTo>
                    <a:pt x="1" y="0"/>
                  </a:moveTo>
                  <a:lnTo>
                    <a:pt x="1177" y="9354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97" name="Google Shape;1897;p39"/>
            <p:cNvSpPr/>
            <p:nvPr/>
          </p:nvSpPr>
          <p:spPr>
            <a:xfrm>
              <a:off x="2337208" y="-168580"/>
              <a:ext cx="174390" cy="426961"/>
            </a:xfrm>
            <a:custGeom>
              <a:rect b="b" l="l" r="r" t="t"/>
              <a:pathLst>
                <a:path extrusionOk="0" fill="none" h="8738" w="3569">
                  <a:moveTo>
                    <a:pt x="1" y="1"/>
                  </a:moveTo>
                  <a:lnTo>
                    <a:pt x="3569" y="8738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98" name="Google Shape;1898;p39"/>
            <p:cNvSpPr/>
            <p:nvPr/>
          </p:nvSpPr>
          <p:spPr>
            <a:xfrm>
              <a:off x="2191157" y="-81849"/>
              <a:ext cx="279005" cy="366615"/>
            </a:xfrm>
            <a:custGeom>
              <a:rect b="b" l="l" r="r" t="t"/>
              <a:pathLst>
                <a:path extrusionOk="0" fill="none" h="7503" w="5710">
                  <a:moveTo>
                    <a:pt x="0" y="0"/>
                  </a:moveTo>
                  <a:lnTo>
                    <a:pt x="5709" y="7503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99" name="Google Shape;1899;p39"/>
            <p:cNvSpPr/>
            <p:nvPr/>
          </p:nvSpPr>
          <p:spPr>
            <a:xfrm>
              <a:off x="2072420" y="39722"/>
              <a:ext cx="364759" cy="281790"/>
            </a:xfrm>
            <a:custGeom>
              <a:rect b="b" l="l" r="r" t="t"/>
              <a:pathLst>
                <a:path extrusionOk="0" fill="none" h="5767" w="7465">
                  <a:moveTo>
                    <a:pt x="0" y="0"/>
                  </a:moveTo>
                  <a:lnTo>
                    <a:pt x="7464" y="5767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00" name="Google Shape;1900;p39"/>
            <p:cNvSpPr/>
            <p:nvPr/>
          </p:nvSpPr>
          <p:spPr>
            <a:xfrm>
              <a:off x="1989500" y="187678"/>
              <a:ext cx="425055" cy="178153"/>
            </a:xfrm>
            <a:custGeom>
              <a:rect b="b" l="l" r="r" t="t"/>
              <a:pathLst>
                <a:path extrusionOk="0" fill="none" h="3646" w="8699">
                  <a:moveTo>
                    <a:pt x="0" y="0"/>
                  </a:moveTo>
                  <a:lnTo>
                    <a:pt x="8698" y="3645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01" name="Google Shape;1901;p39"/>
            <p:cNvSpPr/>
            <p:nvPr/>
          </p:nvSpPr>
          <p:spPr>
            <a:xfrm>
              <a:off x="1948016" y="351662"/>
              <a:ext cx="456180" cy="62251"/>
            </a:xfrm>
            <a:custGeom>
              <a:rect b="b" l="l" r="r" t="t"/>
              <a:pathLst>
                <a:path extrusionOk="0" fill="none" h="1274" w="9336">
                  <a:moveTo>
                    <a:pt x="1" y="0"/>
                  </a:moveTo>
                  <a:lnTo>
                    <a:pt x="9335" y="1273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02" name="Google Shape;1902;p39"/>
            <p:cNvSpPr/>
            <p:nvPr/>
          </p:nvSpPr>
          <p:spPr>
            <a:xfrm>
              <a:off x="1949921" y="462824"/>
              <a:ext cx="457109" cy="58488"/>
            </a:xfrm>
            <a:custGeom>
              <a:rect b="b" l="l" r="r" t="t"/>
              <a:pathLst>
                <a:path extrusionOk="0" fill="none" h="1197" w="9355">
                  <a:moveTo>
                    <a:pt x="0" y="1197"/>
                  </a:moveTo>
                  <a:lnTo>
                    <a:pt x="9354" y="1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03" name="Google Shape;1903;p39"/>
            <p:cNvSpPr/>
            <p:nvPr/>
          </p:nvSpPr>
          <p:spPr>
            <a:xfrm>
              <a:off x="1996097" y="509977"/>
              <a:ext cx="425983" cy="174390"/>
            </a:xfrm>
            <a:custGeom>
              <a:rect b="b" l="l" r="r" t="t"/>
              <a:pathLst>
                <a:path extrusionOk="0" fill="none" h="3569" w="8718">
                  <a:moveTo>
                    <a:pt x="0" y="3568"/>
                  </a:moveTo>
                  <a:lnTo>
                    <a:pt x="8718" y="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04" name="Google Shape;1904;p39"/>
            <p:cNvSpPr/>
            <p:nvPr/>
          </p:nvSpPr>
          <p:spPr>
            <a:xfrm>
              <a:off x="2081851" y="551413"/>
              <a:ext cx="367593" cy="279005"/>
            </a:xfrm>
            <a:custGeom>
              <a:rect b="b" l="l" r="r" t="t"/>
              <a:pathLst>
                <a:path extrusionOk="0" fill="none" h="5710" w="7523">
                  <a:moveTo>
                    <a:pt x="0" y="5710"/>
                  </a:moveTo>
                  <a:lnTo>
                    <a:pt x="7522" y="1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05" name="Google Shape;1905;p39"/>
            <p:cNvSpPr/>
            <p:nvPr/>
          </p:nvSpPr>
          <p:spPr>
            <a:xfrm>
              <a:off x="2203422" y="584395"/>
              <a:ext cx="281790" cy="363830"/>
            </a:xfrm>
            <a:custGeom>
              <a:rect b="b" l="l" r="r" t="t"/>
              <a:pathLst>
                <a:path extrusionOk="0" fill="none" h="7446" w="5767">
                  <a:moveTo>
                    <a:pt x="0" y="7446"/>
                  </a:moveTo>
                  <a:lnTo>
                    <a:pt x="5767" y="1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06" name="Google Shape;1906;p39"/>
            <p:cNvSpPr/>
            <p:nvPr/>
          </p:nvSpPr>
          <p:spPr>
            <a:xfrm>
              <a:off x="2351378" y="607018"/>
              <a:ext cx="178153" cy="424126"/>
            </a:xfrm>
            <a:custGeom>
              <a:rect b="b" l="l" r="r" t="t"/>
              <a:pathLst>
                <a:path extrusionOk="0" fill="none" h="8680" w="3646">
                  <a:moveTo>
                    <a:pt x="0" y="8680"/>
                  </a:moveTo>
                  <a:lnTo>
                    <a:pt x="3645" y="1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07" name="Google Shape;1907;p39"/>
            <p:cNvSpPr/>
            <p:nvPr/>
          </p:nvSpPr>
          <p:spPr>
            <a:xfrm>
              <a:off x="2515362" y="616449"/>
              <a:ext cx="62251" cy="457109"/>
            </a:xfrm>
            <a:custGeom>
              <a:rect b="b" l="l" r="r" t="t"/>
              <a:pathLst>
                <a:path extrusionOk="0" fill="none" h="9355" w="1274">
                  <a:moveTo>
                    <a:pt x="0" y="9355"/>
                  </a:moveTo>
                  <a:lnTo>
                    <a:pt x="1273" y="1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08" name="Google Shape;1908;p39"/>
            <p:cNvSpPr/>
            <p:nvPr/>
          </p:nvSpPr>
          <p:spPr>
            <a:xfrm>
              <a:off x="2626524" y="614592"/>
              <a:ext cx="58488" cy="457109"/>
            </a:xfrm>
            <a:custGeom>
              <a:rect b="b" l="l" r="r" t="t"/>
              <a:pathLst>
                <a:path extrusionOk="0" fill="none" h="9355" w="1197">
                  <a:moveTo>
                    <a:pt x="1197" y="9354"/>
                  </a:moveTo>
                  <a:lnTo>
                    <a:pt x="1" y="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09" name="Google Shape;1909;p39"/>
            <p:cNvSpPr/>
            <p:nvPr/>
          </p:nvSpPr>
          <p:spPr>
            <a:xfrm>
              <a:off x="2673677" y="598565"/>
              <a:ext cx="174390" cy="426961"/>
            </a:xfrm>
            <a:custGeom>
              <a:rect b="b" l="l" r="r" t="t"/>
              <a:pathLst>
                <a:path extrusionOk="0" fill="none" h="8738" w="3569">
                  <a:moveTo>
                    <a:pt x="3568" y="8737"/>
                  </a:moveTo>
                  <a:lnTo>
                    <a:pt x="0" y="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10" name="Google Shape;1910;p39"/>
            <p:cNvSpPr/>
            <p:nvPr/>
          </p:nvSpPr>
          <p:spPr>
            <a:xfrm>
              <a:off x="2715113" y="572179"/>
              <a:ext cx="279005" cy="366615"/>
            </a:xfrm>
            <a:custGeom>
              <a:rect b="b" l="l" r="r" t="t"/>
              <a:pathLst>
                <a:path extrusionOk="0" fill="none" h="7503" w="5710">
                  <a:moveTo>
                    <a:pt x="5710" y="7503"/>
                  </a:moveTo>
                  <a:lnTo>
                    <a:pt x="1" y="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11" name="Google Shape;1911;p39"/>
            <p:cNvSpPr/>
            <p:nvPr/>
          </p:nvSpPr>
          <p:spPr>
            <a:xfrm>
              <a:off x="2748095" y="535386"/>
              <a:ext cx="364759" cy="281839"/>
            </a:xfrm>
            <a:custGeom>
              <a:rect b="b" l="l" r="r" t="t"/>
              <a:pathLst>
                <a:path extrusionOk="0" fill="none" h="5768" w="7465">
                  <a:moveTo>
                    <a:pt x="7465" y="5768"/>
                  </a:moveTo>
                  <a:lnTo>
                    <a:pt x="1" y="1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12" name="Google Shape;1912;p39"/>
            <p:cNvSpPr/>
            <p:nvPr/>
          </p:nvSpPr>
          <p:spPr>
            <a:xfrm>
              <a:off x="2770718" y="491116"/>
              <a:ext cx="424126" cy="179081"/>
            </a:xfrm>
            <a:custGeom>
              <a:rect b="b" l="l" r="r" t="t"/>
              <a:pathLst>
                <a:path extrusionOk="0" fill="none" h="3665" w="8680">
                  <a:moveTo>
                    <a:pt x="8680" y="3665"/>
                  </a:moveTo>
                  <a:lnTo>
                    <a:pt x="1" y="1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13" name="Google Shape;1913;p39"/>
            <p:cNvSpPr/>
            <p:nvPr/>
          </p:nvSpPr>
          <p:spPr>
            <a:xfrm>
              <a:off x="2781077" y="443035"/>
              <a:ext cx="456180" cy="62251"/>
            </a:xfrm>
            <a:custGeom>
              <a:rect b="b" l="l" r="r" t="t"/>
              <a:pathLst>
                <a:path extrusionOk="0" fill="none" h="1274" w="9336">
                  <a:moveTo>
                    <a:pt x="9336" y="1274"/>
                  </a:moveTo>
                  <a:lnTo>
                    <a:pt x="1" y="1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14" name="Google Shape;1914;p39"/>
            <p:cNvSpPr/>
            <p:nvPr/>
          </p:nvSpPr>
          <p:spPr>
            <a:xfrm>
              <a:off x="2778292" y="335635"/>
              <a:ext cx="457109" cy="58440"/>
            </a:xfrm>
            <a:custGeom>
              <a:rect b="b" l="l" r="r" t="t"/>
              <a:pathLst>
                <a:path extrusionOk="0" fill="none" h="1196" w="9355">
                  <a:moveTo>
                    <a:pt x="9354" y="0"/>
                  </a:moveTo>
                  <a:lnTo>
                    <a:pt x="0" y="1196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15" name="Google Shape;1915;p39"/>
            <p:cNvSpPr/>
            <p:nvPr/>
          </p:nvSpPr>
          <p:spPr>
            <a:xfrm>
              <a:off x="2763194" y="172579"/>
              <a:ext cx="426032" cy="174390"/>
            </a:xfrm>
            <a:custGeom>
              <a:rect b="b" l="l" r="r" t="t"/>
              <a:pathLst>
                <a:path extrusionOk="0" fill="none" h="3569" w="8719">
                  <a:moveTo>
                    <a:pt x="8718" y="1"/>
                  </a:moveTo>
                  <a:lnTo>
                    <a:pt x="1" y="3569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16" name="Google Shape;1916;p39"/>
            <p:cNvSpPr/>
            <p:nvPr/>
          </p:nvSpPr>
          <p:spPr>
            <a:xfrm>
              <a:off x="2735879" y="27457"/>
              <a:ext cx="366615" cy="278076"/>
            </a:xfrm>
            <a:custGeom>
              <a:rect b="b" l="l" r="r" t="t"/>
              <a:pathLst>
                <a:path extrusionOk="0" fill="none" h="5691" w="7503">
                  <a:moveTo>
                    <a:pt x="7503" y="0"/>
                  </a:moveTo>
                  <a:lnTo>
                    <a:pt x="0" y="569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17" name="Google Shape;1917;p39"/>
            <p:cNvSpPr/>
            <p:nvPr/>
          </p:nvSpPr>
          <p:spPr>
            <a:xfrm>
              <a:off x="2699135" y="-91280"/>
              <a:ext cx="282767" cy="364759"/>
            </a:xfrm>
            <a:custGeom>
              <a:rect b="b" l="l" r="r" t="t"/>
              <a:pathLst>
                <a:path extrusionOk="0" fill="none" h="7465" w="5787">
                  <a:moveTo>
                    <a:pt x="5786" y="0"/>
                  </a:moveTo>
                  <a:lnTo>
                    <a:pt x="0" y="7464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18" name="Google Shape;1918;p39"/>
            <p:cNvSpPr/>
            <p:nvPr/>
          </p:nvSpPr>
          <p:spPr>
            <a:xfrm>
              <a:off x="2655744" y="-174200"/>
              <a:ext cx="178153" cy="425055"/>
            </a:xfrm>
            <a:custGeom>
              <a:rect b="b" l="l" r="r" t="t"/>
              <a:pathLst>
                <a:path extrusionOk="0" fill="none" h="8699" w="3646">
                  <a:moveTo>
                    <a:pt x="3646" y="0"/>
                  </a:moveTo>
                  <a:lnTo>
                    <a:pt x="1" y="8698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919" name="Google Shape;1919;p39"/>
          <p:cNvGrpSpPr/>
          <p:nvPr/>
        </p:nvGrpSpPr>
        <p:grpSpPr>
          <a:xfrm flipH="1" rot="10800000">
            <a:off x="6557650" y="4369421"/>
            <a:ext cx="4000413" cy="3175881"/>
            <a:chOff x="5207925" y="-1994879"/>
            <a:chExt cx="4000413" cy="3175881"/>
          </a:xfrm>
        </p:grpSpPr>
        <p:sp>
          <p:nvSpPr>
            <p:cNvPr id="1920" name="Google Shape;1920;p39"/>
            <p:cNvSpPr/>
            <p:nvPr/>
          </p:nvSpPr>
          <p:spPr>
            <a:xfrm>
              <a:off x="5256209" y="-1994879"/>
              <a:ext cx="3952129" cy="3103920"/>
            </a:xfrm>
            <a:custGeom>
              <a:rect b="b" l="l" r="r" t="t"/>
              <a:pathLst>
                <a:path extrusionOk="0" fill="none" h="70648" w="89954">
                  <a:moveTo>
                    <a:pt x="89954" y="70647"/>
                  </a:moveTo>
                  <a:lnTo>
                    <a:pt x="1" y="70647"/>
                  </a:lnTo>
                  <a:lnTo>
                    <a:pt x="1" y="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21" name="Google Shape;1921;p39"/>
            <p:cNvSpPr/>
            <p:nvPr/>
          </p:nvSpPr>
          <p:spPr>
            <a:xfrm>
              <a:off x="5579917" y="1036061"/>
              <a:ext cx="144942" cy="144942"/>
            </a:xfrm>
            <a:custGeom>
              <a:rect b="b" l="l" r="r" t="t"/>
              <a:pathLst>
                <a:path extrusionOk="0" h="3299" w="3299">
                  <a:moveTo>
                    <a:pt x="0" y="1"/>
                  </a:moveTo>
                  <a:lnTo>
                    <a:pt x="0" y="3299"/>
                  </a:lnTo>
                  <a:lnTo>
                    <a:pt x="3298" y="3299"/>
                  </a:lnTo>
                  <a:lnTo>
                    <a:pt x="329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22" name="Google Shape;1922;p39"/>
            <p:cNvSpPr/>
            <p:nvPr/>
          </p:nvSpPr>
          <p:spPr>
            <a:xfrm>
              <a:off x="5207925" y="352772"/>
              <a:ext cx="96613" cy="394888"/>
            </a:xfrm>
            <a:custGeom>
              <a:rect b="b" l="l" r="r" t="t"/>
              <a:pathLst>
                <a:path extrusionOk="0" h="8988" w="2199">
                  <a:moveTo>
                    <a:pt x="0" y="0"/>
                  </a:moveTo>
                  <a:lnTo>
                    <a:pt x="0" y="8988"/>
                  </a:lnTo>
                  <a:lnTo>
                    <a:pt x="2199" y="8988"/>
                  </a:lnTo>
                  <a:lnTo>
                    <a:pt x="2199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8">
  <p:cSld name="CUSTOM_2_1_1_1">
    <p:spTree>
      <p:nvGrpSpPr>
        <p:cNvPr id="1923" name="Shape 19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24" name="Google Shape;1924;p40"/>
          <p:cNvPicPr preferRelativeResize="0"/>
          <p:nvPr/>
        </p:nvPicPr>
        <p:blipFill rotWithShape="1">
          <a:blip r:embed="rId2">
            <a:alphaModFix amt="60000"/>
          </a:blip>
          <a:srcRect b="10" l="0" r="0" t="10"/>
          <a:stretch/>
        </p:blipFill>
        <p:spPr>
          <a:xfrm flipH="1" rot="10800000">
            <a:off x="0" y="1"/>
            <a:ext cx="9144002" cy="5143499"/>
          </a:xfrm>
          <a:prstGeom prst="rect">
            <a:avLst/>
          </a:prstGeom>
          <a:noFill/>
          <a:ln>
            <a:noFill/>
          </a:ln>
        </p:spPr>
      </p:pic>
      <p:sp>
        <p:nvSpPr>
          <p:cNvPr id="1925" name="Google Shape;1925;p40"/>
          <p:cNvSpPr txBox="1"/>
          <p:nvPr>
            <p:ph type="title"/>
          </p:nvPr>
        </p:nvSpPr>
        <p:spPr>
          <a:xfrm>
            <a:off x="6119944" y="1739251"/>
            <a:ext cx="2308800" cy="9420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2900"/>
              <a:buNone/>
              <a:defRPr>
                <a:latin typeface="Aldrich"/>
                <a:ea typeface="Aldrich"/>
                <a:cs typeface="Aldrich"/>
                <a:sym typeface="Aldrich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9pPr>
          </a:lstStyle>
          <a:p/>
        </p:txBody>
      </p:sp>
      <p:sp>
        <p:nvSpPr>
          <p:cNvPr id="1926" name="Google Shape;1926;p40"/>
          <p:cNvSpPr txBox="1"/>
          <p:nvPr>
            <p:ph idx="1" type="subTitle"/>
          </p:nvPr>
        </p:nvSpPr>
        <p:spPr>
          <a:xfrm>
            <a:off x="6119925" y="2841000"/>
            <a:ext cx="2308800" cy="73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  <a:latin typeface="Bai Jamjuree"/>
                <a:ea typeface="Bai Jamjuree"/>
                <a:cs typeface="Bai Jamjuree"/>
                <a:sym typeface="Bai Jamjure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1927" name="Google Shape;1927;p40"/>
          <p:cNvGrpSpPr/>
          <p:nvPr/>
        </p:nvGrpSpPr>
        <p:grpSpPr>
          <a:xfrm flipH="1" rot="10800000">
            <a:off x="628764" y="4605178"/>
            <a:ext cx="2019176" cy="2019176"/>
            <a:chOff x="1943325" y="-220375"/>
            <a:chExt cx="1298672" cy="1298672"/>
          </a:xfrm>
        </p:grpSpPr>
        <p:sp>
          <p:nvSpPr>
            <p:cNvPr id="1928" name="Google Shape;1928;p40"/>
            <p:cNvSpPr/>
            <p:nvPr/>
          </p:nvSpPr>
          <p:spPr>
            <a:xfrm>
              <a:off x="2582255" y="-220375"/>
              <a:ext cx="49" cy="460871"/>
            </a:xfrm>
            <a:custGeom>
              <a:rect b="b" l="l" r="r" t="t"/>
              <a:pathLst>
                <a:path extrusionOk="0" fill="none" h="9432" w="1">
                  <a:moveTo>
                    <a:pt x="0" y="0"/>
                  </a:moveTo>
                  <a:lnTo>
                    <a:pt x="0" y="9431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29" name="Google Shape;1929;p40"/>
            <p:cNvSpPr/>
            <p:nvPr/>
          </p:nvSpPr>
          <p:spPr>
            <a:xfrm>
              <a:off x="2414509" y="-195895"/>
              <a:ext cx="118785" cy="444844"/>
            </a:xfrm>
            <a:custGeom>
              <a:rect b="b" l="l" r="r" t="t"/>
              <a:pathLst>
                <a:path extrusionOk="0" fill="none" h="9104" w="2431">
                  <a:moveTo>
                    <a:pt x="0" y="1"/>
                  </a:moveTo>
                  <a:lnTo>
                    <a:pt x="2431" y="9104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30" name="Google Shape;1930;p40"/>
            <p:cNvSpPr/>
            <p:nvPr/>
          </p:nvSpPr>
          <p:spPr>
            <a:xfrm>
              <a:off x="2259027" y="-128024"/>
              <a:ext cx="229996" cy="398669"/>
            </a:xfrm>
            <a:custGeom>
              <a:rect b="b" l="l" r="r" t="t"/>
              <a:pathLst>
                <a:path extrusionOk="0" fill="none" h="8159" w="4707">
                  <a:moveTo>
                    <a:pt x="0" y="0"/>
                  </a:moveTo>
                  <a:lnTo>
                    <a:pt x="4706" y="8158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31" name="Google Shape;1931;p40"/>
            <p:cNvSpPr/>
            <p:nvPr/>
          </p:nvSpPr>
          <p:spPr>
            <a:xfrm>
              <a:off x="2126121" y="-22481"/>
              <a:ext cx="325180" cy="325180"/>
            </a:xfrm>
            <a:custGeom>
              <a:rect b="b" l="l" r="r" t="t"/>
              <a:pathLst>
                <a:path extrusionOk="0" fill="none" h="6655" w="6655">
                  <a:moveTo>
                    <a:pt x="1" y="0"/>
                  </a:moveTo>
                  <a:lnTo>
                    <a:pt x="6655" y="6654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32" name="Google Shape;1932;p40"/>
            <p:cNvSpPr/>
            <p:nvPr/>
          </p:nvSpPr>
          <p:spPr>
            <a:xfrm>
              <a:off x="2025317" y="113211"/>
              <a:ext cx="398669" cy="230924"/>
            </a:xfrm>
            <a:custGeom>
              <a:rect b="b" l="l" r="r" t="t"/>
              <a:pathLst>
                <a:path extrusionOk="0" fill="none" h="4726" w="8159">
                  <a:moveTo>
                    <a:pt x="0" y="1"/>
                  </a:moveTo>
                  <a:lnTo>
                    <a:pt x="8158" y="4726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33" name="Google Shape;1933;p40"/>
            <p:cNvSpPr/>
            <p:nvPr/>
          </p:nvSpPr>
          <p:spPr>
            <a:xfrm>
              <a:off x="1963114" y="270598"/>
              <a:ext cx="444844" cy="119713"/>
            </a:xfrm>
            <a:custGeom>
              <a:rect b="b" l="l" r="r" t="t"/>
              <a:pathLst>
                <a:path extrusionOk="0" fill="none" h="2450" w="9104">
                  <a:moveTo>
                    <a:pt x="0" y="0"/>
                  </a:moveTo>
                  <a:lnTo>
                    <a:pt x="9103" y="24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34" name="Google Shape;1934;p40"/>
            <p:cNvSpPr/>
            <p:nvPr/>
          </p:nvSpPr>
          <p:spPr>
            <a:xfrm>
              <a:off x="1943325" y="439273"/>
              <a:ext cx="460871" cy="49"/>
            </a:xfrm>
            <a:custGeom>
              <a:rect b="b" l="l" r="r" t="t"/>
              <a:pathLst>
                <a:path extrusionOk="0" fill="none" h="1" w="9432">
                  <a:moveTo>
                    <a:pt x="0" y="1"/>
                  </a:moveTo>
                  <a:lnTo>
                    <a:pt x="9431" y="1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35" name="Google Shape;1935;p40"/>
            <p:cNvSpPr/>
            <p:nvPr/>
          </p:nvSpPr>
          <p:spPr>
            <a:xfrm>
              <a:off x="1967805" y="487354"/>
              <a:ext cx="445821" cy="119713"/>
            </a:xfrm>
            <a:custGeom>
              <a:rect b="b" l="l" r="r" t="t"/>
              <a:pathLst>
                <a:path extrusionOk="0" fill="none" h="2450" w="9124">
                  <a:moveTo>
                    <a:pt x="1" y="2450"/>
                  </a:moveTo>
                  <a:lnTo>
                    <a:pt x="9123" y="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36" name="Google Shape;1936;p40"/>
            <p:cNvSpPr/>
            <p:nvPr/>
          </p:nvSpPr>
          <p:spPr>
            <a:xfrm>
              <a:off x="2035676" y="532600"/>
              <a:ext cx="398669" cy="229996"/>
            </a:xfrm>
            <a:custGeom>
              <a:rect b="b" l="l" r="r" t="t"/>
              <a:pathLst>
                <a:path extrusionOk="0" fill="none" h="4707" w="8159">
                  <a:moveTo>
                    <a:pt x="0" y="4706"/>
                  </a:moveTo>
                  <a:lnTo>
                    <a:pt x="8158" y="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37" name="Google Shape;1937;p40"/>
            <p:cNvSpPr/>
            <p:nvPr/>
          </p:nvSpPr>
          <p:spPr>
            <a:xfrm>
              <a:off x="2141219" y="569345"/>
              <a:ext cx="326108" cy="326108"/>
            </a:xfrm>
            <a:custGeom>
              <a:rect b="b" l="l" r="r" t="t"/>
              <a:pathLst>
                <a:path extrusionOk="0" fill="none" h="6674" w="6674">
                  <a:moveTo>
                    <a:pt x="0" y="6674"/>
                  </a:moveTo>
                  <a:lnTo>
                    <a:pt x="6673" y="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38" name="Google Shape;1938;p40"/>
            <p:cNvSpPr/>
            <p:nvPr/>
          </p:nvSpPr>
          <p:spPr>
            <a:xfrm>
              <a:off x="2277840" y="597588"/>
              <a:ext cx="229996" cy="398718"/>
            </a:xfrm>
            <a:custGeom>
              <a:rect b="b" l="l" r="r" t="t"/>
              <a:pathLst>
                <a:path extrusionOk="0" fill="none" h="8160" w="4707">
                  <a:moveTo>
                    <a:pt x="1" y="8159"/>
                  </a:moveTo>
                  <a:lnTo>
                    <a:pt x="4707" y="1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39" name="Google Shape;1939;p40"/>
            <p:cNvSpPr/>
            <p:nvPr/>
          </p:nvSpPr>
          <p:spPr>
            <a:xfrm>
              <a:off x="2435227" y="613615"/>
              <a:ext cx="118785" cy="444893"/>
            </a:xfrm>
            <a:custGeom>
              <a:rect b="b" l="l" r="r" t="t"/>
              <a:pathLst>
                <a:path extrusionOk="0" fill="none" h="9105" w="2431">
                  <a:moveTo>
                    <a:pt x="1" y="9104"/>
                  </a:moveTo>
                  <a:lnTo>
                    <a:pt x="2431" y="1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0" name="Google Shape;1940;p40"/>
            <p:cNvSpPr/>
            <p:nvPr/>
          </p:nvSpPr>
          <p:spPr>
            <a:xfrm>
              <a:off x="2602973" y="617377"/>
              <a:ext cx="49" cy="460920"/>
            </a:xfrm>
            <a:custGeom>
              <a:rect b="b" l="l" r="r" t="t"/>
              <a:pathLst>
                <a:path extrusionOk="0" fill="none" h="9433" w="1">
                  <a:moveTo>
                    <a:pt x="1" y="9432"/>
                  </a:moveTo>
                  <a:lnTo>
                    <a:pt x="1" y="1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1" name="Google Shape;1941;p40"/>
            <p:cNvSpPr/>
            <p:nvPr/>
          </p:nvSpPr>
          <p:spPr>
            <a:xfrm>
              <a:off x="2651982" y="607996"/>
              <a:ext cx="118785" cy="444844"/>
            </a:xfrm>
            <a:custGeom>
              <a:rect b="b" l="l" r="r" t="t"/>
              <a:pathLst>
                <a:path extrusionOk="0" fill="none" h="9104" w="2431">
                  <a:moveTo>
                    <a:pt x="2431" y="9103"/>
                  </a:moveTo>
                  <a:lnTo>
                    <a:pt x="1" y="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2" name="Google Shape;1942;p40"/>
            <p:cNvSpPr/>
            <p:nvPr/>
          </p:nvSpPr>
          <p:spPr>
            <a:xfrm>
              <a:off x="2696300" y="586301"/>
              <a:ext cx="229996" cy="398669"/>
            </a:xfrm>
            <a:custGeom>
              <a:rect b="b" l="l" r="r" t="t"/>
              <a:pathLst>
                <a:path extrusionOk="0" fill="none" h="8159" w="4707">
                  <a:moveTo>
                    <a:pt x="4706" y="8159"/>
                  </a:moveTo>
                  <a:lnTo>
                    <a:pt x="0" y="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3" name="Google Shape;1943;p40"/>
            <p:cNvSpPr/>
            <p:nvPr/>
          </p:nvSpPr>
          <p:spPr>
            <a:xfrm>
              <a:off x="2733974" y="554247"/>
              <a:ext cx="325180" cy="326108"/>
            </a:xfrm>
            <a:custGeom>
              <a:rect b="b" l="l" r="r" t="t"/>
              <a:pathLst>
                <a:path extrusionOk="0" fill="none" h="6674" w="6655">
                  <a:moveTo>
                    <a:pt x="6655" y="6674"/>
                  </a:moveTo>
                  <a:lnTo>
                    <a:pt x="1" y="1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4" name="Google Shape;1944;p40"/>
            <p:cNvSpPr/>
            <p:nvPr/>
          </p:nvSpPr>
          <p:spPr>
            <a:xfrm>
              <a:off x="2761288" y="513739"/>
              <a:ext cx="398718" cy="229996"/>
            </a:xfrm>
            <a:custGeom>
              <a:rect b="b" l="l" r="r" t="t"/>
              <a:pathLst>
                <a:path extrusionOk="0" fill="none" h="4707" w="8160">
                  <a:moveTo>
                    <a:pt x="8159" y="4706"/>
                  </a:moveTo>
                  <a:lnTo>
                    <a:pt x="1" y="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5" name="Google Shape;1945;p40"/>
            <p:cNvSpPr/>
            <p:nvPr/>
          </p:nvSpPr>
          <p:spPr>
            <a:xfrm>
              <a:off x="2777315" y="466636"/>
              <a:ext cx="444893" cy="119713"/>
            </a:xfrm>
            <a:custGeom>
              <a:rect b="b" l="l" r="r" t="t"/>
              <a:pathLst>
                <a:path extrusionOk="0" fill="none" h="2450" w="9105">
                  <a:moveTo>
                    <a:pt x="9104" y="2449"/>
                  </a:moveTo>
                  <a:lnTo>
                    <a:pt x="1" y="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6" name="Google Shape;1946;p40"/>
            <p:cNvSpPr/>
            <p:nvPr/>
          </p:nvSpPr>
          <p:spPr>
            <a:xfrm>
              <a:off x="2781077" y="417626"/>
              <a:ext cx="460920" cy="49"/>
            </a:xfrm>
            <a:custGeom>
              <a:rect b="b" l="l" r="r" t="t"/>
              <a:pathLst>
                <a:path extrusionOk="0" fill="none" h="1" w="9433">
                  <a:moveTo>
                    <a:pt x="9432" y="0"/>
                  </a:moveTo>
                  <a:lnTo>
                    <a:pt x="1" y="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7" name="Google Shape;1947;p40"/>
            <p:cNvSpPr/>
            <p:nvPr/>
          </p:nvSpPr>
          <p:spPr>
            <a:xfrm>
              <a:off x="2771696" y="249880"/>
              <a:ext cx="444844" cy="119713"/>
            </a:xfrm>
            <a:custGeom>
              <a:rect b="b" l="l" r="r" t="t"/>
              <a:pathLst>
                <a:path extrusionOk="0" fill="none" h="2450" w="9104">
                  <a:moveTo>
                    <a:pt x="9103" y="0"/>
                  </a:moveTo>
                  <a:lnTo>
                    <a:pt x="0" y="24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8" name="Google Shape;1948;p40"/>
            <p:cNvSpPr/>
            <p:nvPr/>
          </p:nvSpPr>
          <p:spPr>
            <a:xfrm>
              <a:off x="2750929" y="94350"/>
              <a:ext cx="398718" cy="230973"/>
            </a:xfrm>
            <a:custGeom>
              <a:rect b="b" l="l" r="r" t="t"/>
              <a:pathLst>
                <a:path extrusionOk="0" fill="none" h="4727" w="8160">
                  <a:moveTo>
                    <a:pt x="8159" y="1"/>
                  </a:moveTo>
                  <a:lnTo>
                    <a:pt x="1" y="4726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9" name="Google Shape;1949;p40"/>
            <p:cNvSpPr/>
            <p:nvPr/>
          </p:nvSpPr>
          <p:spPr>
            <a:xfrm>
              <a:off x="2717947" y="-38508"/>
              <a:ext cx="326108" cy="326108"/>
            </a:xfrm>
            <a:custGeom>
              <a:rect b="b" l="l" r="r" t="t"/>
              <a:pathLst>
                <a:path extrusionOk="0" fill="none" h="6674" w="6674">
                  <a:moveTo>
                    <a:pt x="6674" y="0"/>
                  </a:moveTo>
                  <a:lnTo>
                    <a:pt x="1" y="6674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0" name="Google Shape;1950;p40"/>
            <p:cNvSpPr/>
            <p:nvPr/>
          </p:nvSpPr>
          <p:spPr>
            <a:xfrm>
              <a:off x="2677439" y="-139361"/>
              <a:ext cx="229996" cy="399646"/>
            </a:xfrm>
            <a:custGeom>
              <a:rect b="b" l="l" r="r" t="t"/>
              <a:pathLst>
                <a:path extrusionOk="0" fill="none" h="8179" w="4707">
                  <a:moveTo>
                    <a:pt x="4706" y="1"/>
                  </a:moveTo>
                  <a:lnTo>
                    <a:pt x="0" y="8178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1" name="Google Shape;1951;p40"/>
            <p:cNvSpPr/>
            <p:nvPr/>
          </p:nvSpPr>
          <p:spPr>
            <a:xfrm>
              <a:off x="2631264" y="-201563"/>
              <a:ext cx="118785" cy="444893"/>
            </a:xfrm>
            <a:custGeom>
              <a:rect b="b" l="l" r="r" t="t"/>
              <a:pathLst>
                <a:path extrusionOk="0" fill="none" h="9105" w="2431">
                  <a:moveTo>
                    <a:pt x="2430" y="1"/>
                  </a:moveTo>
                  <a:lnTo>
                    <a:pt x="0" y="9104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2" name="Google Shape;1952;p40"/>
            <p:cNvSpPr/>
            <p:nvPr/>
          </p:nvSpPr>
          <p:spPr>
            <a:xfrm>
              <a:off x="2607712" y="-215684"/>
              <a:ext cx="62251" cy="456180"/>
            </a:xfrm>
            <a:custGeom>
              <a:rect b="b" l="l" r="r" t="t"/>
              <a:pathLst>
                <a:path extrusionOk="0" fill="none" h="9336" w="1274">
                  <a:moveTo>
                    <a:pt x="1273" y="0"/>
                  </a:moveTo>
                  <a:lnTo>
                    <a:pt x="0" y="9335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3" name="Google Shape;1953;p40"/>
            <p:cNvSpPr/>
            <p:nvPr/>
          </p:nvSpPr>
          <p:spPr>
            <a:xfrm>
              <a:off x="2500263" y="-213779"/>
              <a:ext cx="57511" cy="457109"/>
            </a:xfrm>
            <a:custGeom>
              <a:rect b="b" l="l" r="r" t="t"/>
              <a:pathLst>
                <a:path extrusionOk="0" fill="none" h="9355" w="1177">
                  <a:moveTo>
                    <a:pt x="1" y="0"/>
                  </a:moveTo>
                  <a:lnTo>
                    <a:pt x="1177" y="9354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4" name="Google Shape;1954;p40"/>
            <p:cNvSpPr/>
            <p:nvPr/>
          </p:nvSpPr>
          <p:spPr>
            <a:xfrm>
              <a:off x="2337208" y="-168580"/>
              <a:ext cx="174390" cy="426961"/>
            </a:xfrm>
            <a:custGeom>
              <a:rect b="b" l="l" r="r" t="t"/>
              <a:pathLst>
                <a:path extrusionOk="0" fill="none" h="8738" w="3569">
                  <a:moveTo>
                    <a:pt x="1" y="1"/>
                  </a:moveTo>
                  <a:lnTo>
                    <a:pt x="3569" y="8738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5" name="Google Shape;1955;p40"/>
            <p:cNvSpPr/>
            <p:nvPr/>
          </p:nvSpPr>
          <p:spPr>
            <a:xfrm>
              <a:off x="2191157" y="-81849"/>
              <a:ext cx="279005" cy="366615"/>
            </a:xfrm>
            <a:custGeom>
              <a:rect b="b" l="l" r="r" t="t"/>
              <a:pathLst>
                <a:path extrusionOk="0" fill="none" h="7503" w="5710">
                  <a:moveTo>
                    <a:pt x="0" y="0"/>
                  </a:moveTo>
                  <a:lnTo>
                    <a:pt x="5709" y="7503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6" name="Google Shape;1956;p40"/>
            <p:cNvSpPr/>
            <p:nvPr/>
          </p:nvSpPr>
          <p:spPr>
            <a:xfrm>
              <a:off x="2072420" y="39722"/>
              <a:ext cx="364759" cy="281790"/>
            </a:xfrm>
            <a:custGeom>
              <a:rect b="b" l="l" r="r" t="t"/>
              <a:pathLst>
                <a:path extrusionOk="0" fill="none" h="5767" w="7465">
                  <a:moveTo>
                    <a:pt x="0" y="0"/>
                  </a:moveTo>
                  <a:lnTo>
                    <a:pt x="7464" y="5767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7" name="Google Shape;1957;p40"/>
            <p:cNvSpPr/>
            <p:nvPr/>
          </p:nvSpPr>
          <p:spPr>
            <a:xfrm>
              <a:off x="1989500" y="187678"/>
              <a:ext cx="425055" cy="178153"/>
            </a:xfrm>
            <a:custGeom>
              <a:rect b="b" l="l" r="r" t="t"/>
              <a:pathLst>
                <a:path extrusionOk="0" fill="none" h="3646" w="8699">
                  <a:moveTo>
                    <a:pt x="0" y="0"/>
                  </a:moveTo>
                  <a:lnTo>
                    <a:pt x="8698" y="3645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8" name="Google Shape;1958;p40"/>
            <p:cNvSpPr/>
            <p:nvPr/>
          </p:nvSpPr>
          <p:spPr>
            <a:xfrm>
              <a:off x="1948016" y="351662"/>
              <a:ext cx="456180" cy="62251"/>
            </a:xfrm>
            <a:custGeom>
              <a:rect b="b" l="l" r="r" t="t"/>
              <a:pathLst>
                <a:path extrusionOk="0" fill="none" h="1274" w="9336">
                  <a:moveTo>
                    <a:pt x="1" y="0"/>
                  </a:moveTo>
                  <a:lnTo>
                    <a:pt x="9335" y="1273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9" name="Google Shape;1959;p40"/>
            <p:cNvSpPr/>
            <p:nvPr/>
          </p:nvSpPr>
          <p:spPr>
            <a:xfrm>
              <a:off x="1949921" y="462824"/>
              <a:ext cx="457109" cy="58488"/>
            </a:xfrm>
            <a:custGeom>
              <a:rect b="b" l="l" r="r" t="t"/>
              <a:pathLst>
                <a:path extrusionOk="0" fill="none" h="1197" w="9355">
                  <a:moveTo>
                    <a:pt x="0" y="1197"/>
                  </a:moveTo>
                  <a:lnTo>
                    <a:pt x="9354" y="1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0" name="Google Shape;1960;p40"/>
            <p:cNvSpPr/>
            <p:nvPr/>
          </p:nvSpPr>
          <p:spPr>
            <a:xfrm>
              <a:off x="1996097" y="509977"/>
              <a:ext cx="425983" cy="174390"/>
            </a:xfrm>
            <a:custGeom>
              <a:rect b="b" l="l" r="r" t="t"/>
              <a:pathLst>
                <a:path extrusionOk="0" fill="none" h="3569" w="8718">
                  <a:moveTo>
                    <a:pt x="0" y="3568"/>
                  </a:moveTo>
                  <a:lnTo>
                    <a:pt x="8718" y="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1" name="Google Shape;1961;p40"/>
            <p:cNvSpPr/>
            <p:nvPr/>
          </p:nvSpPr>
          <p:spPr>
            <a:xfrm>
              <a:off x="2081851" y="551413"/>
              <a:ext cx="367593" cy="279005"/>
            </a:xfrm>
            <a:custGeom>
              <a:rect b="b" l="l" r="r" t="t"/>
              <a:pathLst>
                <a:path extrusionOk="0" fill="none" h="5710" w="7523">
                  <a:moveTo>
                    <a:pt x="0" y="5710"/>
                  </a:moveTo>
                  <a:lnTo>
                    <a:pt x="7522" y="1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2" name="Google Shape;1962;p40"/>
            <p:cNvSpPr/>
            <p:nvPr/>
          </p:nvSpPr>
          <p:spPr>
            <a:xfrm>
              <a:off x="2203422" y="584395"/>
              <a:ext cx="281790" cy="363830"/>
            </a:xfrm>
            <a:custGeom>
              <a:rect b="b" l="l" r="r" t="t"/>
              <a:pathLst>
                <a:path extrusionOk="0" fill="none" h="7446" w="5767">
                  <a:moveTo>
                    <a:pt x="0" y="7446"/>
                  </a:moveTo>
                  <a:lnTo>
                    <a:pt x="5767" y="1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3" name="Google Shape;1963;p40"/>
            <p:cNvSpPr/>
            <p:nvPr/>
          </p:nvSpPr>
          <p:spPr>
            <a:xfrm>
              <a:off x="2351378" y="607018"/>
              <a:ext cx="178153" cy="424126"/>
            </a:xfrm>
            <a:custGeom>
              <a:rect b="b" l="l" r="r" t="t"/>
              <a:pathLst>
                <a:path extrusionOk="0" fill="none" h="8680" w="3646">
                  <a:moveTo>
                    <a:pt x="0" y="8680"/>
                  </a:moveTo>
                  <a:lnTo>
                    <a:pt x="3645" y="1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4" name="Google Shape;1964;p40"/>
            <p:cNvSpPr/>
            <p:nvPr/>
          </p:nvSpPr>
          <p:spPr>
            <a:xfrm>
              <a:off x="2515362" y="616449"/>
              <a:ext cx="62251" cy="457109"/>
            </a:xfrm>
            <a:custGeom>
              <a:rect b="b" l="l" r="r" t="t"/>
              <a:pathLst>
                <a:path extrusionOk="0" fill="none" h="9355" w="1274">
                  <a:moveTo>
                    <a:pt x="0" y="9355"/>
                  </a:moveTo>
                  <a:lnTo>
                    <a:pt x="1273" y="1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5" name="Google Shape;1965;p40"/>
            <p:cNvSpPr/>
            <p:nvPr/>
          </p:nvSpPr>
          <p:spPr>
            <a:xfrm>
              <a:off x="2626524" y="614592"/>
              <a:ext cx="58488" cy="457109"/>
            </a:xfrm>
            <a:custGeom>
              <a:rect b="b" l="l" r="r" t="t"/>
              <a:pathLst>
                <a:path extrusionOk="0" fill="none" h="9355" w="1197">
                  <a:moveTo>
                    <a:pt x="1197" y="9354"/>
                  </a:moveTo>
                  <a:lnTo>
                    <a:pt x="1" y="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6" name="Google Shape;1966;p40"/>
            <p:cNvSpPr/>
            <p:nvPr/>
          </p:nvSpPr>
          <p:spPr>
            <a:xfrm>
              <a:off x="2673677" y="598565"/>
              <a:ext cx="174390" cy="426961"/>
            </a:xfrm>
            <a:custGeom>
              <a:rect b="b" l="l" r="r" t="t"/>
              <a:pathLst>
                <a:path extrusionOk="0" fill="none" h="8738" w="3569">
                  <a:moveTo>
                    <a:pt x="3568" y="8737"/>
                  </a:moveTo>
                  <a:lnTo>
                    <a:pt x="0" y="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7" name="Google Shape;1967;p40"/>
            <p:cNvSpPr/>
            <p:nvPr/>
          </p:nvSpPr>
          <p:spPr>
            <a:xfrm>
              <a:off x="2715113" y="572179"/>
              <a:ext cx="279005" cy="366615"/>
            </a:xfrm>
            <a:custGeom>
              <a:rect b="b" l="l" r="r" t="t"/>
              <a:pathLst>
                <a:path extrusionOk="0" fill="none" h="7503" w="5710">
                  <a:moveTo>
                    <a:pt x="5710" y="7503"/>
                  </a:moveTo>
                  <a:lnTo>
                    <a:pt x="1" y="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8" name="Google Shape;1968;p40"/>
            <p:cNvSpPr/>
            <p:nvPr/>
          </p:nvSpPr>
          <p:spPr>
            <a:xfrm>
              <a:off x="2748095" y="535386"/>
              <a:ext cx="364759" cy="281839"/>
            </a:xfrm>
            <a:custGeom>
              <a:rect b="b" l="l" r="r" t="t"/>
              <a:pathLst>
                <a:path extrusionOk="0" fill="none" h="5768" w="7465">
                  <a:moveTo>
                    <a:pt x="7465" y="5768"/>
                  </a:moveTo>
                  <a:lnTo>
                    <a:pt x="1" y="1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9" name="Google Shape;1969;p40"/>
            <p:cNvSpPr/>
            <p:nvPr/>
          </p:nvSpPr>
          <p:spPr>
            <a:xfrm>
              <a:off x="2770718" y="491116"/>
              <a:ext cx="424126" cy="179081"/>
            </a:xfrm>
            <a:custGeom>
              <a:rect b="b" l="l" r="r" t="t"/>
              <a:pathLst>
                <a:path extrusionOk="0" fill="none" h="3665" w="8680">
                  <a:moveTo>
                    <a:pt x="8680" y="3665"/>
                  </a:moveTo>
                  <a:lnTo>
                    <a:pt x="1" y="1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0" name="Google Shape;1970;p40"/>
            <p:cNvSpPr/>
            <p:nvPr/>
          </p:nvSpPr>
          <p:spPr>
            <a:xfrm>
              <a:off x="2781077" y="443035"/>
              <a:ext cx="456180" cy="62251"/>
            </a:xfrm>
            <a:custGeom>
              <a:rect b="b" l="l" r="r" t="t"/>
              <a:pathLst>
                <a:path extrusionOk="0" fill="none" h="1274" w="9336">
                  <a:moveTo>
                    <a:pt x="9336" y="1274"/>
                  </a:moveTo>
                  <a:lnTo>
                    <a:pt x="1" y="1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1" name="Google Shape;1971;p40"/>
            <p:cNvSpPr/>
            <p:nvPr/>
          </p:nvSpPr>
          <p:spPr>
            <a:xfrm>
              <a:off x="2778292" y="335635"/>
              <a:ext cx="457109" cy="58440"/>
            </a:xfrm>
            <a:custGeom>
              <a:rect b="b" l="l" r="r" t="t"/>
              <a:pathLst>
                <a:path extrusionOk="0" fill="none" h="1196" w="9355">
                  <a:moveTo>
                    <a:pt x="9354" y="0"/>
                  </a:moveTo>
                  <a:lnTo>
                    <a:pt x="0" y="1196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2" name="Google Shape;1972;p40"/>
            <p:cNvSpPr/>
            <p:nvPr/>
          </p:nvSpPr>
          <p:spPr>
            <a:xfrm>
              <a:off x="2763194" y="172579"/>
              <a:ext cx="426032" cy="174390"/>
            </a:xfrm>
            <a:custGeom>
              <a:rect b="b" l="l" r="r" t="t"/>
              <a:pathLst>
                <a:path extrusionOk="0" fill="none" h="3569" w="8719">
                  <a:moveTo>
                    <a:pt x="8718" y="1"/>
                  </a:moveTo>
                  <a:lnTo>
                    <a:pt x="1" y="3569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3" name="Google Shape;1973;p40"/>
            <p:cNvSpPr/>
            <p:nvPr/>
          </p:nvSpPr>
          <p:spPr>
            <a:xfrm>
              <a:off x="2735879" y="27457"/>
              <a:ext cx="366615" cy="278076"/>
            </a:xfrm>
            <a:custGeom>
              <a:rect b="b" l="l" r="r" t="t"/>
              <a:pathLst>
                <a:path extrusionOk="0" fill="none" h="5691" w="7503">
                  <a:moveTo>
                    <a:pt x="7503" y="0"/>
                  </a:moveTo>
                  <a:lnTo>
                    <a:pt x="0" y="569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4" name="Google Shape;1974;p40"/>
            <p:cNvSpPr/>
            <p:nvPr/>
          </p:nvSpPr>
          <p:spPr>
            <a:xfrm>
              <a:off x="2699135" y="-91280"/>
              <a:ext cx="282767" cy="364759"/>
            </a:xfrm>
            <a:custGeom>
              <a:rect b="b" l="l" r="r" t="t"/>
              <a:pathLst>
                <a:path extrusionOk="0" fill="none" h="7465" w="5787">
                  <a:moveTo>
                    <a:pt x="5786" y="0"/>
                  </a:moveTo>
                  <a:lnTo>
                    <a:pt x="0" y="7464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5" name="Google Shape;1975;p40"/>
            <p:cNvSpPr/>
            <p:nvPr/>
          </p:nvSpPr>
          <p:spPr>
            <a:xfrm>
              <a:off x="2655744" y="-174200"/>
              <a:ext cx="178153" cy="425055"/>
            </a:xfrm>
            <a:custGeom>
              <a:rect b="b" l="l" r="r" t="t"/>
              <a:pathLst>
                <a:path extrusionOk="0" fill="none" h="8699" w="3646">
                  <a:moveTo>
                    <a:pt x="3646" y="0"/>
                  </a:moveTo>
                  <a:lnTo>
                    <a:pt x="1" y="8698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976" name="Google Shape;1976;p40"/>
          <p:cNvGrpSpPr/>
          <p:nvPr/>
        </p:nvGrpSpPr>
        <p:grpSpPr>
          <a:xfrm flipH="1" rot="10800000">
            <a:off x="6387690" y="3917547"/>
            <a:ext cx="1965289" cy="517060"/>
            <a:chOff x="3539975" y="3523525"/>
            <a:chExt cx="745925" cy="196250"/>
          </a:xfrm>
        </p:grpSpPr>
        <p:sp>
          <p:nvSpPr>
            <p:cNvPr id="1977" name="Google Shape;1977;p40"/>
            <p:cNvSpPr/>
            <p:nvPr/>
          </p:nvSpPr>
          <p:spPr>
            <a:xfrm>
              <a:off x="3539975" y="3523525"/>
              <a:ext cx="196250" cy="196250"/>
            </a:xfrm>
            <a:custGeom>
              <a:rect b="b" l="l" r="r" t="t"/>
              <a:pathLst>
                <a:path extrusionOk="0" fill="none" h="7850" w="785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8" name="Google Shape;1978;p40"/>
            <p:cNvSpPr/>
            <p:nvPr/>
          </p:nvSpPr>
          <p:spPr>
            <a:xfrm>
              <a:off x="3576625" y="3523525"/>
              <a:ext cx="196250" cy="196250"/>
            </a:xfrm>
            <a:custGeom>
              <a:rect b="b" l="l" r="r" t="t"/>
              <a:pathLst>
                <a:path extrusionOk="0" fill="none" h="7850" w="785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9" name="Google Shape;1979;p40"/>
            <p:cNvSpPr/>
            <p:nvPr/>
          </p:nvSpPr>
          <p:spPr>
            <a:xfrm>
              <a:off x="3613250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1" y="0"/>
                  </a:moveTo>
                  <a:lnTo>
                    <a:pt x="7851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80" name="Google Shape;1980;p40"/>
            <p:cNvSpPr/>
            <p:nvPr/>
          </p:nvSpPr>
          <p:spPr>
            <a:xfrm>
              <a:off x="3649900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1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81" name="Google Shape;1981;p40"/>
            <p:cNvSpPr/>
            <p:nvPr/>
          </p:nvSpPr>
          <p:spPr>
            <a:xfrm>
              <a:off x="3686550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82" name="Google Shape;1982;p40"/>
            <p:cNvSpPr/>
            <p:nvPr/>
          </p:nvSpPr>
          <p:spPr>
            <a:xfrm>
              <a:off x="3723200" y="3523525"/>
              <a:ext cx="196250" cy="196250"/>
            </a:xfrm>
            <a:custGeom>
              <a:rect b="b" l="l" r="r" t="t"/>
              <a:pathLst>
                <a:path extrusionOk="0" fill="none" h="7850" w="785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83" name="Google Shape;1983;p40"/>
            <p:cNvSpPr/>
            <p:nvPr/>
          </p:nvSpPr>
          <p:spPr>
            <a:xfrm>
              <a:off x="3759825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1" y="0"/>
                  </a:moveTo>
                  <a:lnTo>
                    <a:pt x="7851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84" name="Google Shape;1984;p40"/>
            <p:cNvSpPr/>
            <p:nvPr/>
          </p:nvSpPr>
          <p:spPr>
            <a:xfrm>
              <a:off x="3796475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1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85" name="Google Shape;1985;p40"/>
            <p:cNvSpPr/>
            <p:nvPr/>
          </p:nvSpPr>
          <p:spPr>
            <a:xfrm>
              <a:off x="3833125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1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86" name="Google Shape;1986;p40"/>
            <p:cNvSpPr/>
            <p:nvPr/>
          </p:nvSpPr>
          <p:spPr>
            <a:xfrm>
              <a:off x="3869775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87" name="Google Shape;1987;p40"/>
            <p:cNvSpPr/>
            <p:nvPr/>
          </p:nvSpPr>
          <p:spPr>
            <a:xfrm>
              <a:off x="3906425" y="3523525"/>
              <a:ext cx="196250" cy="196250"/>
            </a:xfrm>
            <a:custGeom>
              <a:rect b="b" l="l" r="r" t="t"/>
              <a:pathLst>
                <a:path extrusionOk="0" fill="none" h="7850" w="785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88" name="Google Shape;1988;p40"/>
            <p:cNvSpPr/>
            <p:nvPr/>
          </p:nvSpPr>
          <p:spPr>
            <a:xfrm>
              <a:off x="3943050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1" y="0"/>
                  </a:moveTo>
                  <a:lnTo>
                    <a:pt x="7851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89" name="Google Shape;1989;p40"/>
            <p:cNvSpPr/>
            <p:nvPr/>
          </p:nvSpPr>
          <p:spPr>
            <a:xfrm>
              <a:off x="3979700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1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90" name="Google Shape;1990;p40"/>
            <p:cNvSpPr/>
            <p:nvPr/>
          </p:nvSpPr>
          <p:spPr>
            <a:xfrm>
              <a:off x="4016350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1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91" name="Google Shape;1991;p40"/>
            <p:cNvSpPr/>
            <p:nvPr/>
          </p:nvSpPr>
          <p:spPr>
            <a:xfrm>
              <a:off x="4053000" y="3523525"/>
              <a:ext cx="196250" cy="196250"/>
            </a:xfrm>
            <a:custGeom>
              <a:rect b="b" l="l" r="r" t="t"/>
              <a:pathLst>
                <a:path extrusionOk="0" fill="none" h="7850" w="785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92" name="Google Shape;1992;p40"/>
            <p:cNvSpPr/>
            <p:nvPr/>
          </p:nvSpPr>
          <p:spPr>
            <a:xfrm>
              <a:off x="4089650" y="3523525"/>
              <a:ext cx="196250" cy="196250"/>
            </a:xfrm>
            <a:custGeom>
              <a:rect b="b" l="l" r="r" t="t"/>
              <a:pathLst>
                <a:path extrusionOk="0" fill="none" h="7850" w="785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pic>
        <p:nvPicPr>
          <p:cNvPr id="1993" name="Google Shape;1993;p40"/>
          <p:cNvPicPr preferRelativeResize="0"/>
          <p:nvPr/>
        </p:nvPicPr>
        <p:blipFill rotWithShape="1">
          <a:blip r:embed="rId3">
            <a:alphaModFix/>
          </a:blip>
          <a:srcRect b="-1770" l="0" r="4580" t="1770"/>
          <a:stretch/>
        </p:blipFill>
        <p:spPr>
          <a:xfrm>
            <a:off x="-319850" y="-1224475"/>
            <a:ext cx="9691050" cy="268125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994" name="Google Shape;1994;p40"/>
          <p:cNvGrpSpPr/>
          <p:nvPr/>
        </p:nvGrpSpPr>
        <p:grpSpPr>
          <a:xfrm flipH="1" rot="5400000">
            <a:off x="1693743" y="359223"/>
            <a:ext cx="357454" cy="956304"/>
            <a:chOff x="357713" y="600975"/>
            <a:chExt cx="357454" cy="956304"/>
          </a:xfrm>
        </p:grpSpPr>
        <p:sp>
          <p:nvSpPr>
            <p:cNvPr id="1995" name="Google Shape;1995;p40"/>
            <p:cNvSpPr/>
            <p:nvPr/>
          </p:nvSpPr>
          <p:spPr>
            <a:xfrm>
              <a:off x="357713" y="600975"/>
              <a:ext cx="357454" cy="357454"/>
            </a:xfrm>
            <a:custGeom>
              <a:rect b="b" l="l" r="r" t="t"/>
              <a:pathLst>
                <a:path extrusionOk="0" fill="none" h="6539" w="6539">
                  <a:moveTo>
                    <a:pt x="3954" y="367"/>
                  </a:moveTo>
                  <a:cubicBezTo>
                    <a:pt x="5535" y="752"/>
                    <a:pt x="6538" y="2353"/>
                    <a:pt x="6152" y="3954"/>
                  </a:cubicBezTo>
                  <a:cubicBezTo>
                    <a:pt x="5767" y="5535"/>
                    <a:pt x="4166" y="6538"/>
                    <a:pt x="2584" y="6153"/>
                  </a:cubicBezTo>
                  <a:cubicBezTo>
                    <a:pt x="984" y="5767"/>
                    <a:pt x="0" y="4166"/>
                    <a:pt x="366" y="2585"/>
                  </a:cubicBezTo>
                  <a:cubicBezTo>
                    <a:pt x="752" y="984"/>
                    <a:pt x="2353" y="0"/>
                    <a:pt x="3954" y="367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96" name="Google Shape;1996;p40"/>
            <p:cNvSpPr/>
            <p:nvPr/>
          </p:nvSpPr>
          <p:spPr>
            <a:xfrm>
              <a:off x="374549" y="819196"/>
              <a:ext cx="324765" cy="324765"/>
            </a:xfrm>
            <a:custGeom>
              <a:rect b="b" l="l" r="r" t="t"/>
              <a:pathLst>
                <a:path extrusionOk="0" fill="none" h="5941" w="5941">
                  <a:moveTo>
                    <a:pt x="5941" y="2971"/>
                  </a:moveTo>
                  <a:cubicBezTo>
                    <a:pt x="5941" y="4610"/>
                    <a:pt x="4610" y="5941"/>
                    <a:pt x="2971" y="5941"/>
                  </a:cubicBezTo>
                  <a:cubicBezTo>
                    <a:pt x="1331" y="5941"/>
                    <a:pt x="1" y="4610"/>
                    <a:pt x="1" y="2971"/>
                  </a:cubicBezTo>
                  <a:cubicBezTo>
                    <a:pt x="1" y="1331"/>
                    <a:pt x="1331" y="1"/>
                    <a:pt x="2971" y="1"/>
                  </a:cubicBezTo>
                  <a:cubicBezTo>
                    <a:pt x="4610" y="1"/>
                    <a:pt x="5941" y="1331"/>
                    <a:pt x="5941" y="2971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97" name="Google Shape;1997;p40"/>
            <p:cNvSpPr/>
            <p:nvPr/>
          </p:nvSpPr>
          <p:spPr>
            <a:xfrm>
              <a:off x="357713" y="997347"/>
              <a:ext cx="357454" cy="357509"/>
            </a:xfrm>
            <a:custGeom>
              <a:rect b="b" l="l" r="r" t="t"/>
              <a:pathLst>
                <a:path extrusionOk="0" fill="none" h="6540" w="6539">
                  <a:moveTo>
                    <a:pt x="3954" y="387"/>
                  </a:moveTo>
                  <a:cubicBezTo>
                    <a:pt x="5555" y="753"/>
                    <a:pt x="6538" y="2354"/>
                    <a:pt x="6152" y="3955"/>
                  </a:cubicBezTo>
                  <a:cubicBezTo>
                    <a:pt x="5767" y="5556"/>
                    <a:pt x="4166" y="6539"/>
                    <a:pt x="2584" y="6153"/>
                  </a:cubicBezTo>
                  <a:cubicBezTo>
                    <a:pt x="984" y="5787"/>
                    <a:pt x="0" y="4186"/>
                    <a:pt x="366" y="2585"/>
                  </a:cubicBezTo>
                  <a:cubicBezTo>
                    <a:pt x="752" y="985"/>
                    <a:pt x="2353" y="1"/>
                    <a:pt x="3954" y="387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98" name="Google Shape;1998;p40"/>
            <p:cNvSpPr/>
            <p:nvPr/>
          </p:nvSpPr>
          <p:spPr>
            <a:xfrm>
              <a:off x="358751" y="1200863"/>
              <a:ext cx="356416" cy="356416"/>
            </a:xfrm>
            <a:custGeom>
              <a:rect b="b" l="l" r="r" t="t"/>
              <a:pathLst>
                <a:path extrusionOk="0" fill="none" h="6520" w="6520">
                  <a:moveTo>
                    <a:pt x="5362" y="1158"/>
                  </a:moveTo>
                  <a:cubicBezTo>
                    <a:pt x="6519" y="2315"/>
                    <a:pt x="6519" y="4186"/>
                    <a:pt x="5362" y="5343"/>
                  </a:cubicBezTo>
                  <a:cubicBezTo>
                    <a:pt x="4186" y="6519"/>
                    <a:pt x="2315" y="6519"/>
                    <a:pt x="1157" y="5343"/>
                  </a:cubicBezTo>
                  <a:cubicBezTo>
                    <a:pt x="0" y="4186"/>
                    <a:pt x="0" y="2315"/>
                    <a:pt x="1157" y="1158"/>
                  </a:cubicBezTo>
                  <a:cubicBezTo>
                    <a:pt x="2315" y="0"/>
                    <a:pt x="4186" y="0"/>
                    <a:pt x="5362" y="1158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">
  <p:cSld name="CUSTOM_2_1">
    <p:spTree>
      <p:nvGrpSpPr>
        <p:cNvPr id="1999" name="Shape 19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00" name="Google Shape;2000;p41"/>
          <p:cNvPicPr preferRelativeResize="0"/>
          <p:nvPr/>
        </p:nvPicPr>
        <p:blipFill rotWithShape="1">
          <a:blip r:embed="rId2">
            <a:alphaModFix amt="60000"/>
          </a:blip>
          <a:srcRect b="10" l="0" r="0" t="10"/>
          <a:stretch/>
        </p:blipFill>
        <p:spPr>
          <a:xfrm flipH="1" rot="10800000">
            <a:off x="0" y="1"/>
            <a:ext cx="9144002" cy="5143499"/>
          </a:xfrm>
          <a:prstGeom prst="rect">
            <a:avLst/>
          </a:prstGeom>
          <a:noFill/>
          <a:ln>
            <a:noFill/>
          </a:ln>
        </p:spPr>
      </p:pic>
      <p:sp>
        <p:nvSpPr>
          <p:cNvPr id="2001" name="Google Shape;2001;p41"/>
          <p:cNvSpPr txBox="1"/>
          <p:nvPr>
            <p:ph type="title"/>
          </p:nvPr>
        </p:nvSpPr>
        <p:spPr>
          <a:xfrm>
            <a:off x="2185650" y="3095408"/>
            <a:ext cx="4772700" cy="4731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900"/>
              <a:buNone/>
              <a:defRPr sz="2100">
                <a:solidFill>
                  <a:schemeClr val="dk2"/>
                </a:solidFill>
                <a:latin typeface="Aldrich"/>
                <a:ea typeface="Aldrich"/>
                <a:cs typeface="Aldrich"/>
                <a:sym typeface="Aldrich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9pPr>
          </a:lstStyle>
          <a:p/>
        </p:txBody>
      </p:sp>
      <p:sp>
        <p:nvSpPr>
          <p:cNvPr id="2002" name="Google Shape;2002;p41"/>
          <p:cNvSpPr txBox="1"/>
          <p:nvPr>
            <p:ph idx="1" type="subTitle"/>
          </p:nvPr>
        </p:nvSpPr>
        <p:spPr>
          <a:xfrm>
            <a:off x="1226850" y="1453218"/>
            <a:ext cx="6690300" cy="157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000">
                <a:solidFill>
                  <a:schemeClr val="lt1"/>
                </a:solidFill>
                <a:latin typeface="Bai Jamjuree"/>
                <a:ea typeface="Bai Jamjuree"/>
                <a:cs typeface="Bai Jamjuree"/>
                <a:sym typeface="Bai Jamjure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2003" name="Google Shape;2003;p41"/>
          <p:cNvGrpSpPr/>
          <p:nvPr/>
        </p:nvGrpSpPr>
        <p:grpSpPr>
          <a:xfrm flipH="1" rot="-5400000">
            <a:off x="3352827" y="574632"/>
            <a:ext cx="289170" cy="284718"/>
            <a:chOff x="426000" y="3302025"/>
            <a:chExt cx="220875" cy="217475"/>
          </a:xfrm>
        </p:grpSpPr>
        <p:sp>
          <p:nvSpPr>
            <p:cNvPr id="2004" name="Google Shape;2004;p41"/>
            <p:cNvSpPr/>
            <p:nvPr/>
          </p:nvSpPr>
          <p:spPr>
            <a:xfrm>
              <a:off x="426000" y="3425950"/>
              <a:ext cx="214125" cy="93550"/>
            </a:xfrm>
            <a:custGeom>
              <a:rect b="b" l="l" r="r" t="t"/>
              <a:pathLst>
                <a:path extrusionOk="0" h="3742" w="8565">
                  <a:moveTo>
                    <a:pt x="1" y="0"/>
                  </a:moveTo>
                  <a:cubicBezTo>
                    <a:pt x="290" y="2141"/>
                    <a:pt x="2122" y="3742"/>
                    <a:pt x="4283" y="3742"/>
                  </a:cubicBezTo>
                  <a:cubicBezTo>
                    <a:pt x="6443" y="3742"/>
                    <a:pt x="8275" y="2141"/>
                    <a:pt x="856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05" name="Google Shape;2005;p41"/>
            <p:cNvSpPr/>
            <p:nvPr/>
          </p:nvSpPr>
          <p:spPr>
            <a:xfrm>
              <a:off x="432750" y="3302025"/>
              <a:ext cx="214125" cy="94050"/>
            </a:xfrm>
            <a:custGeom>
              <a:rect b="b" l="l" r="r" t="t"/>
              <a:pathLst>
                <a:path extrusionOk="0" h="3762" w="8565">
                  <a:moveTo>
                    <a:pt x="1" y="0"/>
                  </a:moveTo>
                  <a:cubicBezTo>
                    <a:pt x="271" y="2141"/>
                    <a:pt x="2103" y="3761"/>
                    <a:pt x="4283" y="3761"/>
                  </a:cubicBezTo>
                  <a:cubicBezTo>
                    <a:pt x="6443" y="3761"/>
                    <a:pt x="8275" y="2141"/>
                    <a:pt x="856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006" name="Google Shape;2006;p41"/>
          <p:cNvGrpSpPr/>
          <p:nvPr/>
        </p:nvGrpSpPr>
        <p:grpSpPr>
          <a:xfrm flipH="1" rot="-5400000">
            <a:off x="1014983" y="238830"/>
            <a:ext cx="357454" cy="956304"/>
            <a:chOff x="357713" y="600975"/>
            <a:chExt cx="357454" cy="956304"/>
          </a:xfrm>
        </p:grpSpPr>
        <p:sp>
          <p:nvSpPr>
            <p:cNvPr id="2007" name="Google Shape;2007;p41"/>
            <p:cNvSpPr/>
            <p:nvPr/>
          </p:nvSpPr>
          <p:spPr>
            <a:xfrm>
              <a:off x="357713" y="600975"/>
              <a:ext cx="357454" cy="357454"/>
            </a:xfrm>
            <a:custGeom>
              <a:rect b="b" l="l" r="r" t="t"/>
              <a:pathLst>
                <a:path extrusionOk="0" fill="none" h="6539" w="6539">
                  <a:moveTo>
                    <a:pt x="3954" y="367"/>
                  </a:moveTo>
                  <a:cubicBezTo>
                    <a:pt x="5535" y="752"/>
                    <a:pt x="6538" y="2353"/>
                    <a:pt x="6152" y="3954"/>
                  </a:cubicBezTo>
                  <a:cubicBezTo>
                    <a:pt x="5767" y="5535"/>
                    <a:pt x="4166" y="6538"/>
                    <a:pt x="2584" y="6153"/>
                  </a:cubicBezTo>
                  <a:cubicBezTo>
                    <a:pt x="984" y="5767"/>
                    <a:pt x="0" y="4166"/>
                    <a:pt x="366" y="2585"/>
                  </a:cubicBezTo>
                  <a:cubicBezTo>
                    <a:pt x="752" y="984"/>
                    <a:pt x="2353" y="0"/>
                    <a:pt x="3954" y="367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08" name="Google Shape;2008;p41"/>
            <p:cNvSpPr/>
            <p:nvPr/>
          </p:nvSpPr>
          <p:spPr>
            <a:xfrm>
              <a:off x="374549" y="819196"/>
              <a:ext cx="324765" cy="324765"/>
            </a:xfrm>
            <a:custGeom>
              <a:rect b="b" l="l" r="r" t="t"/>
              <a:pathLst>
                <a:path extrusionOk="0" fill="none" h="5941" w="5941">
                  <a:moveTo>
                    <a:pt x="5941" y="2971"/>
                  </a:moveTo>
                  <a:cubicBezTo>
                    <a:pt x="5941" y="4610"/>
                    <a:pt x="4610" y="5941"/>
                    <a:pt x="2971" y="5941"/>
                  </a:cubicBezTo>
                  <a:cubicBezTo>
                    <a:pt x="1331" y="5941"/>
                    <a:pt x="1" y="4610"/>
                    <a:pt x="1" y="2971"/>
                  </a:cubicBezTo>
                  <a:cubicBezTo>
                    <a:pt x="1" y="1331"/>
                    <a:pt x="1331" y="1"/>
                    <a:pt x="2971" y="1"/>
                  </a:cubicBezTo>
                  <a:cubicBezTo>
                    <a:pt x="4610" y="1"/>
                    <a:pt x="5941" y="1331"/>
                    <a:pt x="5941" y="2971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09" name="Google Shape;2009;p41"/>
            <p:cNvSpPr/>
            <p:nvPr/>
          </p:nvSpPr>
          <p:spPr>
            <a:xfrm>
              <a:off x="357713" y="997347"/>
              <a:ext cx="357454" cy="357509"/>
            </a:xfrm>
            <a:custGeom>
              <a:rect b="b" l="l" r="r" t="t"/>
              <a:pathLst>
                <a:path extrusionOk="0" fill="none" h="6540" w="6539">
                  <a:moveTo>
                    <a:pt x="3954" y="387"/>
                  </a:moveTo>
                  <a:cubicBezTo>
                    <a:pt x="5555" y="753"/>
                    <a:pt x="6538" y="2354"/>
                    <a:pt x="6152" y="3955"/>
                  </a:cubicBezTo>
                  <a:cubicBezTo>
                    <a:pt x="5767" y="5556"/>
                    <a:pt x="4166" y="6539"/>
                    <a:pt x="2584" y="6153"/>
                  </a:cubicBezTo>
                  <a:cubicBezTo>
                    <a:pt x="984" y="5787"/>
                    <a:pt x="0" y="4186"/>
                    <a:pt x="366" y="2585"/>
                  </a:cubicBezTo>
                  <a:cubicBezTo>
                    <a:pt x="752" y="985"/>
                    <a:pt x="2353" y="1"/>
                    <a:pt x="3954" y="387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10" name="Google Shape;2010;p41"/>
            <p:cNvSpPr/>
            <p:nvPr/>
          </p:nvSpPr>
          <p:spPr>
            <a:xfrm>
              <a:off x="358751" y="1200863"/>
              <a:ext cx="356416" cy="356416"/>
            </a:xfrm>
            <a:custGeom>
              <a:rect b="b" l="l" r="r" t="t"/>
              <a:pathLst>
                <a:path extrusionOk="0" fill="none" h="6520" w="6520">
                  <a:moveTo>
                    <a:pt x="5362" y="1158"/>
                  </a:moveTo>
                  <a:cubicBezTo>
                    <a:pt x="6519" y="2315"/>
                    <a:pt x="6519" y="4186"/>
                    <a:pt x="5362" y="5343"/>
                  </a:cubicBezTo>
                  <a:cubicBezTo>
                    <a:pt x="4186" y="6519"/>
                    <a:pt x="2315" y="6519"/>
                    <a:pt x="1157" y="5343"/>
                  </a:cubicBezTo>
                  <a:cubicBezTo>
                    <a:pt x="0" y="4186"/>
                    <a:pt x="0" y="2315"/>
                    <a:pt x="1157" y="1158"/>
                  </a:cubicBezTo>
                  <a:cubicBezTo>
                    <a:pt x="2315" y="0"/>
                    <a:pt x="4186" y="0"/>
                    <a:pt x="5362" y="1158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011" name="Google Shape;2011;p41"/>
          <p:cNvGrpSpPr/>
          <p:nvPr/>
        </p:nvGrpSpPr>
        <p:grpSpPr>
          <a:xfrm>
            <a:off x="7917151" y="2136847"/>
            <a:ext cx="2019176" cy="2019176"/>
            <a:chOff x="1943325" y="-220375"/>
            <a:chExt cx="1298672" cy="1298672"/>
          </a:xfrm>
        </p:grpSpPr>
        <p:sp>
          <p:nvSpPr>
            <p:cNvPr id="2012" name="Google Shape;2012;p41"/>
            <p:cNvSpPr/>
            <p:nvPr/>
          </p:nvSpPr>
          <p:spPr>
            <a:xfrm>
              <a:off x="2582255" y="-220375"/>
              <a:ext cx="49" cy="460871"/>
            </a:xfrm>
            <a:custGeom>
              <a:rect b="b" l="l" r="r" t="t"/>
              <a:pathLst>
                <a:path extrusionOk="0" fill="none" h="9432" w="1">
                  <a:moveTo>
                    <a:pt x="0" y="0"/>
                  </a:moveTo>
                  <a:lnTo>
                    <a:pt x="0" y="9431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2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13" name="Google Shape;2013;p41"/>
            <p:cNvSpPr/>
            <p:nvPr/>
          </p:nvSpPr>
          <p:spPr>
            <a:xfrm>
              <a:off x="2414509" y="-195895"/>
              <a:ext cx="118785" cy="444844"/>
            </a:xfrm>
            <a:custGeom>
              <a:rect b="b" l="l" r="r" t="t"/>
              <a:pathLst>
                <a:path extrusionOk="0" fill="none" h="9104" w="2431">
                  <a:moveTo>
                    <a:pt x="0" y="1"/>
                  </a:moveTo>
                  <a:lnTo>
                    <a:pt x="2431" y="9104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2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14" name="Google Shape;2014;p41"/>
            <p:cNvSpPr/>
            <p:nvPr/>
          </p:nvSpPr>
          <p:spPr>
            <a:xfrm>
              <a:off x="2259027" y="-128024"/>
              <a:ext cx="229996" cy="398669"/>
            </a:xfrm>
            <a:custGeom>
              <a:rect b="b" l="l" r="r" t="t"/>
              <a:pathLst>
                <a:path extrusionOk="0" fill="none" h="8159" w="4707">
                  <a:moveTo>
                    <a:pt x="0" y="0"/>
                  </a:moveTo>
                  <a:lnTo>
                    <a:pt x="4706" y="8158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2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15" name="Google Shape;2015;p41"/>
            <p:cNvSpPr/>
            <p:nvPr/>
          </p:nvSpPr>
          <p:spPr>
            <a:xfrm>
              <a:off x="2126121" y="-22481"/>
              <a:ext cx="325180" cy="325180"/>
            </a:xfrm>
            <a:custGeom>
              <a:rect b="b" l="l" r="r" t="t"/>
              <a:pathLst>
                <a:path extrusionOk="0" fill="none" h="6655" w="6655">
                  <a:moveTo>
                    <a:pt x="1" y="0"/>
                  </a:moveTo>
                  <a:lnTo>
                    <a:pt x="6655" y="6654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2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16" name="Google Shape;2016;p41"/>
            <p:cNvSpPr/>
            <p:nvPr/>
          </p:nvSpPr>
          <p:spPr>
            <a:xfrm>
              <a:off x="2025317" y="113211"/>
              <a:ext cx="398669" cy="230924"/>
            </a:xfrm>
            <a:custGeom>
              <a:rect b="b" l="l" r="r" t="t"/>
              <a:pathLst>
                <a:path extrusionOk="0" fill="none" h="4726" w="8159">
                  <a:moveTo>
                    <a:pt x="0" y="1"/>
                  </a:moveTo>
                  <a:lnTo>
                    <a:pt x="8158" y="4726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2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17" name="Google Shape;2017;p41"/>
            <p:cNvSpPr/>
            <p:nvPr/>
          </p:nvSpPr>
          <p:spPr>
            <a:xfrm>
              <a:off x="1963114" y="270598"/>
              <a:ext cx="444844" cy="119713"/>
            </a:xfrm>
            <a:custGeom>
              <a:rect b="b" l="l" r="r" t="t"/>
              <a:pathLst>
                <a:path extrusionOk="0" fill="none" h="2450" w="9104">
                  <a:moveTo>
                    <a:pt x="0" y="0"/>
                  </a:moveTo>
                  <a:lnTo>
                    <a:pt x="9103" y="24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2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18" name="Google Shape;2018;p41"/>
            <p:cNvSpPr/>
            <p:nvPr/>
          </p:nvSpPr>
          <p:spPr>
            <a:xfrm>
              <a:off x="1943325" y="439273"/>
              <a:ext cx="460871" cy="49"/>
            </a:xfrm>
            <a:custGeom>
              <a:rect b="b" l="l" r="r" t="t"/>
              <a:pathLst>
                <a:path extrusionOk="0" fill="none" h="1" w="9432">
                  <a:moveTo>
                    <a:pt x="0" y="1"/>
                  </a:moveTo>
                  <a:lnTo>
                    <a:pt x="9431" y="1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2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19" name="Google Shape;2019;p41"/>
            <p:cNvSpPr/>
            <p:nvPr/>
          </p:nvSpPr>
          <p:spPr>
            <a:xfrm>
              <a:off x="1967805" y="487354"/>
              <a:ext cx="445821" cy="119713"/>
            </a:xfrm>
            <a:custGeom>
              <a:rect b="b" l="l" r="r" t="t"/>
              <a:pathLst>
                <a:path extrusionOk="0" fill="none" h="2450" w="9124">
                  <a:moveTo>
                    <a:pt x="1" y="2450"/>
                  </a:moveTo>
                  <a:lnTo>
                    <a:pt x="9123" y="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2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20" name="Google Shape;2020;p41"/>
            <p:cNvSpPr/>
            <p:nvPr/>
          </p:nvSpPr>
          <p:spPr>
            <a:xfrm>
              <a:off x="2035676" y="532600"/>
              <a:ext cx="398669" cy="229996"/>
            </a:xfrm>
            <a:custGeom>
              <a:rect b="b" l="l" r="r" t="t"/>
              <a:pathLst>
                <a:path extrusionOk="0" fill="none" h="4707" w="8159">
                  <a:moveTo>
                    <a:pt x="0" y="4706"/>
                  </a:moveTo>
                  <a:lnTo>
                    <a:pt x="8158" y="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2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21" name="Google Shape;2021;p41"/>
            <p:cNvSpPr/>
            <p:nvPr/>
          </p:nvSpPr>
          <p:spPr>
            <a:xfrm>
              <a:off x="2141219" y="569345"/>
              <a:ext cx="326108" cy="326108"/>
            </a:xfrm>
            <a:custGeom>
              <a:rect b="b" l="l" r="r" t="t"/>
              <a:pathLst>
                <a:path extrusionOk="0" fill="none" h="6674" w="6674">
                  <a:moveTo>
                    <a:pt x="0" y="6674"/>
                  </a:moveTo>
                  <a:lnTo>
                    <a:pt x="6673" y="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2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22" name="Google Shape;2022;p41"/>
            <p:cNvSpPr/>
            <p:nvPr/>
          </p:nvSpPr>
          <p:spPr>
            <a:xfrm>
              <a:off x="2277840" y="597588"/>
              <a:ext cx="229996" cy="398718"/>
            </a:xfrm>
            <a:custGeom>
              <a:rect b="b" l="l" r="r" t="t"/>
              <a:pathLst>
                <a:path extrusionOk="0" fill="none" h="8160" w="4707">
                  <a:moveTo>
                    <a:pt x="1" y="8159"/>
                  </a:moveTo>
                  <a:lnTo>
                    <a:pt x="4707" y="1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2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23" name="Google Shape;2023;p41"/>
            <p:cNvSpPr/>
            <p:nvPr/>
          </p:nvSpPr>
          <p:spPr>
            <a:xfrm>
              <a:off x="2435227" y="613615"/>
              <a:ext cx="118785" cy="444893"/>
            </a:xfrm>
            <a:custGeom>
              <a:rect b="b" l="l" r="r" t="t"/>
              <a:pathLst>
                <a:path extrusionOk="0" fill="none" h="9105" w="2431">
                  <a:moveTo>
                    <a:pt x="1" y="9104"/>
                  </a:moveTo>
                  <a:lnTo>
                    <a:pt x="2431" y="1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2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24" name="Google Shape;2024;p41"/>
            <p:cNvSpPr/>
            <p:nvPr/>
          </p:nvSpPr>
          <p:spPr>
            <a:xfrm>
              <a:off x="2602973" y="617377"/>
              <a:ext cx="49" cy="460920"/>
            </a:xfrm>
            <a:custGeom>
              <a:rect b="b" l="l" r="r" t="t"/>
              <a:pathLst>
                <a:path extrusionOk="0" fill="none" h="9433" w="1">
                  <a:moveTo>
                    <a:pt x="1" y="9432"/>
                  </a:moveTo>
                  <a:lnTo>
                    <a:pt x="1" y="1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2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25" name="Google Shape;2025;p41"/>
            <p:cNvSpPr/>
            <p:nvPr/>
          </p:nvSpPr>
          <p:spPr>
            <a:xfrm>
              <a:off x="2651982" y="607996"/>
              <a:ext cx="118785" cy="444844"/>
            </a:xfrm>
            <a:custGeom>
              <a:rect b="b" l="l" r="r" t="t"/>
              <a:pathLst>
                <a:path extrusionOk="0" fill="none" h="9104" w="2431">
                  <a:moveTo>
                    <a:pt x="2431" y="9103"/>
                  </a:moveTo>
                  <a:lnTo>
                    <a:pt x="1" y="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2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26" name="Google Shape;2026;p41"/>
            <p:cNvSpPr/>
            <p:nvPr/>
          </p:nvSpPr>
          <p:spPr>
            <a:xfrm>
              <a:off x="2696300" y="586301"/>
              <a:ext cx="229996" cy="398669"/>
            </a:xfrm>
            <a:custGeom>
              <a:rect b="b" l="l" r="r" t="t"/>
              <a:pathLst>
                <a:path extrusionOk="0" fill="none" h="8159" w="4707">
                  <a:moveTo>
                    <a:pt x="4706" y="8159"/>
                  </a:moveTo>
                  <a:lnTo>
                    <a:pt x="0" y="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2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27" name="Google Shape;2027;p41"/>
            <p:cNvSpPr/>
            <p:nvPr/>
          </p:nvSpPr>
          <p:spPr>
            <a:xfrm>
              <a:off x="2733974" y="554247"/>
              <a:ext cx="325180" cy="326108"/>
            </a:xfrm>
            <a:custGeom>
              <a:rect b="b" l="l" r="r" t="t"/>
              <a:pathLst>
                <a:path extrusionOk="0" fill="none" h="6674" w="6655">
                  <a:moveTo>
                    <a:pt x="6655" y="6674"/>
                  </a:moveTo>
                  <a:lnTo>
                    <a:pt x="1" y="1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2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28" name="Google Shape;2028;p41"/>
            <p:cNvSpPr/>
            <p:nvPr/>
          </p:nvSpPr>
          <p:spPr>
            <a:xfrm>
              <a:off x="2761288" y="513739"/>
              <a:ext cx="398718" cy="229996"/>
            </a:xfrm>
            <a:custGeom>
              <a:rect b="b" l="l" r="r" t="t"/>
              <a:pathLst>
                <a:path extrusionOk="0" fill="none" h="4707" w="8160">
                  <a:moveTo>
                    <a:pt x="8159" y="4706"/>
                  </a:moveTo>
                  <a:lnTo>
                    <a:pt x="1" y="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2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29" name="Google Shape;2029;p41"/>
            <p:cNvSpPr/>
            <p:nvPr/>
          </p:nvSpPr>
          <p:spPr>
            <a:xfrm>
              <a:off x="2777315" y="466636"/>
              <a:ext cx="444893" cy="119713"/>
            </a:xfrm>
            <a:custGeom>
              <a:rect b="b" l="l" r="r" t="t"/>
              <a:pathLst>
                <a:path extrusionOk="0" fill="none" h="2450" w="9105">
                  <a:moveTo>
                    <a:pt x="9104" y="2449"/>
                  </a:moveTo>
                  <a:lnTo>
                    <a:pt x="1" y="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2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30" name="Google Shape;2030;p41"/>
            <p:cNvSpPr/>
            <p:nvPr/>
          </p:nvSpPr>
          <p:spPr>
            <a:xfrm>
              <a:off x="2781077" y="417626"/>
              <a:ext cx="460920" cy="49"/>
            </a:xfrm>
            <a:custGeom>
              <a:rect b="b" l="l" r="r" t="t"/>
              <a:pathLst>
                <a:path extrusionOk="0" fill="none" h="1" w="9433">
                  <a:moveTo>
                    <a:pt x="9432" y="0"/>
                  </a:moveTo>
                  <a:lnTo>
                    <a:pt x="1" y="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2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31" name="Google Shape;2031;p41"/>
            <p:cNvSpPr/>
            <p:nvPr/>
          </p:nvSpPr>
          <p:spPr>
            <a:xfrm>
              <a:off x="2771696" y="249880"/>
              <a:ext cx="444844" cy="119713"/>
            </a:xfrm>
            <a:custGeom>
              <a:rect b="b" l="l" r="r" t="t"/>
              <a:pathLst>
                <a:path extrusionOk="0" fill="none" h="2450" w="9104">
                  <a:moveTo>
                    <a:pt x="9103" y="0"/>
                  </a:moveTo>
                  <a:lnTo>
                    <a:pt x="0" y="24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2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32" name="Google Shape;2032;p41"/>
            <p:cNvSpPr/>
            <p:nvPr/>
          </p:nvSpPr>
          <p:spPr>
            <a:xfrm>
              <a:off x="2750929" y="94350"/>
              <a:ext cx="398718" cy="230973"/>
            </a:xfrm>
            <a:custGeom>
              <a:rect b="b" l="l" r="r" t="t"/>
              <a:pathLst>
                <a:path extrusionOk="0" fill="none" h="4727" w="8160">
                  <a:moveTo>
                    <a:pt x="8159" y="1"/>
                  </a:moveTo>
                  <a:lnTo>
                    <a:pt x="1" y="4726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2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33" name="Google Shape;2033;p41"/>
            <p:cNvSpPr/>
            <p:nvPr/>
          </p:nvSpPr>
          <p:spPr>
            <a:xfrm>
              <a:off x="2717947" y="-38508"/>
              <a:ext cx="326108" cy="326108"/>
            </a:xfrm>
            <a:custGeom>
              <a:rect b="b" l="l" r="r" t="t"/>
              <a:pathLst>
                <a:path extrusionOk="0" fill="none" h="6674" w="6674">
                  <a:moveTo>
                    <a:pt x="6674" y="0"/>
                  </a:moveTo>
                  <a:lnTo>
                    <a:pt x="1" y="6674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2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34" name="Google Shape;2034;p41"/>
            <p:cNvSpPr/>
            <p:nvPr/>
          </p:nvSpPr>
          <p:spPr>
            <a:xfrm>
              <a:off x="2677439" y="-139361"/>
              <a:ext cx="229996" cy="399646"/>
            </a:xfrm>
            <a:custGeom>
              <a:rect b="b" l="l" r="r" t="t"/>
              <a:pathLst>
                <a:path extrusionOk="0" fill="none" h="8179" w="4707">
                  <a:moveTo>
                    <a:pt x="4706" y="1"/>
                  </a:moveTo>
                  <a:lnTo>
                    <a:pt x="0" y="8178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2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35" name="Google Shape;2035;p41"/>
            <p:cNvSpPr/>
            <p:nvPr/>
          </p:nvSpPr>
          <p:spPr>
            <a:xfrm>
              <a:off x="2631264" y="-201563"/>
              <a:ext cx="118785" cy="444893"/>
            </a:xfrm>
            <a:custGeom>
              <a:rect b="b" l="l" r="r" t="t"/>
              <a:pathLst>
                <a:path extrusionOk="0" fill="none" h="9105" w="2431">
                  <a:moveTo>
                    <a:pt x="2430" y="1"/>
                  </a:moveTo>
                  <a:lnTo>
                    <a:pt x="0" y="9104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2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36" name="Google Shape;2036;p41"/>
            <p:cNvSpPr/>
            <p:nvPr/>
          </p:nvSpPr>
          <p:spPr>
            <a:xfrm>
              <a:off x="2607712" y="-215684"/>
              <a:ext cx="62251" cy="456180"/>
            </a:xfrm>
            <a:custGeom>
              <a:rect b="b" l="l" r="r" t="t"/>
              <a:pathLst>
                <a:path extrusionOk="0" fill="none" h="9336" w="1274">
                  <a:moveTo>
                    <a:pt x="1273" y="0"/>
                  </a:moveTo>
                  <a:lnTo>
                    <a:pt x="0" y="9335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2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37" name="Google Shape;2037;p41"/>
            <p:cNvSpPr/>
            <p:nvPr/>
          </p:nvSpPr>
          <p:spPr>
            <a:xfrm>
              <a:off x="2500263" y="-213779"/>
              <a:ext cx="57511" cy="457109"/>
            </a:xfrm>
            <a:custGeom>
              <a:rect b="b" l="l" r="r" t="t"/>
              <a:pathLst>
                <a:path extrusionOk="0" fill="none" h="9355" w="1177">
                  <a:moveTo>
                    <a:pt x="1" y="0"/>
                  </a:moveTo>
                  <a:lnTo>
                    <a:pt x="1177" y="9354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2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38" name="Google Shape;2038;p41"/>
            <p:cNvSpPr/>
            <p:nvPr/>
          </p:nvSpPr>
          <p:spPr>
            <a:xfrm>
              <a:off x="2337208" y="-168580"/>
              <a:ext cx="174390" cy="426961"/>
            </a:xfrm>
            <a:custGeom>
              <a:rect b="b" l="l" r="r" t="t"/>
              <a:pathLst>
                <a:path extrusionOk="0" fill="none" h="8738" w="3569">
                  <a:moveTo>
                    <a:pt x="1" y="1"/>
                  </a:moveTo>
                  <a:lnTo>
                    <a:pt x="3569" y="8738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2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39" name="Google Shape;2039;p41"/>
            <p:cNvSpPr/>
            <p:nvPr/>
          </p:nvSpPr>
          <p:spPr>
            <a:xfrm>
              <a:off x="2191157" y="-81849"/>
              <a:ext cx="279005" cy="366615"/>
            </a:xfrm>
            <a:custGeom>
              <a:rect b="b" l="l" r="r" t="t"/>
              <a:pathLst>
                <a:path extrusionOk="0" fill="none" h="7503" w="5710">
                  <a:moveTo>
                    <a:pt x="0" y="0"/>
                  </a:moveTo>
                  <a:lnTo>
                    <a:pt x="5709" y="7503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2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40" name="Google Shape;2040;p41"/>
            <p:cNvSpPr/>
            <p:nvPr/>
          </p:nvSpPr>
          <p:spPr>
            <a:xfrm>
              <a:off x="2072420" y="39722"/>
              <a:ext cx="364759" cy="281790"/>
            </a:xfrm>
            <a:custGeom>
              <a:rect b="b" l="l" r="r" t="t"/>
              <a:pathLst>
                <a:path extrusionOk="0" fill="none" h="5767" w="7465">
                  <a:moveTo>
                    <a:pt x="0" y="0"/>
                  </a:moveTo>
                  <a:lnTo>
                    <a:pt x="7464" y="5767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2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41" name="Google Shape;2041;p41"/>
            <p:cNvSpPr/>
            <p:nvPr/>
          </p:nvSpPr>
          <p:spPr>
            <a:xfrm>
              <a:off x="1989500" y="187678"/>
              <a:ext cx="425055" cy="178153"/>
            </a:xfrm>
            <a:custGeom>
              <a:rect b="b" l="l" r="r" t="t"/>
              <a:pathLst>
                <a:path extrusionOk="0" fill="none" h="3646" w="8699">
                  <a:moveTo>
                    <a:pt x="0" y="0"/>
                  </a:moveTo>
                  <a:lnTo>
                    <a:pt x="8698" y="3645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2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42" name="Google Shape;2042;p41"/>
            <p:cNvSpPr/>
            <p:nvPr/>
          </p:nvSpPr>
          <p:spPr>
            <a:xfrm>
              <a:off x="1948016" y="351662"/>
              <a:ext cx="456180" cy="62251"/>
            </a:xfrm>
            <a:custGeom>
              <a:rect b="b" l="l" r="r" t="t"/>
              <a:pathLst>
                <a:path extrusionOk="0" fill="none" h="1274" w="9336">
                  <a:moveTo>
                    <a:pt x="1" y="0"/>
                  </a:moveTo>
                  <a:lnTo>
                    <a:pt x="9335" y="1273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2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43" name="Google Shape;2043;p41"/>
            <p:cNvSpPr/>
            <p:nvPr/>
          </p:nvSpPr>
          <p:spPr>
            <a:xfrm>
              <a:off x="1949921" y="462824"/>
              <a:ext cx="457109" cy="58488"/>
            </a:xfrm>
            <a:custGeom>
              <a:rect b="b" l="l" r="r" t="t"/>
              <a:pathLst>
                <a:path extrusionOk="0" fill="none" h="1197" w="9355">
                  <a:moveTo>
                    <a:pt x="0" y="1197"/>
                  </a:moveTo>
                  <a:lnTo>
                    <a:pt x="9354" y="1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2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44" name="Google Shape;2044;p41"/>
            <p:cNvSpPr/>
            <p:nvPr/>
          </p:nvSpPr>
          <p:spPr>
            <a:xfrm>
              <a:off x="1996097" y="509977"/>
              <a:ext cx="425983" cy="174390"/>
            </a:xfrm>
            <a:custGeom>
              <a:rect b="b" l="l" r="r" t="t"/>
              <a:pathLst>
                <a:path extrusionOk="0" fill="none" h="3569" w="8718">
                  <a:moveTo>
                    <a:pt x="0" y="3568"/>
                  </a:moveTo>
                  <a:lnTo>
                    <a:pt x="8718" y="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2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45" name="Google Shape;2045;p41"/>
            <p:cNvSpPr/>
            <p:nvPr/>
          </p:nvSpPr>
          <p:spPr>
            <a:xfrm>
              <a:off x="2081851" y="551413"/>
              <a:ext cx="367593" cy="279005"/>
            </a:xfrm>
            <a:custGeom>
              <a:rect b="b" l="l" r="r" t="t"/>
              <a:pathLst>
                <a:path extrusionOk="0" fill="none" h="5710" w="7523">
                  <a:moveTo>
                    <a:pt x="0" y="5710"/>
                  </a:moveTo>
                  <a:lnTo>
                    <a:pt x="7522" y="1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2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46" name="Google Shape;2046;p41"/>
            <p:cNvSpPr/>
            <p:nvPr/>
          </p:nvSpPr>
          <p:spPr>
            <a:xfrm>
              <a:off x="2203422" y="584395"/>
              <a:ext cx="281790" cy="363830"/>
            </a:xfrm>
            <a:custGeom>
              <a:rect b="b" l="l" r="r" t="t"/>
              <a:pathLst>
                <a:path extrusionOk="0" fill="none" h="7446" w="5767">
                  <a:moveTo>
                    <a:pt x="0" y="7446"/>
                  </a:moveTo>
                  <a:lnTo>
                    <a:pt x="5767" y="1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2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47" name="Google Shape;2047;p41"/>
            <p:cNvSpPr/>
            <p:nvPr/>
          </p:nvSpPr>
          <p:spPr>
            <a:xfrm>
              <a:off x="2351378" y="607018"/>
              <a:ext cx="178153" cy="424126"/>
            </a:xfrm>
            <a:custGeom>
              <a:rect b="b" l="l" r="r" t="t"/>
              <a:pathLst>
                <a:path extrusionOk="0" fill="none" h="8680" w="3646">
                  <a:moveTo>
                    <a:pt x="0" y="8680"/>
                  </a:moveTo>
                  <a:lnTo>
                    <a:pt x="3645" y="1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2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48" name="Google Shape;2048;p41"/>
            <p:cNvSpPr/>
            <p:nvPr/>
          </p:nvSpPr>
          <p:spPr>
            <a:xfrm>
              <a:off x="2515362" y="616449"/>
              <a:ext cx="62251" cy="457109"/>
            </a:xfrm>
            <a:custGeom>
              <a:rect b="b" l="l" r="r" t="t"/>
              <a:pathLst>
                <a:path extrusionOk="0" fill="none" h="9355" w="1274">
                  <a:moveTo>
                    <a:pt x="0" y="9355"/>
                  </a:moveTo>
                  <a:lnTo>
                    <a:pt x="1273" y="1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2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49" name="Google Shape;2049;p41"/>
            <p:cNvSpPr/>
            <p:nvPr/>
          </p:nvSpPr>
          <p:spPr>
            <a:xfrm>
              <a:off x="2626524" y="614592"/>
              <a:ext cx="58488" cy="457109"/>
            </a:xfrm>
            <a:custGeom>
              <a:rect b="b" l="l" r="r" t="t"/>
              <a:pathLst>
                <a:path extrusionOk="0" fill="none" h="9355" w="1197">
                  <a:moveTo>
                    <a:pt x="1197" y="9354"/>
                  </a:moveTo>
                  <a:lnTo>
                    <a:pt x="1" y="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2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50" name="Google Shape;2050;p41"/>
            <p:cNvSpPr/>
            <p:nvPr/>
          </p:nvSpPr>
          <p:spPr>
            <a:xfrm>
              <a:off x="2673677" y="598565"/>
              <a:ext cx="174390" cy="426961"/>
            </a:xfrm>
            <a:custGeom>
              <a:rect b="b" l="l" r="r" t="t"/>
              <a:pathLst>
                <a:path extrusionOk="0" fill="none" h="8738" w="3569">
                  <a:moveTo>
                    <a:pt x="3568" y="8737"/>
                  </a:moveTo>
                  <a:lnTo>
                    <a:pt x="0" y="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2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51" name="Google Shape;2051;p41"/>
            <p:cNvSpPr/>
            <p:nvPr/>
          </p:nvSpPr>
          <p:spPr>
            <a:xfrm>
              <a:off x="2715113" y="572179"/>
              <a:ext cx="279005" cy="366615"/>
            </a:xfrm>
            <a:custGeom>
              <a:rect b="b" l="l" r="r" t="t"/>
              <a:pathLst>
                <a:path extrusionOk="0" fill="none" h="7503" w="5710">
                  <a:moveTo>
                    <a:pt x="5710" y="7503"/>
                  </a:moveTo>
                  <a:lnTo>
                    <a:pt x="1" y="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2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52" name="Google Shape;2052;p41"/>
            <p:cNvSpPr/>
            <p:nvPr/>
          </p:nvSpPr>
          <p:spPr>
            <a:xfrm>
              <a:off x="2748095" y="535386"/>
              <a:ext cx="364759" cy="281839"/>
            </a:xfrm>
            <a:custGeom>
              <a:rect b="b" l="l" r="r" t="t"/>
              <a:pathLst>
                <a:path extrusionOk="0" fill="none" h="5768" w="7465">
                  <a:moveTo>
                    <a:pt x="7465" y="5768"/>
                  </a:moveTo>
                  <a:lnTo>
                    <a:pt x="1" y="1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2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53" name="Google Shape;2053;p41"/>
            <p:cNvSpPr/>
            <p:nvPr/>
          </p:nvSpPr>
          <p:spPr>
            <a:xfrm>
              <a:off x="2770718" y="491116"/>
              <a:ext cx="424126" cy="179081"/>
            </a:xfrm>
            <a:custGeom>
              <a:rect b="b" l="l" r="r" t="t"/>
              <a:pathLst>
                <a:path extrusionOk="0" fill="none" h="3665" w="8680">
                  <a:moveTo>
                    <a:pt x="8680" y="3665"/>
                  </a:moveTo>
                  <a:lnTo>
                    <a:pt x="1" y="1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2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54" name="Google Shape;2054;p41"/>
            <p:cNvSpPr/>
            <p:nvPr/>
          </p:nvSpPr>
          <p:spPr>
            <a:xfrm>
              <a:off x="2781077" y="443035"/>
              <a:ext cx="456180" cy="62251"/>
            </a:xfrm>
            <a:custGeom>
              <a:rect b="b" l="l" r="r" t="t"/>
              <a:pathLst>
                <a:path extrusionOk="0" fill="none" h="1274" w="9336">
                  <a:moveTo>
                    <a:pt x="9336" y="1274"/>
                  </a:moveTo>
                  <a:lnTo>
                    <a:pt x="1" y="1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2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55" name="Google Shape;2055;p41"/>
            <p:cNvSpPr/>
            <p:nvPr/>
          </p:nvSpPr>
          <p:spPr>
            <a:xfrm>
              <a:off x="2778292" y="335635"/>
              <a:ext cx="457109" cy="58440"/>
            </a:xfrm>
            <a:custGeom>
              <a:rect b="b" l="l" r="r" t="t"/>
              <a:pathLst>
                <a:path extrusionOk="0" fill="none" h="1196" w="9355">
                  <a:moveTo>
                    <a:pt x="9354" y="0"/>
                  </a:moveTo>
                  <a:lnTo>
                    <a:pt x="0" y="1196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2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56" name="Google Shape;2056;p41"/>
            <p:cNvSpPr/>
            <p:nvPr/>
          </p:nvSpPr>
          <p:spPr>
            <a:xfrm>
              <a:off x="2763194" y="172579"/>
              <a:ext cx="426032" cy="174390"/>
            </a:xfrm>
            <a:custGeom>
              <a:rect b="b" l="l" r="r" t="t"/>
              <a:pathLst>
                <a:path extrusionOk="0" fill="none" h="3569" w="8719">
                  <a:moveTo>
                    <a:pt x="8718" y="1"/>
                  </a:moveTo>
                  <a:lnTo>
                    <a:pt x="1" y="3569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2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57" name="Google Shape;2057;p41"/>
            <p:cNvSpPr/>
            <p:nvPr/>
          </p:nvSpPr>
          <p:spPr>
            <a:xfrm>
              <a:off x="2735879" y="27457"/>
              <a:ext cx="366615" cy="278076"/>
            </a:xfrm>
            <a:custGeom>
              <a:rect b="b" l="l" r="r" t="t"/>
              <a:pathLst>
                <a:path extrusionOk="0" fill="none" h="5691" w="7503">
                  <a:moveTo>
                    <a:pt x="7503" y="0"/>
                  </a:moveTo>
                  <a:lnTo>
                    <a:pt x="0" y="569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2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58" name="Google Shape;2058;p41"/>
            <p:cNvSpPr/>
            <p:nvPr/>
          </p:nvSpPr>
          <p:spPr>
            <a:xfrm>
              <a:off x="2699135" y="-91280"/>
              <a:ext cx="282767" cy="364759"/>
            </a:xfrm>
            <a:custGeom>
              <a:rect b="b" l="l" r="r" t="t"/>
              <a:pathLst>
                <a:path extrusionOk="0" fill="none" h="7465" w="5787">
                  <a:moveTo>
                    <a:pt x="5786" y="0"/>
                  </a:moveTo>
                  <a:lnTo>
                    <a:pt x="0" y="7464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2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59" name="Google Shape;2059;p41"/>
            <p:cNvSpPr/>
            <p:nvPr/>
          </p:nvSpPr>
          <p:spPr>
            <a:xfrm>
              <a:off x="2655744" y="-174200"/>
              <a:ext cx="178153" cy="425055"/>
            </a:xfrm>
            <a:custGeom>
              <a:rect b="b" l="l" r="r" t="t"/>
              <a:pathLst>
                <a:path extrusionOk="0" fill="none" h="8699" w="3646">
                  <a:moveTo>
                    <a:pt x="3646" y="0"/>
                  </a:moveTo>
                  <a:lnTo>
                    <a:pt x="1" y="8698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2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060" name="Google Shape;2060;p41"/>
          <p:cNvGrpSpPr/>
          <p:nvPr/>
        </p:nvGrpSpPr>
        <p:grpSpPr>
          <a:xfrm>
            <a:off x="1020340" y="4088183"/>
            <a:ext cx="1965289" cy="517060"/>
            <a:chOff x="3539975" y="3523525"/>
            <a:chExt cx="745925" cy="196250"/>
          </a:xfrm>
        </p:grpSpPr>
        <p:sp>
          <p:nvSpPr>
            <p:cNvPr id="2061" name="Google Shape;2061;p41"/>
            <p:cNvSpPr/>
            <p:nvPr/>
          </p:nvSpPr>
          <p:spPr>
            <a:xfrm>
              <a:off x="3539975" y="3523525"/>
              <a:ext cx="196250" cy="196250"/>
            </a:xfrm>
            <a:custGeom>
              <a:rect b="b" l="l" r="r" t="t"/>
              <a:pathLst>
                <a:path extrusionOk="0" fill="none" h="7850" w="785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62" name="Google Shape;2062;p41"/>
            <p:cNvSpPr/>
            <p:nvPr/>
          </p:nvSpPr>
          <p:spPr>
            <a:xfrm>
              <a:off x="3576625" y="3523525"/>
              <a:ext cx="196250" cy="196250"/>
            </a:xfrm>
            <a:custGeom>
              <a:rect b="b" l="l" r="r" t="t"/>
              <a:pathLst>
                <a:path extrusionOk="0" fill="none" h="7850" w="785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63" name="Google Shape;2063;p41"/>
            <p:cNvSpPr/>
            <p:nvPr/>
          </p:nvSpPr>
          <p:spPr>
            <a:xfrm>
              <a:off x="3613250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1" y="0"/>
                  </a:moveTo>
                  <a:lnTo>
                    <a:pt x="7851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64" name="Google Shape;2064;p41"/>
            <p:cNvSpPr/>
            <p:nvPr/>
          </p:nvSpPr>
          <p:spPr>
            <a:xfrm>
              <a:off x="3649900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1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65" name="Google Shape;2065;p41"/>
            <p:cNvSpPr/>
            <p:nvPr/>
          </p:nvSpPr>
          <p:spPr>
            <a:xfrm>
              <a:off x="3686550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66" name="Google Shape;2066;p41"/>
            <p:cNvSpPr/>
            <p:nvPr/>
          </p:nvSpPr>
          <p:spPr>
            <a:xfrm>
              <a:off x="3723200" y="3523525"/>
              <a:ext cx="196250" cy="196250"/>
            </a:xfrm>
            <a:custGeom>
              <a:rect b="b" l="l" r="r" t="t"/>
              <a:pathLst>
                <a:path extrusionOk="0" fill="none" h="7850" w="785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67" name="Google Shape;2067;p41"/>
            <p:cNvSpPr/>
            <p:nvPr/>
          </p:nvSpPr>
          <p:spPr>
            <a:xfrm>
              <a:off x="3759825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1" y="0"/>
                  </a:moveTo>
                  <a:lnTo>
                    <a:pt x="7851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68" name="Google Shape;2068;p41"/>
            <p:cNvSpPr/>
            <p:nvPr/>
          </p:nvSpPr>
          <p:spPr>
            <a:xfrm>
              <a:off x="3796475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1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69" name="Google Shape;2069;p41"/>
            <p:cNvSpPr/>
            <p:nvPr/>
          </p:nvSpPr>
          <p:spPr>
            <a:xfrm>
              <a:off x="3833125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1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70" name="Google Shape;2070;p41"/>
            <p:cNvSpPr/>
            <p:nvPr/>
          </p:nvSpPr>
          <p:spPr>
            <a:xfrm>
              <a:off x="3869775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71" name="Google Shape;2071;p41"/>
            <p:cNvSpPr/>
            <p:nvPr/>
          </p:nvSpPr>
          <p:spPr>
            <a:xfrm>
              <a:off x="3906425" y="3523525"/>
              <a:ext cx="196250" cy="196250"/>
            </a:xfrm>
            <a:custGeom>
              <a:rect b="b" l="l" r="r" t="t"/>
              <a:pathLst>
                <a:path extrusionOk="0" fill="none" h="7850" w="785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72" name="Google Shape;2072;p41"/>
            <p:cNvSpPr/>
            <p:nvPr/>
          </p:nvSpPr>
          <p:spPr>
            <a:xfrm>
              <a:off x="3943050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1" y="0"/>
                  </a:moveTo>
                  <a:lnTo>
                    <a:pt x="7851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73" name="Google Shape;2073;p41"/>
            <p:cNvSpPr/>
            <p:nvPr/>
          </p:nvSpPr>
          <p:spPr>
            <a:xfrm>
              <a:off x="3979700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1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74" name="Google Shape;2074;p41"/>
            <p:cNvSpPr/>
            <p:nvPr/>
          </p:nvSpPr>
          <p:spPr>
            <a:xfrm>
              <a:off x="4016350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1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75" name="Google Shape;2075;p41"/>
            <p:cNvSpPr/>
            <p:nvPr/>
          </p:nvSpPr>
          <p:spPr>
            <a:xfrm>
              <a:off x="4053000" y="3523525"/>
              <a:ext cx="196250" cy="196250"/>
            </a:xfrm>
            <a:custGeom>
              <a:rect b="b" l="l" r="r" t="t"/>
              <a:pathLst>
                <a:path extrusionOk="0" fill="none" h="7850" w="785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76" name="Google Shape;2076;p41"/>
            <p:cNvSpPr/>
            <p:nvPr/>
          </p:nvSpPr>
          <p:spPr>
            <a:xfrm>
              <a:off x="4089650" y="3523525"/>
              <a:ext cx="196250" cy="196250"/>
            </a:xfrm>
            <a:custGeom>
              <a:rect b="b" l="l" r="r" t="t"/>
              <a:pathLst>
                <a:path extrusionOk="0" fill="none" h="7850" w="785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">
  <p:cSld name="CUSTOM_3">
    <p:spTree>
      <p:nvGrpSpPr>
        <p:cNvPr id="2077" name="Shape 20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78" name="Google Shape;2078;p42"/>
          <p:cNvPicPr preferRelativeResize="0"/>
          <p:nvPr/>
        </p:nvPicPr>
        <p:blipFill rotWithShape="1">
          <a:blip r:embed="rId2">
            <a:alphaModFix amt="60000"/>
          </a:blip>
          <a:srcRect b="10" l="0" r="0" t="10"/>
          <a:stretch/>
        </p:blipFill>
        <p:spPr>
          <a:xfrm flipH="1" rot="10800000">
            <a:off x="0" y="1"/>
            <a:ext cx="9144002" cy="5143499"/>
          </a:xfrm>
          <a:prstGeom prst="rect">
            <a:avLst/>
          </a:prstGeom>
          <a:noFill/>
          <a:ln>
            <a:noFill/>
          </a:ln>
        </p:spPr>
      </p:pic>
      <p:sp>
        <p:nvSpPr>
          <p:cNvPr id="2079" name="Google Shape;2079;p42"/>
          <p:cNvSpPr txBox="1"/>
          <p:nvPr>
            <p:ph type="title"/>
          </p:nvPr>
        </p:nvSpPr>
        <p:spPr>
          <a:xfrm>
            <a:off x="715500" y="538250"/>
            <a:ext cx="7713000" cy="4206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900"/>
              <a:buNone/>
              <a:defRPr sz="2900">
                <a:latin typeface="Aldrich"/>
                <a:ea typeface="Aldrich"/>
                <a:cs typeface="Aldrich"/>
                <a:sym typeface="Aldrich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9pPr>
          </a:lstStyle>
          <a:p/>
        </p:txBody>
      </p:sp>
      <p:grpSp>
        <p:nvGrpSpPr>
          <p:cNvPr id="2080" name="Google Shape;2080;p42"/>
          <p:cNvGrpSpPr/>
          <p:nvPr/>
        </p:nvGrpSpPr>
        <p:grpSpPr>
          <a:xfrm>
            <a:off x="391864" y="4555820"/>
            <a:ext cx="289170" cy="284718"/>
            <a:chOff x="426000" y="3302025"/>
            <a:chExt cx="220875" cy="217475"/>
          </a:xfrm>
        </p:grpSpPr>
        <p:sp>
          <p:nvSpPr>
            <p:cNvPr id="2081" name="Google Shape;2081;p42"/>
            <p:cNvSpPr/>
            <p:nvPr/>
          </p:nvSpPr>
          <p:spPr>
            <a:xfrm>
              <a:off x="426000" y="3425950"/>
              <a:ext cx="214125" cy="93550"/>
            </a:xfrm>
            <a:custGeom>
              <a:rect b="b" l="l" r="r" t="t"/>
              <a:pathLst>
                <a:path extrusionOk="0" h="3742" w="8565">
                  <a:moveTo>
                    <a:pt x="1" y="0"/>
                  </a:moveTo>
                  <a:cubicBezTo>
                    <a:pt x="290" y="2141"/>
                    <a:pt x="2122" y="3742"/>
                    <a:pt x="4283" y="3742"/>
                  </a:cubicBezTo>
                  <a:cubicBezTo>
                    <a:pt x="6443" y="3742"/>
                    <a:pt x="8275" y="2141"/>
                    <a:pt x="856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82" name="Google Shape;2082;p42"/>
            <p:cNvSpPr/>
            <p:nvPr/>
          </p:nvSpPr>
          <p:spPr>
            <a:xfrm>
              <a:off x="432750" y="3302025"/>
              <a:ext cx="214125" cy="94050"/>
            </a:xfrm>
            <a:custGeom>
              <a:rect b="b" l="l" r="r" t="t"/>
              <a:pathLst>
                <a:path extrusionOk="0" h="3762" w="8565">
                  <a:moveTo>
                    <a:pt x="1" y="0"/>
                  </a:moveTo>
                  <a:cubicBezTo>
                    <a:pt x="271" y="2141"/>
                    <a:pt x="2103" y="3761"/>
                    <a:pt x="4283" y="3761"/>
                  </a:cubicBezTo>
                  <a:cubicBezTo>
                    <a:pt x="6443" y="3761"/>
                    <a:pt x="8275" y="2141"/>
                    <a:pt x="856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083" name="Google Shape;2083;p42"/>
          <p:cNvGrpSpPr/>
          <p:nvPr/>
        </p:nvGrpSpPr>
        <p:grpSpPr>
          <a:xfrm>
            <a:off x="357713" y="1134375"/>
            <a:ext cx="357454" cy="956304"/>
            <a:chOff x="357713" y="600975"/>
            <a:chExt cx="357454" cy="956304"/>
          </a:xfrm>
        </p:grpSpPr>
        <p:sp>
          <p:nvSpPr>
            <p:cNvPr id="2084" name="Google Shape;2084;p42"/>
            <p:cNvSpPr/>
            <p:nvPr/>
          </p:nvSpPr>
          <p:spPr>
            <a:xfrm>
              <a:off x="357713" y="600975"/>
              <a:ext cx="357454" cy="357454"/>
            </a:xfrm>
            <a:custGeom>
              <a:rect b="b" l="l" r="r" t="t"/>
              <a:pathLst>
                <a:path extrusionOk="0" fill="none" h="6539" w="6539">
                  <a:moveTo>
                    <a:pt x="3954" y="367"/>
                  </a:moveTo>
                  <a:cubicBezTo>
                    <a:pt x="5535" y="752"/>
                    <a:pt x="6538" y="2353"/>
                    <a:pt x="6152" y="3954"/>
                  </a:cubicBezTo>
                  <a:cubicBezTo>
                    <a:pt x="5767" y="5535"/>
                    <a:pt x="4166" y="6538"/>
                    <a:pt x="2584" y="6153"/>
                  </a:cubicBezTo>
                  <a:cubicBezTo>
                    <a:pt x="984" y="5767"/>
                    <a:pt x="0" y="4166"/>
                    <a:pt x="366" y="2585"/>
                  </a:cubicBezTo>
                  <a:cubicBezTo>
                    <a:pt x="752" y="984"/>
                    <a:pt x="2353" y="0"/>
                    <a:pt x="3954" y="367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85" name="Google Shape;2085;p42"/>
            <p:cNvSpPr/>
            <p:nvPr/>
          </p:nvSpPr>
          <p:spPr>
            <a:xfrm>
              <a:off x="374549" y="819196"/>
              <a:ext cx="324765" cy="324765"/>
            </a:xfrm>
            <a:custGeom>
              <a:rect b="b" l="l" r="r" t="t"/>
              <a:pathLst>
                <a:path extrusionOk="0" fill="none" h="5941" w="5941">
                  <a:moveTo>
                    <a:pt x="5941" y="2971"/>
                  </a:moveTo>
                  <a:cubicBezTo>
                    <a:pt x="5941" y="4610"/>
                    <a:pt x="4610" y="5941"/>
                    <a:pt x="2971" y="5941"/>
                  </a:cubicBezTo>
                  <a:cubicBezTo>
                    <a:pt x="1331" y="5941"/>
                    <a:pt x="1" y="4610"/>
                    <a:pt x="1" y="2971"/>
                  </a:cubicBezTo>
                  <a:cubicBezTo>
                    <a:pt x="1" y="1331"/>
                    <a:pt x="1331" y="1"/>
                    <a:pt x="2971" y="1"/>
                  </a:cubicBezTo>
                  <a:cubicBezTo>
                    <a:pt x="4610" y="1"/>
                    <a:pt x="5941" y="1331"/>
                    <a:pt x="5941" y="2971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86" name="Google Shape;2086;p42"/>
            <p:cNvSpPr/>
            <p:nvPr/>
          </p:nvSpPr>
          <p:spPr>
            <a:xfrm>
              <a:off x="357713" y="997347"/>
              <a:ext cx="357454" cy="357509"/>
            </a:xfrm>
            <a:custGeom>
              <a:rect b="b" l="l" r="r" t="t"/>
              <a:pathLst>
                <a:path extrusionOk="0" fill="none" h="6540" w="6539">
                  <a:moveTo>
                    <a:pt x="3954" y="387"/>
                  </a:moveTo>
                  <a:cubicBezTo>
                    <a:pt x="5555" y="753"/>
                    <a:pt x="6538" y="2354"/>
                    <a:pt x="6152" y="3955"/>
                  </a:cubicBezTo>
                  <a:cubicBezTo>
                    <a:pt x="5767" y="5556"/>
                    <a:pt x="4166" y="6539"/>
                    <a:pt x="2584" y="6153"/>
                  </a:cubicBezTo>
                  <a:cubicBezTo>
                    <a:pt x="984" y="5787"/>
                    <a:pt x="0" y="4186"/>
                    <a:pt x="366" y="2585"/>
                  </a:cubicBezTo>
                  <a:cubicBezTo>
                    <a:pt x="752" y="985"/>
                    <a:pt x="2353" y="1"/>
                    <a:pt x="3954" y="387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87" name="Google Shape;2087;p42"/>
            <p:cNvSpPr/>
            <p:nvPr/>
          </p:nvSpPr>
          <p:spPr>
            <a:xfrm>
              <a:off x="358751" y="1200863"/>
              <a:ext cx="356416" cy="356416"/>
            </a:xfrm>
            <a:custGeom>
              <a:rect b="b" l="l" r="r" t="t"/>
              <a:pathLst>
                <a:path extrusionOk="0" fill="none" h="6520" w="6520">
                  <a:moveTo>
                    <a:pt x="5362" y="1158"/>
                  </a:moveTo>
                  <a:cubicBezTo>
                    <a:pt x="6519" y="2315"/>
                    <a:pt x="6519" y="4186"/>
                    <a:pt x="5362" y="5343"/>
                  </a:cubicBezTo>
                  <a:cubicBezTo>
                    <a:pt x="4186" y="6519"/>
                    <a:pt x="2315" y="6519"/>
                    <a:pt x="1157" y="5343"/>
                  </a:cubicBezTo>
                  <a:cubicBezTo>
                    <a:pt x="0" y="4186"/>
                    <a:pt x="0" y="2315"/>
                    <a:pt x="1157" y="1158"/>
                  </a:cubicBezTo>
                  <a:cubicBezTo>
                    <a:pt x="2315" y="0"/>
                    <a:pt x="4186" y="0"/>
                    <a:pt x="5362" y="1158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088" name="Google Shape;2088;p42"/>
          <p:cNvGrpSpPr/>
          <p:nvPr/>
        </p:nvGrpSpPr>
        <p:grpSpPr>
          <a:xfrm>
            <a:off x="8022690" y="202570"/>
            <a:ext cx="1965289" cy="517060"/>
            <a:chOff x="3539975" y="3523525"/>
            <a:chExt cx="745925" cy="196250"/>
          </a:xfrm>
        </p:grpSpPr>
        <p:sp>
          <p:nvSpPr>
            <p:cNvPr id="2089" name="Google Shape;2089;p42"/>
            <p:cNvSpPr/>
            <p:nvPr/>
          </p:nvSpPr>
          <p:spPr>
            <a:xfrm>
              <a:off x="3539975" y="3523525"/>
              <a:ext cx="196250" cy="196250"/>
            </a:xfrm>
            <a:custGeom>
              <a:rect b="b" l="l" r="r" t="t"/>
              <a:pathLst>
                <a:path extrusionOk="0" fill="none" h="7850" w="785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90" name="Google Shape;2090;p42"/>
            <p:cNvSpPr/>
            <p:nvPr/>
          </p:nvSpPr>
          <p:spPr>
            <a:xfrm>
              <a:off x="3576625" y="3523525"/>
              <a:ext cx="196250" cy="196250"/>
            </a:xfrm>
            <a:custGeom>
              <a:rect b="b" l="l" r="r" t="t"/>
              <a:pathLst>
                <a:path extrusionOk="0" fill="none" h="7850" w="785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91" name="Google Shape;2091;p42"/>
            <p:cNvSpPr/>
            <p:nvPr/>
          </p:nvSpPr>
          <p:spPr>
            <a:xfrm>
              <a:off x="3613250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1" y="0"/>
                  </a:moveTo>
                  <a:lnTo>
                    <a:pt x="7851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92" name="Google Shape;2092;p42"/>
            <p:cNvSpPr/>
            <p:nvPr/>
          </p:nvSpPr>
          <p:spPr>
            <a:xfrm>
              <a:off x="3649900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1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93" name="Google Shape;2093;p42"/>
            <p:cNvSpPr/>
            <p:nvPr/>
          </p:nvSpPr>
          <p:spPr>
            <a:xfrm>
              <a:off x="3686550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94" name="Google Shape;2094;p42"/>
            <p:cNvSpPr/>
            <p:nvPr/>
          </p:nvSpPr>
          <p:spPr>
            <a:xfrm>
              <a:off x="3723200" y="3523525"/>
              <a:ext cx="196250" cy="196250"/>
            </a:xfrm>
            <a:custGeom>
              <a:rect b="b" l="l" r="r" t="t"/>
              <a:pathLst>
                <a:path extrusionOk="0" fill="none" h="7850" w="785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95" name="Google Shape;2095;p42"/>
            <p:cNvSpPr/>
            <p:nvPr/>
          </p:nvSpPr>
          <p:spPr>
            <a:xfrm>
              <a:off x="3759825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1" y="0"/>
                  </a:moveTo>
                  <a:lnTo>
                    <a:pt x="7851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96" name="Google Shape;2096;p42"/>
            <p:cNvSpPr/>
            <p:nvPr/>
          </p:nvSpPr>
          <p:spPr>
            <a:xfrm>
              <a:off x="3796475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1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97" name="Google Shape;2097;p42"/>
            <p:cNvSpPr/>
            <p:nvPr/>
          </p:nvSpPr>
          <p:spPr>
            <a:xfrm>
              <a:off x="3833125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1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98" name="Google Shape;2098;p42"/>
            <p:cNvSpPr/>
            <p:nvPr/>
          </p:nvSpPr>
          <p:spPr>
            <a:xfrm>
              <a:off x="3869775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99" name="Google Shape;2099;p42"/>
            <p:cNvSpPr/>
            <p:nvPr/>
          </p:nvSpPr>
          <p:spPr>
            <a:xfrm>
              <a:off x="3906425" y="3523525"/>
              <a:ext cx="196250" cy="196250"/>
            </a:xfrm>
            <a:custGeom>
              <a:rect b="b" l="l" r="r" t="t"/>
              <a:pathLst>
                <a:path extrusionOk="0" fill="none" h="7850" w="785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00" name="Google Shape;2100;p42"/>
            <p:cNvSpPr/>
            <p:nvPr/>
          </p:nvSpPr>
          <p:spPr>
            <a:xfrm>
              <a:off x="3943050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1" y="0"/>
                  </a:moveTo>
                  <a:lnTo>
                    <a:pt x="7851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01" name="Google Shape;2101;p42"/>
            <p:cNvSpPr/>
            <p:nvPr/>
          </p:nvSpPr>
          <p:spPr>
            <a:xfrm>
              <a:off x="3979700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1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02" name="Google Shape;2102;p42"/>
            <p:cNvSpPr/>
            <p:nvPr/>
          </p:nvSpPr>
          <p:spPr>
            <a:xfrm>
              <a:off x="4016350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1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03" name="Google Shape;2103;p42"/>
            <p:cNvSpPr/>
            <p:nvPr/>
          </p:nvSpPr>
          <p:spPr>
            <a:xfrm>
              <a:off x="4053000" y="3523525"/>
              <a:ext cx="196250" cy="196250"/>
            </a:xfrm>
            <a:custGeom>
              <a:rect b="b" l="l" r="r" t="t"/>
              <a:pathLst>
                <a:path extrusionOk="0" fill="none" h="7850" w="785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04" name="Google Shape;2104;p42"/>
            <p:cNvSpPr/>
            <p:nvPr/>
          </p:nvSpPr>
          <p:spPr>
            <a:xfrm>
              <a:off x="4089650" y="3523525"/>
              <a:ext cx="196250" cy="196250"/>
            </a:xfrm>
            <a:custGeom>
              <a:rect b="b" l="l" r="r" t="t"/>
              <a:pathLst>
                <a:path extrusionOk="0" fill="none" h="7850" w="785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2">
  <p:cSld name="CUSTOM_3_1">
    <p:spTree>
      <p:nvGrpSpPr>
        <p:cNvPr id="2105" name="Shape 2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06" name="Google Shape;2106;p43"/>
          <p:cNvPicPr preferRelativeResize="0"/>
          <p:nvPr/>
        </p:nvPicPr>
        <p:blipFill rotWithShape="1">
          <a:blip r:embed="rId2">
            <a:alphaModFix amt="60000"/>
          </a:blip>
          <a:srcRect b="10" l="0" r="0" t="10"/>
          <a:stretch/>
        </p:blipFill>
        <p:spPr>
          <a:xfrm flipH="1" rot="10800000">
            <a:off x="0" y="1"/>
            <a:ext cx="9144002" cy="5143499"/>
          </a:xfrm>
          <a:prstGeom prst="rect">
            <a:avLst/>
          </a:prstGeom>
          <a:noFill/>
          <a:ln>
            <a:noFill/>
          </a:ln>
        </p:spPr>
      </p:pic>
      <p:sp>
        <p:nvSpPr>
          <p:cNvPr id="2107" name="Google Shape;2107;p43"/>
          <p:cNvSpPr txBox="1"/>
          <p:nvPr>
            <p:ph type="title"/>
          </p:nvPr>
        </p:nvSpPr>
        <p:spPr>
          <a:xfrm>
            <a:off x="715500" y="538250"/>
            <a:ext cx="7713000" cy="4206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900"/>
              <a:buNone/>
              <a:defRPr sz="2900">
                <a:latin typeface="Aldrich"/>
                <a:ea typeface="Aldrich"/>
                <a:cs typeface="Aldrich"/>
                <a:sym typeface="Aldrich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9pPr>
          </a:lstStyle>
          <a:p/>
        </p:txBody>
      </p:sp>
      <p:grpSp>
        <p:nvGrpSpPr>
          <p:cNvPr id="2108" name="Google Shape;2108;p43"/>
          <p:cNvGrpSpPr/>
          <p:nvPr/>
        </p:nvGrpSpPr>
        <p:grpSpPr>
          <a:xfrm>
            <a:off x="391864" y="3545270"/>
            <a:ext cx="289170" cy="284718"/>
            <a:chOff x="426000" y="3302025"/>
            <a:chExt cx="220875" cy="217475"/>
          </a:xfrm>
        </p:grpSpPr>
        <p:sp>
          <p:nvSpPr>
            <p:cNvPr id="2109" name="Google Shape;2109;p43"/>
            <p:cNvSpPr/>
            <p:nvPr/>
          </p:nvSpPr>
          <p:spPr>
            <a:xfrm>
              <a:off x="426000" y="3425950"/>
              <a:ext cx="214125" cy="93550"/>
            </a:xfrm>
            <a:custGeom>
              <a:rect b="b" l="l" r="r" t="t"/>
              <a:pathLst>
                <a:path extrusionOk="0" h="3742" w="8565">
                  <a:moveTo>
                    <a:pt x="1" y="0"/>
                  </a:moveTo>
                  <a:cubicBezTo>
                    <a:pt x="290" y="2141"/>
                    <a:pt x="2122" y="3742"/>
                    <a:pt x="4283" y="3742"/>
                  </a:cubicBezTo>
                  <a:cubicBezTo>
                    <a:pt x="6443" y="3742"/>
                    <a:pt x="8275" y="2141"/>
                    <a:pt x="856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10" name="Google Shape;2110;p43"/>
            <p:cNvSpPr/>
            <p:nvPr/>
          </p:nvSpPr>
          <p:spPr>
            <a:xfrm>
              <a:off x="432750" y="3302025"/>
              <a:ext cx="214125" cy="94050"/>
            </a:xfrm>
            <a:custGeom>
              <a:rect b="b" l="l" r="r" t="t"/>
              <a:pathLst>
                <a:path extrusionOk="0" h="3762" w="8565">
                  <a:moveTo>
                    <a:pt x="1" y="0"/>
                  </a:moveTo>
                  <a:cubicBezTo>
                    <a:pt x="271" y="2141"/>
                    <a:pt x="2103" y="3761"/>
                    <a:pt x="4283" y="3761"/>
                  </a:cubicBezTo>
                  <a:cubicBezTo>
                    <a:pt x="6443" y="3761"/>
                    <a:pt x="8275" y="2141"/>
                    <a:pt x="856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111" name="Google Shape;2111;p43"/>
          <p:cNvGrpSpPr/>
          <p:nvPr/>
        </p:nvGrpSpPr>
        <p:grpSpPr>
          <a:xfrm>
            <a:off x="357713" y="1210575"/>
            <a:ext cx="357454" cy="956304"/>
            <a:chOff x="357713" y="600975"/>
            <a:chExt cx="357454" cy="956304"/>
          </a:xfrm>
        </p:grpSpPr>
        <p:sp>
          <p:nvSpPr>
            <p:cNvPr id="2112" name="Google Shape;2112;p43"/>
            <p:cNvSpPr/>
            <p:nvPr/>
          </p:nvSpPr>
          <p:spPr>
            <a:xfrm>
              <a:off x="357713" y="600975"/>
              <a:ext cx="357454" cy="357454"/>
            </a:xfrm>
            <a:custGeom>
              <a:rect b="b" l="l" r="r" t="t"/>
              <a:pathLst>
                <a:path extrusionOk="0" fill="none" h="6539" w="6539">
                  <a:moveTo>
                    <a:pt x="3954" y="367"/>
                  </a:moveTo>
                  <a:cubicBezTo>
                    <a:pt x="5535" y="752"/>
                    <a:pt x="6538" y="2353"/>
                    <a:pt x="6152" y="3954"/>
                  </a:cubicBezTo>
                  <a:cubicBezTo>
                    <a:pt x="5767" y="5535"/>
                    <a:pt x="4166" y="6538"/>
                    <a:pt x="2584" y="6153"/>
                  </a:cubicBezTo>
                  <a:cubicBezTo>
                    <a:pt x="984" y="5767"/>
                    <a:pt x="0" y="4166"/>
                    <a:pt x="366" y="2585"/>
                  </a:cubicBezTo>
                  <a:cubicBezTo>
                    <a:pt x="752" y="984"/>
                    <a:pt x="2353" y="0"/>
                    <a:pt x="3954" y="367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13" name="Google Shape;2113;p43"/>
            <p:cNvSpPr/>
            <p:nvPr/>
          </p:nvSpPr>
          <p:spPr>
            <a:xfrm>
              <a:off x="374549" y="819196"/>
              <a:ext cx="324765" cy="324765"/>
            </a:xfrm>
            <a:custGeom>
              <a:rect b="b" l="l" r="r" t="t"/>
              <a:pathLst>
                <a:path extrusionOk="0" fill="none" h="5941" w="5941">
                  <a:moveTo>
                    <a:pt x="5941" y="2971"/>
                  </a:moveTo>
                  <a:cubicBezTo>
                    <a:pt x="5941" y="4610"/>
                    <a:pt x="4610" y="5941"/>
                    <a:pt x="2971" y="5941"/>
                  </a:cubicBezTo>
                  <a:cubicBezTo>
                    <a:pt x="1331" y="5941"/>
                    <a:pt x="1" y="4610"/>
                    <a:pt x="1" y="2971"/>
                  </a:cubicBezTo>
                  <a:cubicBezTo>
                    <a:pt x="1" y="1331"/>
                    <a:pt x="1331" y="1"/>
                    <a:pt x="2971" y="1"/>
                  </a:cubicBezTo>
                  <a:cubicBezTo>
                    <a:pt x="4610" y="1"/>
                    <a:pt x="5941" y="1331"/>
                    <a:pt x="5941" y="2971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14" name="Google Shape;2114;p43"/>
            <p:cNvSpPr/>
            <p:nvPr/>
          </p:nvSpPr>
          <p:spPr>
            <a:xfrm>
              <a:off x="357713" y="997347"/>
              <a:ext cx="357454" cy="357509"/>
            </a:xfrm>
            <a:custGeom>
              <a:rect b="b" l="l" r="r" t="t"/>
              <a:pathLst>
                <a:path extrusionOk="0" fill="none" h="6540" w="6539">
                  <a:moveTo>
                    <a:pt x="3954" y="387"/>
                  </a:moveTo>
                  <a:cubicBezTo>
                    <a:pt x="5555" y="753"/>
                    <a:pt x="6538" y="2354"/>
                    <a:pt x="6152" y="3955"/>
                  </a:cubicBezTo>
                  <a:cubicBezTo>
                    <a:pt x="5767" y="5556"/>
                    <a:pt x="4166" y="6539"/>
                    <a:pt x="2584" y="6153"/>
                  </a:cubicBezTo>
                  <a:cubicBezTo>
                    <a:pt x="984" y="5787"/>
                    <a:pt x="0" y="4186"/>
                    <a:pt x="366" y="2585"/>
                  </a:cubicBezTo>
                  <a:cubicBezTo>
                    <a:pt x="752" y="985"/>
                    <a:pt x="2353" y="1"/>
                    <a:pt x="3954" y="387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15" name="Google Shape;2115;p43"/>
            <p:cNvSpPr/>
            <p:nvPr/>
          </p:nvSpPr>
          <p:spPr>
            <a:xfrm>
              <a:off x="358751" y="1200863"/>
              <a:ext cx="356416" cy="356416"/>
            </a:xfrm>
            <a:custGeom>
              <a:rect b="b" l="l" r="r" t="t"/>
              <a:pathLst>
                <a:path extrusionOk="0" fill="none" h="6520" w="6520">
                  <a:moveTo>
                    <a:pt x="5362" y="1158"/>
                  </a:moveTo>
                  <a:cubicBezTo>
                    <a:pt x="6519" y="2315"/>
                    <a:pt x="6519" y="4186"/>
                    <a:pt x="5362" y="5343"/>
                  </a:cubicBezTo>
                  <a:cubicBezTo>
                    <a:pt x="4186" y="6519"/>
                    <a:pt x="2315" y="6519"/>
                    <a:pt x="1157" y="5343"/>
                  </a:cubicBezTo>
                  <a:cubicBezTo>
                    <a:pt x="0" y="4186"/>
                    <a:pt x="0" y="2315"/>
                    <a:pt x="1157" y="1158"/>
                  </a:cubicBezTo>
                  <a:cubicBezTo>
                    <a:pt x="2315" y="0"/>
                    <a:pt x="4186" y="0"/>
                    <a:pt x="5362" y="1158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116" name="Google Shape;2116;p43"/>
          <p:cNvGrpSpPr/>
          <p:nvPr/>
        </p:nvGrpSpPr>
        <p:grpSpPr>
          <a:xfrm>
            <a:off x="8366565" y="3429220"/>
            <a:ext cx="1965289" cy="517060"/>
            <a:chOff x="3539975" y="3523525"/>
            <a:chExt cx="745925" cy="196250"/>
          </a:xfrm>
        </p:grpSpPr>
        <p:sp>
          <p:nvSpPr>
            <p:cNvPr id="2117" name="Google Shape;2117;p43"/>
            <p:cNvSpPr/>
            <p:nvPr/>
          </p:nvSpPr>
          <p:spPr>
            <a:xfrm>
              <a:off x="3539975" y="3523525"/>
              <a:ext cx="196250" cy="196250"/>
            </a:xfrm>
            <a:custGeom>
              <a:rect b="b" l="l" r="r" t="t"/>
              <a:pathLst>
                <a:path extrusionOk="0" fill="none" h="7850" w="785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18" name="Google Shape;2118;p43"/>
            <p:cNvSpPr/>
            <p:nvPr/>
          </p:nvSpPr>
          <p:spPr>
            <a:xfrm>
              <a:off x="3576625" y="3523525"/>
              <a:ext cx="196250" cy="196250"/>
            </a:xfrm>
            <a:custGeom>
              <a:rect b="b" l="l" r="r" t="t"/>
              <a:pathLst>
                <a:path extrusionOk="0" fill="none" h="7850" w="785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19" name="Google Shape;2119;p43"/>
            <p:cNvSpPr/>
            <p:nvPr/>
          </p:nvSpPr>
          <p:spPr>
            <a:xfrm>
              <a:off x="3613250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1" y="0"/>
                  </a:moveTo>
                  <a:lnTo>
                    <a:pt x="7851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20" name="Google Shape;2120;p43"/>
            <p:cNvSpPr/>
            <p:nvPr/>
          </p:nvSpPr>
          <p:spPr>
            <a:xfrm>
              <a:off x="3649900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1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21" name="Google Shape;2121;p43"/>
            <p:cNvSpPr/>
            <p:nvPr/>
          </p:nvSpPr>
          <p:spPr>
            <a:xfrm>
              <a:off x="3686550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22" name="Google Shape;2122;p43"/>
            <p:cNvSpPr/>
            <p:nvPr/>
          </p:nvSpPr>
          <p:spPr>
            <a:xfrm>
              <a:off x="3723200" y="3523525"/>
              <a:ext cx="196250" cy="196250"/>
            </a:xfrm>
            <a:custGeom>
              <a:rect b="b" l="l" r="r" t="t"/>
              <a:pathLst>
                <a:path extrusionOk="0" fill="none" h="7850" w="785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23" name="Google Shape;2123;p43"/>
            <p:cNvSpPr/>
            <p:nvPr/>
          </p:nvSpPr>
          <p:spPr>
            <a:xfrm>
              <a:off x="3759825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1" y="0"/>
                  </a:moveTo>
                  <a:lnTo>
                    <a:pt x="7851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24" name="Google Shape;2124;p43"/>
            <p:cNvSpPr/>
            <p:nvPr/>
          </p:nvSpPr>
          <p:spPr>
            <a:xfrm>
              <a:off x="3796475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1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25" name="Google Shape;2125;p43"/>
            <p:cNvSpPr/>
            <p:nvPr/>
          </p:nvSpPr>
          <p:spPr>
            <a:xfrm>
              <a:off x="3833125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1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26" name="Google Shape;2126;p43"/>
            <p:cNvSpPr/>
            <p:nvPr/>
          </p:nvSpPr>
          <p:spPr>
            <a:xfrm>
              <a:off x="3869775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27" name="Google Shape;2127;p43"/>
            <p:cNvSpPr/>
            <p:nvPr/>
          </p:nvSpPr>
          <p:spPr>
            <a:xfrm>
              <a:off x="3906425" y="3523525"/>
              <a:ext cx="196250" cy="196250"/>
            </a:xfrm>
            <a:custGeom>
              <a:rect b="b" l="l" r="r" t="t"/>
              <a:pathLst>
                <a:path extrusionOk="0" fill="none" h="7850" w="785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28" name="Google Shape;2128;p43"/>
            <p:cNvSpPr/>
            <p:nvPr/>
          </p:nvSpPr>
          <p:spPr>
            <a:xfrm>
              <a:off x="3943050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1" y="0"/>
                  </a:moveTo>
                  <a:lnTo>
                    <a:pt x="7851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29" name="Google Shape;2129;p43"/>
            <p:cNvSpPr/>
            <p:nvPr/>
          </p:nvSpPr>
          <p:spPr>
            <a:xfrm>
              <a:off x="3979700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1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30" name="Google Shape;2130;p43"/>
            <p:cNvSpPr/>
            <p:nvPr/>
          </p:nvSpPr>
          <p:spPr>
            <a:xfrm>
              <a:off x="4016350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1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31" name="Google Shape;2131;p43"/>
            <p:cNvSpPr/>
            <p:nvPr/>
          </p:nvSpPr>
          <p:spPr>
            <a:xfrm>
              <a:off x="4053000" y="3523525"/>
              <a:ext cx="196250" cy="196250"/>
            </a:xfrm>
            <a:custGeom>
              <a:rect b="b" l="l" r="r" t="t"/>
              <a:pathLst>
                <a:path extrusionOk="0" fill="none" h="7850" w="785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32" name="Google Shape;2132;p43"/>
            <p:cNvSpPr/>
            <p:nvPr/>
          </p:nvSpPr>
          <p:spPr>
            <a:xfrm>
              <a:off x="4089650" y="3523525"/>
              <a:ext cx="196250" cy="196250"/>
            </a:xfrm>
            <a:custGeom>
              <a:rect b="b" l="l" r="r" t="t"/>
              <a:pathLst>
                <a:path extrusionOk="0" fill="none" h="7850" w="785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pic>
        <p:nvPicPr>
          <p:cNvPr id="2133" name="Google Shape;2133;p4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164689" y="-802375"/>
            <a:ext cx="2527512" cy="2681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3">
  <p:cSld name="CUSTOM_3_1_1">
    <p:spTree>
      <p:nvGrpSpPr>
        <p:cNvPr id="2134" name="Shape 2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35" name="Google Shape;2135;p44"/>
          <p:cNvPicPr preferRelativeResize="0"/>
          <p:nvPr/>
        </p:nvPicPr>
        <p:blipFill rotWithShape="1">
          <a:blip r:embed="rId2">
            <a:alphaModFix amt="60000"/>
          </a:blip>
          <a:srcRect b="0" l="40" r="30" t="0"/>
          <a:stretch/>
        </p:blipFill>
        <p:spPr>
          <a:xfrm flipH="1" rot="10800000">
            <a:off x="0" y="1"/>
            <a:ext cx="9144002" cy="5143499"/>
          </a:xfrm>
          <a:prstGeom prst="rect">
            <a:avLst/>
          </a:prstGeom>
          <a:noFill/>
          <a:ln>
            <a:noFill/>
          </a:ln>
        </p:spPr>
      </p:pic>
      <p:sp>
        <p:nvSpPr>
          <p:cNvPr id="2136" name="Google Shape;2136;p44"/>
          <p:cNvSpPr txBox="1"/>
          <p:nvPr>
            <p:ph type="title"/>
          </p:nvPr>
        </p:nvSpPr>
        <p:spPr>
          <a:xfrm>
            <a:off x="715500" y="538250"/>
            <a:ext cx="7713000" cy="4206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900"/>
              <a:buNone/>
              <a:defRPr sz="2900">
                <a:latin typeface="Aldrich"/>
                <a:ea typeface="Aldrich"/>
                <a:cs typeface="Aldrich"/>
                <a:sym typeface="Aldrich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9pPr>
          </a:lstStyle>
          <a:p/>
        </p:txBody>
      </p:sp>
      <p:grpSp>
        <p:nvGrpSpPr>
          <p:cNvPr id="2137" name="Google Shape;2137;p44"/>
          <p:cNvGrpSpPr/>
          <p:nvPr/>
        </p:nvGrpSpPr>
        <p:grpSpPr>
          <a:xfrm>
            <a:off x="391864" y="4078670"/>
            <a:ext cx="289170" cy="284718"/>
            <a:chOff x="426000" y="3302025"/>
            <a:chExt cx="220875" cy="217475"/>
          </a:xfrm>
        </p:grpSpPr>
        <p:sp>
          <p:nvSpPr>
            <p:cNvPr id="2138" name="Google Shape;2138;p44"/>
            <p:cNvSpPr/>
            <p:nvPr/>
          </p:nvSpPr>
          <p:spPr>
            <a:xfrm>
              <a:off x="426000" y="3425950"/>
              <a:ext cx="214125" cy="93550"/>
            </a:xfrm>
            <a:custGeom>
              <a:rect b="b" l="l" r="r" t="t"/>
              <a:pathLst>
                <a:path extrusionOk="0" h="3742" w="8565">
                  <a:moveTo>
                    <a:pt x="1" y="0"/>
                  </a:moveTo>
                  <a:cubicBezTo>
                    <a:pt x="290" y="2141"/>
                    <a:pt x="2122" y="3742"/>
                    <a:pt x="4283" y="3742"/>
                  </a:cubicBezTo>
                  <a:cubicBezTo>
                    <a:pt x="6443" y="3742"/>
                    <a:pt x="8275" y="2141"/>
                    <a:pt x="856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39" name="Google Shape;2139;p44"/>
            <p:cNvSpPr/>
            <p:nvPr/>
          </p:nvSpPr>
          <p:spPr>
            <a:xfrm>
              <a:off x="432750" y="3302025"/>
              <a:ext cx="214125" cy="94050"/>
            </a:xfrm>
            <a:custGeom>
              <a:rect b="b" l="l" r="r" t="t"/>
              <a:pathLst>
                <a:path extrusionOk="0" h="3762" w="8565">
                  <a:moveTo>
                    <a:pt x="1" y="0"/>
                  </a:moveTo>
                  <a:cubicBezTo>
                    <a:pt x="271" y="2141"/>
                    <a:pt x="2103" y="3761"/>
                    <a:pt x="4283" y="3761"/>
                  </a:cubicBezTo>
                  <a:cubicBezTo>
                    <a:pt x="6443" y="3761"/>
                    <a:pt x="8275" y="2141"/>
                    <a:pt x="856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140" name="Google Shape;2140;p44"/>
          <p:cNvGrpSpPr/>
          <p:nvPr/>
        </p:nvGrpSpPr>
        <p:grpSpPr>
          <a:xfrm>
            <a:off x="357713" y="1439175"/>
            <a:ext cx="357454" cy="956304"/>
            <a:chOff x="357713" y="600975"/>
            <a:chExt cx="357454" cy="956304"/>
          </a:xfrm>
        </p:grpSpPr>
        <p:sp>
          <p:nvSpPr>
            <p:cNvPr id="2141" name="Google Shape;2141;p44"/>
            <p:cNvSpPr/>
            <p:nvPr/>
          </p:nvSpPr>
          <p:spPr>
            <a:xfrm>
              <a:off x="357713" y="600975"/>
              <a:ext cx="357454" cy="357454"/>
            </a:xfrm>
            <a:custGeom>
              <a:rect b="b" l="l" r="r" t="t"/>
              <a:pathLst>
                <a:path extrusionOk="0" fill="none" h="6539" w="6539">
                  <a:moveTo>
                    <a:pt x="3954" y="367"/>
                  </a:moveTo>
                  <a:cubicBezTo>
                    <a:pt x="5535" y="752"/>
                    <a:pt x="6538" y="2353"/>
                    <a:pt x="6152" y="3954"/>
                  </a:cubicBezTo>
                  <a:cubicBezTo>
                    <a:pt x="5767" y="5535"/>
                    <a:pt x="4166" y="6538"/>
                    <a:pt x="2584" y="6153"/>
                  </a:cubicBezTo>
                  <a:cubicBezTo>
                    <a:pt x="984" y="5767"/>
                    <a:pt x="0" y="4166"/>
                    <a:pt x="366" y="2585"/>
                  </a:cubicBezTo>
                  <a:cubicBezTo>
                    <a:pt x="752" y="984"/>
                    <a:pt x="2353" y="0"/>
                    <a:pt x="3954" y="367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42" name="Google Shape;2142;p44"/>
            <p:cNvSpPr/>
            <p:nvPr/>
          </p:nvSpPr>
          <p:spPr>
            <a:xfrm>
              <a:off x="374549" y="819196"/>
              <a:ext cx="324765" cy="324765"/>
            </a:xfrm>
            <a:custGeom>
              <a:rect b="b" l="l" r="r" t="t"/>
              <a:pathLst>
                <a:path extrusionOk="0" fill="none" h="5941" w="5941">
                  <a:moveTo>
                    <a:pt x="5941" y="2971"/>
                  </a:moveTo>
                  <a:cubicBezTo>
                    <a:pt x="5941" y="4610"/>
                    <a:pt x="4610" y="5941"/>
                    <a:pt x="2971" y="5941"/>
                  </a:cubicBezTo>
                  <a:cubicBezTo>
                    <a:pt x="1331" y="5941"/>
                    <a:pt x="1" y="4610"/>
                    <a:pt x="1" y="2971"/>
                  </a:cubicBezTo>
                  <a:cubicBezTo>
                    <a:pt x="1" y="1331"/>
                    <a:pt x="1331" y="1"/>
                    <a:pt x="2971" y="1"/>
                  </a:cubicBezTo>
                  <a:cubicBezTo>
                    <a:pt x="4610" y="1"/>
                    <a:pt x="5941" y="1331"/>
                    <a:pt x="5941" y="2971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43" name="Google Shape;2143;p44"/>
            <p:cNvSpPr/>
            <p:nvPr/>
          </p:nvSpPr>
          <p:spPr>
            <a:xfrm>
              <a:off x="357713" y="997347"/>
              <a:ext cx="357454" cy="357509"/>
            </a:xfrm>
            <a:custGeom>
              <a:rect b="b" l="l" r="r" t="t"/>
              <a:pathLst>
                <a:path extrusionOk="0" fill="none" h="6540" w="6539">
                  <a:moveTo>
                    <a:pt x="3954" y="387"/>
                  </a:moveTo>
                  <a:cubicBezTo>
                    <a:pt x="5555" y="753"/>
                    <a:pt x="6538" y="2354"/>
                    <a:pt x="6152" y="3955"/>
                  </a:cubicBezTo>
                  <a:cubicBezTo>
                    <a:pt x="5767" y="5556"/>
                    <a:pt x="4166" y="6539"/>
                    <a:pt x="2584" y="6153"/>
                  </a:cubicBezTo>
                  <a:cubicBezTo>
                    <a:pt x="984" y="5787"/>
                    <a:pt x="0" y="4186"/>
                    <a:pt x="366" y="2585"/>
                  </a:cubicBezTo>
                  <a:cubicBezTo>
                    <a:pt x="752" y="985"/>
                    <a:pt x="2353" y="1"/>
                    <a:pt x="3954" y="387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44" name="Google Shape;2144;p44"/>
            <p:cNvSpPr/>
            <p:nvPr/>
          </p:nvSpPr>
          <p:spPr>
            <a:xfrm>
              <a:off x="358751" y="1200863"/>
              <a:ext cx="356416" cy="356416"/>
            </a:xfrm>
            <a:custGeom>
              <a:rect b="b" l="l" r="r" t="t"/>
              <a:pathLst>
                <a:path extrusionOk="0" fill="none" h="6520" w="6520">
                  <a:moveTo>
                    <a:pt x="5362" y="1158"/>
                  </a:moveTo>
                  <a:cubicBezTo>
                    <a:pt x="6519" y="2315"/>
                    <a:pt x="6519" y="4186"/>
                    <a:pt x="5362" y="5343"/>
                  </a:cubicBezTo>
                  <a:cubicBezTo>
                    <a:pt x="4186" y="6519"/>
                    <a:pt x="2315" y="6519"/>
                    <a:pt x="1157" y="5343"/>
                  </a:cubicBezTo>
                  <a:cubicBezTo>
                    <a:pt x="0" y="4186"/>
                    <a:pt x="0" y="2315"/>
                    <a:pt x="1157" y="1158"/>
                  </a:cubicBezTo>
                  <a:cubicBezTo>
                    <a:pt x="2315" y="0"/>
                    <a:pt x="4186" y="0"/>
                    <a:pt x="5362" y="1158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145" name="Google Shape;2145;p44"/>
          <p:cNvGrpSpPr/>
          <p:nvPr/>
        </p:nvGrpSpPr>
        <p:grpSpPr>
          <a:xfrm>
            <a:off x="8366565" y="3429220"/>
            <a:ext cx="1965289" cy="517060"/>
            <a:chOff x="3539975" y="3523525"/>
            <a:chExt cx="745925" cy="196250"/>
          </a:xfrm>
        </p:grpSpPr>
        <p:sp>
          <p:nvSpPr>
            <p:cNvPr id="2146" name="Google Shape;2146;p44"/>
            <p:cNvSpPr/>
            <p:nvPr/>
          </p:nvSpPr>
          <p:spPr>
            <a:xfrm>
              <a:off x="3539975" y="3523525"/>
              <a:ext cx="196250" cy="196250"/>
            </a:xfrm>
            <a:custGeom>
              <a:rect b="b" l="l" r="r" t="t"/>
              <a:pathLst>
                <a:path extrusionOk="0" fill="none" h="7850" w="785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47" name="Google Shape;2147;p44"/>
            <p:cNvSpPr/>
            <p:nvPr/>
          </p:nvSpPr>
          <p:spPr>
            <a:xfrm>
              <a:off x="3576625" y="3523525"/>
              <a:ext cx="196250" cy="196250"/>
            </a:xfrm>
            <a:custGeom>
              <a:rect b="b" l="l" r="r" t="t"/>
              <a:pathLst>
                <a:path extrusionOk="0" fill="none" h="7850" w="785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48" name="Google Shape;2148;p44"/>
            <p:cNvSpPr/>
            <p:nvPr/>
          </p:nvSpPr>
          <p:spPr>
            <a:xfrm>
              <a:off x="3613250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1" y="0"/>
                  </a:moveTo>
                  <a:lnTo>
                    <a:pt x="7851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49" name="Google Shape;2149;p44"/>
            <p:cNvSpPr/>
            <p:nvPr/>
          </p:nvSpPr>
          <p:spPr>
            <a:xfrm>
              <a:off x="3649900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1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50" name="Google Shape;2150;p44"/>
            <p:cNvSpPr/>
            <p:nvPr/>
          </p:nvSpPr>
          <p:spPr>
            <a:xfrm>
              <a:off x="3686550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51" name="Google Shape;2151;p44"/>
            <p:cNvSpPr/>
            <p:nvPr/>
          </p:nvSpPr>
          <p:spPr>
            <a:xfrm>
              <a:off x="3723200" y="3523525"/>
              <a:ext cx="196250" cy="196250"/>
            </a:xfrm>
            <a:custGeom>
              <a:rect b="b" l="l" r="r" t="t"/>
              <a:pathLst>
                <a:path extrusionOk="0" fill="none" h="7850" w="785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52" name="Google Shape;2152;p44"/>
            <p:cNvSpPr/>
            <p:nvPr/>
          </p:nvSpPr>
          <p:spPr>
            <a:xfrm>
              <a:off x="3759825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1" y="0"/>
                  </a:moveTo>
                  <a:lnTo>
                    <a:pt x="7851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53" name="Google Shape;2153;p44"/>
            <p:cNvSpPr/>
            <p:nvPr/>
          </p:nvSpPr>
          <p:spPr>
            <a:xfrm>
              <a:off x="3796475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1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54" name="Google Shape;2154;p44"/>
            <p:cNvSpPr/>
            <p:nvPr/>
          </p:nvSpPr>
          <p:spPr>
            <a:xfrm>
              <a:off x="3833125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1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55" name="Google Shape;2155;p44"/>
            <p:cNvSpPr/>
            <p:nvPr/>
          </p:nvSpPr>
          <p:spPr>
            <a:xfrm>
              <a:off x="3869775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56" name="Google Shape;2156;p44"/>
            <p:cNvSpPr/>
            <p:nvPr/>
          </p:nvSpPr>
          <p:spPr>
            <a:xfrm>
              <a:off x="3906425" y="3523525"/>
              <a:ext cx="196250" cy="196250"/>
            </a:xfrm>
            <a:custGeom>
              <a:rect b="b" l="l" r="r" t="t"/>
              <a:pathLst>
                <a:path extrusionOk="0" fill="none" h="7850" w="785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57" name="Google Shape;2157;p44"/>
            <p:cNvSpPr/>
            <p:nvPr/>
          </p:nvSpPr>
          <p:spPr>
            <a:xfrm>
              <a:off x="3943050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1" y="0"/>
                  </a:moveTo>
                  <a:lnTo>
                    <a:pt x="7851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58" name="Google Shape;2158;p44"/>
            <p:cNvSpPr/>
            <p:nvPr/>
          </p:nvSpPr>
          <p:spPr>
            <a:xfrm>
              <a:off x="3979700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1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59" name="Google Shape;2159;p44"/>
            <p:cNvSpPr/>
            <p:nvPr/>
          </p:nvSpPr>
          <p:spPr>
            <a:xfrm>
              <a:off x="4016350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1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60" name="Google Shape;2160;p44"/>
            <p:cNvSpPr/>
            <p:nvPr/>
          </p:nvSpPr>
          <p:spPr>
            <a:xfrm>
              <a:off x="4053000" y="3523525"/>
              <a:ext cx="196250" cy="196250"/>
            </a:xfrm>
            <a:custGeom>
              <a:rect b="b" l="l" r="r" t="t"/>
              <a:pathLst>
                <a:path extrusionOk="0" fill="none" h="7850" w="785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61" name="Google Shape;2161;p44"/>
            <p:cNvSpPr/>
            <p:nvPr/>
          </p:nvSpPr>
          <p:spPr>
            <a:xfrm>
              <a:off x="4089650" y="3523525"/>
              <a:ext cx="196250" cy="196250"/>
            </a:xfrm>
            <a:custGeom>
              <a:rect b="b" l="l" r="r" t="t"/>
              <a:pathLst>
                <a:path extrusionOk="0" fill="none" h="7850" w="785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162" name="Google Shape;2162;p44"/>
          <p:cNvSpPr/>
          <p:nvPr/>
        </p:nvSpPr>
        <p:spPr>
          <a:xfrm>
            <a:off x="715550" y="2925135"/>
            <a:ext cx="555517" cy="554294"/>
          </a:xfrm>
          <a:custGeom>
            <a:rect b="b" l="l" r="r" t="t"/>
            <a:pathLst>
              <a:path extrusionOk="0" h="11337" w="11362">
                <a:moveTo>
                  <a:pt x="11362" y="5668"/>
                </a:moveTo>
                <a:cubicBezTo>
                  <a:pt x="11362" y="8798"/>
                  <a:pt x="8823" y="11337"/>
                  <a:pt x="5669" y="11337"/>
                </a:cubicBezTo>
                <a:cubicBezTo>
                  <a:pt x="2539" y="11337"/>
                  <a:pt x="1" y="8798"/>
                  <a:pt x="1" y="5668"/>
                </a:cubicBezTo>
                <a:cubicBezTo>
                  <a:pt x="1" y="2539"/>
                  <a:pt x="2539" y="0"/>
                  <a:pt x="5669" y="0"/>
                </a:cubicBezTo>
                <a:cubicBezTo>
                  <a:pt x="8823" y="0"/>
                  <a:pt x="11362" y="2539"/>
                  <a:pt x="11362" y="5668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163" name="Google Shape;2163;p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164689" y="-802375"/>
            <a:ext cx="2527512" cy="2681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4">
  <p:cSld name="CUSTOM_3_1_1_1">
    <p:spTree>
      <p:nvGrpSpPr>
        <p:cNvPr id="2164" name="Shape 2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65" name="Google Shape;2165;p45"/>
          <p:cNvPicPr preferRelativeResize="0"/>
          <p:nvPr/>
        </p:nvPicPr>
        <p:blipFill rotWithShape="1">
          <a:blip r:embed="rId2">
            <a:alphaModFix amt="60000"/>
          </a:blip>
          <a:srcRect b="0" l="40" r="30" t="0"/>
          <a:stretch/>
        </p:blipFill>
        <p:spPr>
          <a:xfrm flipH="1">
            <a:off x="0" y="1"/>
            <a:ext cx="9144002" cy="5143499"/>
          </a:xfrm>
          <a:prstGeom prst="rect">
            <a:avLst/>
          </a:prstGeom>
          <a:noFill/>
          <a:ln>
            <a:noFill/>
          </a:ln>
        </p:spPr>
      </p:pic>
      <p:sp>
        <p:nvSpPr>
          <p:cNvPr id="2166" name="Google Shape;2166;p45"/>
          <p:cNvSpPr txBox="1"/>
          <p:nvPr>
            <p:ph type="title"/>
          </p:nvPr>
        </p:nvSpPr>
        <p:spPr>
          <a:xfrm>
            <a:off x="715500" y="538250"/>
            <a:ext cx="7713000" cy="4206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900"/>
              <a:buNone/>
              <a:defRPr sz="2900">
                <a:latin typeface="Aldrich"/>
                <a:ea typeface="Aldrich"/>
                <a:cs typeface="Aldrich"/>
                <a:sym typeface="Aldrich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9pPr>
          </a:lstStyle>
          <a:p/>
        </p:txBody>
      </p:sp>
      <p:grpSp>
        <p:nvGrpSpPr>
          <p:cNvPr id="2167" name="Google Shape;2167;p45"/>
          <p:cNvGrpSpPr/>
          <p:nvPr/>
        </p:nvGrpSpPr>
        <p:grpSpPr>
          <a:xfrm>
            <a:off x="391864" y="3545270"/>
            <a:ext cx="289170" cy="284718"/>
            <a:chOff x="426000" y="3302025"/>
            <a:chExt cx="220875" cy="217475"/>
          </a:xfrm>
        </p:grpSpPr>
        <p:sp>
          <p:nvSpPr>
            <p:cNvPr id="2168" name="Google Shape;2168;p45"/>
            <p:cNvSpPr/>
            <p:nvPr/>
          </p:nvSpPr>
          <p:spPr>
            <a:xfrm>
              <a:off x="426000" y="3425950"/>
              <a:ext cx="214125" cy="93550"/>
            </a:xfrm>
            <a:custGeom>
              <a:rect b="b" l="l" r="r" t="t"/>
              <a:pathLst>
                <a:path extrusionOk="0" h="3742" w="8565">
                  <a:moveTo>
                    <a:pt x="1" y="0"/>
                  </a:moveTo>
                  <a:cubicBezTo>
                    <a:pt x="290" y="2141"/>
                    <a:pt x="2122" y="3742"/>
                    <a:pt x="4283" y="3742"/>
                  </a:cubicBezTo>
                  <a:cubicBezTo>
                    <a:pt x="6443" y="3742"/>
                    <a:pt x="8275" y="2141"/>
                    <a:pt x="856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69" name="Google Shape;2169;p45"/>
            <p:cNvSpPr/>
            <p:nvPr/>
          </p:nvSpPr>
          <p:spPr>
            <a:xfrm>
              <a:off x="432750" y="3302025"/>
              <a:ext cx="214125" cy="94050"/>
            </a:xfrm>
            <a:custGeom>
              <a:rect b="b" l="l" r="r" t="t"/>
              <a:pathLst>
                <a:path extrusionOk="0" h="3762" w="8565">
                  <a:moveTo>
                    <a:pt x="1" y="0"/>
                  </a:moveTo>
                  <a:cubicBezTo>
                    <a:pt x="271" y="2141"/>
                    <a:pt x="2103" y="3761"/>
                    <a:pt x="4283" y="3761"/>
                  </a:cubicBezTo>
                  <a:cubicBezTo>
                    <a:pt x="6443" y="3761"/>
                    <a:pt x="8275" y="2141"/>
                    <a:pt x="856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170" name="Google Shape;2170;p45"/>
          <p:cNvGrpSpPr/>
          <p:nvPr/>
        </p:nvGrpSpPr>
        <p:grpSpPr>
          <a:xfrm>
            <a:off x="357713" y="1210575"/>
            <a:ext cx="357454" cy="956304"/>
            <a:chOff x="357713" y="600975"/>
            <a:chExt cx="357454" cy="956304"/>
          </a:xfrm>
        </p:grpSpPr>
        <p:sp>
          <p:nvSpPr>
            <p:cNvPr id="2171" name="Google Shape;2171;p45"/>
            <p:cNvSpPr/>
            <p:nvPr/>
          </p:nvSpPr>
          <p:spPr>
            <a:xfrm>
              <a:off x="357713" y="600975"/>
              <a:ext cx="357454" cy="357454"/>
            </a:xfrm>
            <a:custGeom>
              <a:rect b="b" l="l" r="r" t="t"/>
              <a:pathLst>
                <a:path extrusionOk="0" fill="none" h="6539" w="6539">
                  <a:moveTo>
                    <a:pt x="3954" y="367"/>
                  </a:moveTo>
                  <a:cubicBezTo>
                    <a:pt x="5535" y="752"/>
                    <a:pt x="6538" y="2353"/>
                    <a:pt x="6152" y="3954"/>
                  </a:cubicBezTo>
                  <a:cubicBezTo>
                    <a:pt x="5767" y="5535"/>
                    <a:pt x="4166" y="6538"/>
                    <a:pt x="2584" y="6153"/>
                  </a:cubicBezTo>
                  <a:cubicBezTo>
                    <a:pt x="984" y="5767"/>
                    <a:pt x="0" y="4166"/>
                    <a:pt x="366" y="2585"/>
                  </a:cubicBezTo>
                  <a:cubicBezTo>
                    <a:pt x="752" y="984"/>
                    <a:pt x="2353" y="0"/>
                    <a:pt x="3954" y="367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72" name="Google Shape;2172;p45"/>
            <p:cNvSpPr/>
            <p:nvPr/>
          </p:nvSpPr>
          <p:spPr>
            <a:xfrm>
              <a:off x="374549" y="819196"/>
              <a:ext cx="324765" cy="324765"/>
            </a:xfrm>
            <a:custGeom>
              <a:rect b="b" l="l" r="r" t="t"/>
              <a:pathLst>
                <a:path extrusionOk="0" fill="none" h="5941" w="5941">
                  <a:moveTo>
                    <a:pt x="5941" y="2971"/>
                  </a:moveTo>
                  <a:cubicBezTo>
                    <a:pt x="5941" y="4610"/>
                    <a:pt x="4610" y="5941"/>
                    <a:pt x="2971" y="5941"/>
                  </a:cubicBezTo>
                  <a:cubicBezTo>
                    <a:pt x="1331" y="5941"/>
                    <a:pt x="1" y="4610"/>
                    <a:pt x="1" y="2971"/>
                  </a:cubicBezTo>
                  <a:cubicBezTo>
                    <a:pt x="1" y="1331"/>
                    <a:pt x="1331" y="1"/>
                    <a:pt x="2971" y="1"/>
                  </a:cubicBezTo>
                  <a:cubicBezTo>
                    <a:pt x="4610" y="1"/>
                    <a:pt x="5941" y="1331"/>
                    <a:pt x="5941" y="2971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73" name="Google Shape;2173;p45"/>
            <p:cNvSpPr/>
            <p:nvPr/>
          </p:nvSpPr>
          <p:spPr>
            <a:xfrm>
              <a:off x="357713" y="997347"/>
              <a:ext cx="357454" cy="357509"/>
            </a:xfrm>
            <a:custGeom>
              <a:rect b="b" l="l" r="r" t="t"/>
              <a:pathLst>
                <a:path extrusionOk="0" fill="none" h="6540" w="6539">
                  <a:moveTo>
                    <a:pt x="3954" y="387"/>
                  </a:moveTo>
                  <a:cubicBezTo>
                    <a:pt x="5555" y="753"/>
                    <a:pt x="6538" y="2354"/>
                    <a:pt x="6152" y="3955"/>
                  </a:cubicBezTo>
                  <a:cubicBezTo>
                    <a:pt x="5767" y="5556"/>
                    <a:pt x="4166" y="6539"/>
                    <a:pt x="2584" y="6153"/>
                  </a:cubicBezTo>
                  <a:cubicBezTo>
                    <a:pt x="984" y="5787"/>
                    <a:pt x="0" y="4186"/>
                    <a:pt x="366" y="2585"/>
                  </a:cubicBezTo>
                  <a:cubicBezTo>
                    <a:pt x="752" y="985"/>
                    <a:pt x="2353" y="1"/>
                    <a:pt x="3954" y="387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74" name="Google Shape;2174;p45"/>
            <p:cNvSpPr/>
            <p:nvPr/>
          </p:nvSpPr>
          <p:spPr>
            <a:xfrm>
              <a:off x="358751" y="1200863"/>
              <a:ext cx="356416" cy="356416"/>
            </a:xfrm>
            <a:custGeom>
              <a:rect b="b" l="l" r="r" t="t"/>
              <a:pathLst>
                <a:path extrusionOk="0" fill="none" h="6520" w="6520">
                  <a:moveTo>
                    <a:pt x="5362" y="1158"/>
                  </a:moveTo>
                  <a:cubicBezTo>
                    <a:pt x="6519" y="2315"/>
                    <a:pt x="6519" y="4186"/>
                    <a:pt x="5362" y="5343"/>
                  </a:cubicBezTo>
                  <a:cubicBezTo>
                    <a:pt x="4186" y="6519"/>
                    <a:pt x="2315" y="6519"/>
                    <a:pt x="1157" y="5343"/>
                  </a:cubicBezTo>
                  <a:cubicBezTo>
                    <a:pt x="0" y="4186"/>
                    <a:pt x="0" y="2315"/>
                    <a:pt x="1157" y="1158"/>
                  </a:cubicBezTo>
                  <a:cubicBezTo>
                    <a:pt x="2315" y="0"/>
                    <a:pt x="4186" y="0"/>
                    <a:pt x="5362" y="1158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175" name="Google Shape;2175;p45"/>
          <p:cNvGrpSpPr/>
          <p:nvPr/>
        </p:nvGrpSpPr>
        <p:grpSpPr>
          <a:xfrm>
            <a:off x="8366565" y="3429220"/>
            <a:ext cx="1965289" cy="517060"/>
            <a:chOff x="3539975" y="3523525"/>
            <a:chExt cx="745925" cy="196250"/>
          </a:xfrm>
        </p:grpSpPr>
        <p:sp>
          <p:nvSpPr>
            <p:cNvPr id="2176" name="Google Shape;2176;p45"/>
            <p:cNvSpPr/>
            <p:nvPr/>
          </p:nvSpPr>
          <p:spPr>
            <a:xfrm>
              <a:off x="3539975" y="3523525"/>
              <a:ext cx="196250" cy="196250"/>
            </a:xfrm>
            <a:custGeom>
              <a:rect b="b" l="l" r="r" t="t"/>
              <a:pathLst>
                <a:path extrusionOk="0" fill="none" h="7850" w="785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77" name="Google Shape;2177;p45"/>
            <p:cNvSpPr/>
            <p:nvPr/>
          </p:nvSpPr>
          <p:spPr>
            <a:xfrm>
              <a:off x="3576625" y="3523525"/>
              <a:ext cx="196250" cy="196250"/>
            </a:xfrm>
            <a:custGeom>
              <a:rect b="b" l="l" r="r" t="t"/>
              <a:pathLst>
                <a:path extrusionOk="0" fill="none" h="7850" w="785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78" name="Google Shape;2178;p45"/>
            <p:cNvSpPr/>
            <p:nvPr/>
          </p:nvSpPr>
          <p:spPr>
            <a:xfrm>
              <a:off x="3613250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1" y="0"/>
                  </a:moveTo>
                  <a:lnTo>
                    <a:pt x="7851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79" name="Google Shape;2179;p45"/>
            <p:cNvSpPr/>
            <p:nvPr/>
          </p:nvSpPr>
          <p:spPr>
            <a:xfrm>
              <a:off x="3649900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1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80" name="Google Shape;2180;p45"/>
            <p:cNvSpPr/>
            <p:nvPr/>
          </p:nvSpPr>
          <p:spPr>
            <a:xfrm>
              <a:off x="3686550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81" name="Google Shape;2181;p45"/>
            <p:cNvSpPr/>
            <p:nvPr/>
          </p:nvSpPr>
          <p:spPr>
            <a:xfrm>
              <a:off x="3723200" y="3523525"/>
              <a:ext cx="196250" cy="196250"/>
            </a:xfrm>
            <a:custGeom>
              <a:rect b="b" l="l" r="r" t="t"/>
              <a:pathLst>
                <a:path extrusionOk="0" fill="none" h="7850" w="785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82" name="Google Shape;2182;p45"/>
            <p:cNvSpPr/>
            <p:nvPr/>
          </p:nvSpPr>
          <p:spPr>
            <a:xfrm>
              <a:off x="3759825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1" y="0"/>
                  </a:moveTo>
                  <a:lnTo>
                    <a:pt x="7851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83" name="Google Shape;2183;p45"/>
            <p:cNvSpPr/>
            <p:nvPr/>
          </p:nvSpPr>
          <p:spPr>
            <a:xfrm>
              <a:off x="3796475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1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84" name="Google Shape;2184;p45"/>
            <p:cNvSpPr/>
            <p:nvPr/>
          </p:nvSpPr>
          <p:spPr>
            <a:xfrm>
              <a:off x="3833125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1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85" name="Google Shape;2185;p45"/>
            <p:cNvSpPr/>
            <p:nvPr/>
          </p:nvSpPr>
          <p:spPr>
            <a:xfrm>
              <a:off x="3869775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86" name="Google Shape;2186;p45"/>
            <p:cNvSpPr/>
            <p:nvPr/>
          </p:nvSpPr>
          <p:spPr>
            <a:xfrm>
              <a:off x="3906425" y="3523525"/>
              <a:ext cx="196250" cy="196250"/>
            </a:xfrm>
            <a:custGeom>
              <a:rect b="b" l="l" r="r" t="t"/>
              <a:pathLst>
                <a:path extrusionOk="0" fill="none" h="7850" w="785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87" name="Google Shape;2187;p45"/>
            <p:cNvSpPr/>
            <p:nvPr/>
          </p:nvSpPr>
          <p:spPr>
            <a:xfrm>
              <a:off x="3943050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1" y="0"/>
                  </a:moveTo>
                  <a:lnTo>
                    <a:pt x="7851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88" name="Google Shape;2188;p45"/>
            <p:cNvSpPr/>
            <p:nvPr/>
          </p:nvSpPr>
          <p:spPr>
            <a:xfrm>
              <a:off x="3979700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1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89" name="Google Shape;2189;p45"/>
            <p:cNvSpPr/>
            <p:nvPr/>
          </p:nvSpPr>
          <p:spPr>
            <a:xfrm>
              <a:off x="4016350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1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90" name="Google Shape;2190;p45"/>
            <p:cNvSpPr/>
            <p:nvPr/>
          </p:nvSpPr>
          <p:spPr>
            <a:xfrm>
              <a:off x="4053000" y="3523525"/>
              <a:ext cx="196250" cy="196250"/>
            </a:xfrm>
            <a:custGeom>
              <a:rect b="b" l="l" r="r" t="t"/>
              <a:pathLst>
                <a:path extrusionOk="0" fill="none" h="7850" w="785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91" name="Google Shape;2191;p45"/>
            <p:cNvSpPr/>
            <p:nvPr/>
          </p:nvSpPr>
          <p:spPr>
            <a:xfrm>
              <a:off x="4089650" y="3523525"/>
              <a:ext cx="196250" cy="196250"/>
            </a:xfrm>
            <a:custGeom>
              <a:rect b="b" l="l" r="r" t="t"/>
              <a:pathLst>
                <a:path extrusionOk="0" fill="none" h="7850" w="785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5">
  <p:cSld name="CUSTOM_3_1_1_1_1">
    <p:spTree>
      <p:nvGrpSpPr>
        <p:cNvPr id="2192" name="Shape 2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93" name="Google Shape;2193;p46"/>
          <p:cNvPicPr preferRelativeResize="0"/>
          <p:nvPr/>
        </p:nvPicPr>
        <p:blipFill rotWithShape="1">
          <a:blip r:embed="rId2">
            <a:alphaModFix amt="60000"/>
          </a:blip>
          <a:srcRect b="0" l="40" r="30" t="0"/>
          <a:stretch/>
        </p:blipFill>
        <p:spPr>
          <a:xfrm>
            <a:off x="0" y="1"/>
            <a:ext cx="9144002" cy="5143499"/>
          </a:xfrm>
          <a:prstGeom prst="rect">
            <a:avLst/>
          </a:prstGeom>
          <a:noFill/>
          <a:ln>
            <a:noFill/>
          </a:ln>
        </p:spPr>
      </p:pic>
      <p:sp>
        <p:nvSpPr>
          <p:cNvPr id="2194" name="Google Shape;2194;p46"/>
          <p:cNvSpPr txBox="1"/>
          <p:nvPr>
            <p:ph type="title"/>
          </p:nvPr>
        </p:nvSpPr>
        <p:spPr>
          <a:xfrm>
            <a:off x="715500" y="538250"/>
            <a:ext cx="7713000" cy="4206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900"/>
              <a:buNone/>
              <a:defRPr sz="2900">
                <a:latin typeface="Aldrich"/>
                <a:ea typeface="Aldrich"/>
                <a:cs typeface="Aldrich"/>
                <a:sym typeface="Aldrich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9pPr>
          </a:lstStyle>
          <a:p/>
        </p:txBody>
      </p:sp>
      <p:pic>
        <p:nvPicPr>
          <p:cNvPr id="2195" name="Google Shape;2195;p4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 rot="150349">
            <a:off x="-1128684" y="4246704"/>
            <a:ext cx="9353212" cy="268125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196" name="Google Shape;2196;p46"/>
          <p:cNvGrpSpPr/>
          <p:nvPr/>
        </p:nvGrpSpPr>
        <p:grpSpPr>
          <a:xfrm flipH="1">
            <a:off x="435156" y="4236070"/>
            <a:ext cx="289285" cy="284718"/>
            <a:chOff x="419162" y="3302025"/>
            <a:chExt cx="220963" cy="217475"/>
          </a:xfrm>
        </p:grpSpPr>
        <p:sp>
          <p:nvSpPr>
            <p:cNvPr id="2197" name="Google Shape;2197;p46"/>
            <p:cNvSpPr/>
            <p:nvPr/>
          </p:nvSpPr>
          <p:spPr>
            <a:xfrm>
              <a:off x="426000" y="3425950"/>
              <a:ext cx="214125" cy="93550"/>
            </a:xfrm>
            <a:custGeom>
              <a:rect b="b" l="l" r="r" t="t"/>
              <a:pathLst>
                <a:path extrusionOk="0" h="3742" w="8565">
                  <a:moveTo>
                    <a:pt x="1" y="0"/>
                  </a:moveTo>
                  <a:cubicBezTo>
                    <a:pt x="290" y="2141"/>
                    <a:pt x="2122" y="3742"/>
                    <a:pt x="4283" y="3742"/>
                  </a:cubicBezTo>
                  <a:cubicBezTo>
                    <a:pt x="6443" y="3742"/>
                    <a:pt x="8275" y="2141"/>
                    <a:pt x="856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98" name="Google Shape;2198;p46"/>
            <p:cNvSpPr/>
            <p:nvPr/>
          </p:nvSpPr>
          <p:spPr>
            <a:xfrm>
              <a:off x="419162" y="3302025"/>
              <a:ext cx="214125" cy="94050"/>
            </a:xfrm>
            <a:custGeom>
              <a:rect b="b" l="l" r="r" t="t"/>
              <a:pathLst>
                <a:path extrusionOk="0" h="3762" w="8565">
                  <a:moveTo>
                    <a:pt x="1" y="0"/>
                  </a:moveTo>
                  <a:cubicBezTo>
                    <a:pt x="271" y="2141"/>
                    <a:pt x="2103" y="3761"/>
                    <a:pt x="4283" y="3761"/>
                  </a:cubicBezTo>
                  <a:cubicBezTo>
                    <a:pt x="6443" y="3761"/>
                    <a:pt x="8275" y="2141"/>
                    <a:pt x="856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199" name="Google Shape;2199;p46"/>
          <p:cNvGrpSpPr/>
          <p:nvPr/>
        </p:nvGrpSpPr>
        <p:grpSpPr>
          <a:xfrm flipH="1">
            <a:off x="-1328926" y="2418978"/>
            <a:ext cx="1965289" cy="517060"/>
            <a:chOff x="3539975" y="3523525"/>
            <a:chExt cx="745925" cy="196250"/>
          </a:xfrm>
        </p:grpSpPr>
        <p:sp>
          <p:nvSpPr>
            <p:cNvPr id="2200" name="Google Shape;2200;p46"/>
            <p:cNvSpPr/>
            <p:nvPr/>
          </p:nvSpPr>
          <p:spPr>
            <a:xfrm>
              <a:off x="3539975" y="3523525"/>
              <a:ext cx="196250" cy="196250"/>
            </a:xfrm>
            <a:custGeom>
              <a:rect b="b" l="l" r="r" t="t"/>
              <a:pathLst>
                <a:path extrusionOk="0" fill="none" h="7850" w="785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01" name="Google Shape;2201;p46"/>
            <p:cNvSpPr/>
            <p:nvPr/>
          </p:nvSpPr>
          <p:spPr>
            <a:xfrm>
              <a:off x="3576625" y="3523525"/>
              <a:ext cx="196250" cy="196250"/>
            </a:xfrm>
            <a:custGeom>
              <a:rect b="b" l="l" r="r" t="t"/>
              <a:pathLst>
                <a:path extrusionOk="0" fill="none" h="7850" w="785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02" name="Google Shape;2202;p46"/>
            <p:cNvSpPr/>
            <p:nvPr/>
          </p:nvSpPr>
          <p:spPr>
            <a:xfrm>
              <a:off x="3613250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1" y="0"/>
                  </a:moveTo>
                  <a:lnTo>
                    <a:pt x="7851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03" name="Google Shape;2203;p46"/>
            <p:cNvSpPr/>
            <p:nvPr/>
          </p:nvSpPr>
          <p:spPr>
            <a:xfrm>
              <a:off x="3649900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1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04" name="Google Shape;2204;p46"/>
            <p:cNvSpPr/>
            <p:nvPr/>
          </p:nvSpPr>
          <p:spPr>
            <a:xfrm>
              <a:off x="3686550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05" name="Google Shape;2205;p46"/>
            <p:cNvSpPr/>
            <p:nvPr/>
          </p:nvSpPr>
          <p:spPr>
            <a:xfrm>
              <a:off x="3723200" y="3523525"/>
              <a:ext cx="196250" cy="196250"/>
            </a:xfrm>
            <a:custGeom>
              <a:rect b="b" l="l" r="r" t="t"/>
              <a:pathLst>
                <a:path extrusionOk="0" fill="none" h="7850" w="785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06" name="Google Shape;2206;p46"/>
            <p:cNvSpPr/>
            <p:nvPr/>
          </p:nvSpPr>
          <p:spPr>
            <a:xfrm>
              <a:off x="3759825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1" y="0"/>
                  </a:moveTo>
                  <a:lnTo>
                    <a:pt x="7851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07" name="Google Shape;2207;p46"/>
            <p:cNvSpPr/>
            <p:nvPr/>
          </p:nvSpPr>
          <p:spPr>
            <a:xfrm>
              <a:off x="3796475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1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08" name="Google Shape;2208;p46"/>
            <p:cNvSpPr/>
            <p:nvPr/>
          </p:nvSpPr>
          <p:spPr>
            <a:xfrm>
              <a:off x="3833125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1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09" name="Google Shape;2209;p46"/>
            <p:cNvSpPr/>
            <p:nvPr/>
          </p:nvSpPr>
          <p:spPr>
            <a:xfrm>
              <a:off x="3869775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10" name="Google Shape;2210;p46"/>
            <p:cNvSpPr/>
            <p:nvPr/>
          </p:nvSpPr>
          <p:spPr>
            <a:xfrm>
              <a:off x="3906425" y="3523525"/>
              <a:ext cx="196250" cy="196250"/>
            </a:xfrm>
            <a:custGeom>
              <a:rect b="b" l="l" r="r" t="t"/>
              <a:pathLst>
                <a:path extrusionOk="0" fill="none" h="7850" w="785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11" name="Google Shape;2211;p46"/>
            <p:cNvSpPr/>
            <p:nvPr/>
          </p:nvSpPr>
          <p:spPr>
            <a:xfrm>
              <a:off x="3943050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1" y="0"/>
                  </a:moveTo>
                  <a:lnTo>
                    <a:pt x="7851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12" name="Google Shape;2212;p46"/>
            <p:cNvSpPr/>
            <p:nvPr/>
          </p:nvSpPr>
          <p:spPr>
            <a:xfrm>
              <a:off x="3979700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1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13" name="Google Shape;2213;p46"/>
            <p:cNvSpPr/>
            <p:nvPr/>
          </p:nvSpPr>
          <p:spPr>
            <a:xfrm>
              <a:off x="4016350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1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14" name="Google Shape;2214;p46"/>
            <p:cNvSpPr/>
            <p:nvPr/>
          </p:nvSpPr>
          <p:spPr>
            <a:xfrm>
              <a:off x="4053000" y="3523525"/>
              <a:ext cx="196250" cy="196250"/>
            </a:xfrm>
            <a:custGeom>
              <a:rect b="b" l="l" r="r" t="t"/>
              <a:pathLst>
                <a:path extrusionOk="0" fill="none" h="7850" w="785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15" name="Google Shape;2215;p46"/>
            <p:cNvSpPr/>
            <p:nvPr/>
          </p:nvSpPr>
          <p:spPr>
            <a:xfrm>
              <a:off x="4089650" y="3523525"/>
              <a:ext cx="196250" cy="196250"/>
            </a:xfrm>
            <a:custGeom>
              <a:rect b="b" l="l" r="r" t="t"/>
              <a:pathLst>
                <a:path extrusionOk="0" fill="none" h="7850" w="785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6">
  <p:cSld name="CUSTOM_3_1_1_1_1_1">
    <p:spTree>
      <p:nvGrpSpPr>
        <p:cNvPr id="2216" name="Shape 2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17" name="Google Shape;2217;p47"/>
          <p:cNvPicPr preferRelativeResize="0"/>
          <p:nvPr/>
        </p:nvPicPr>
        <p:blipFill rotWithShape="1">
          <a:blip r:embed="rId2">
            <a:alphaModFix amt="60000"/>
          </a:blip>
          <a:srcRect b="10" l="0" r="0" t="10"/>
          <a:stretch/>
        </p:blipFill>
        <p:spPr>
          <a:xfrm rot="10800000">
            <a:off x="0" y="1"/>
            <a:ext cx="9144002" cy="5143499"/>
          </a:xfrm>
          <a:prstGeom prst="rect">
            <a:avLst/>
          </a:prstGeom>
          <a:noFill/>
          <a:ln>
            <a:noFill/>
          </a:ln>
        </p:spPr>
      </p:pic>
      <p:sp>
        <p:nvSpPr>
          <p:cNvPr id="2218" name="Google Shape;2218;p47"/>
          <p:cNvSpPr txBox="1"/>
          <p:nvPr>
            <p:ph type="title"/>
          </p:nvPr>
        </p:nvSpPr>
        <p:spPr>
          <a:xfrm>
            <a:off x="715500" y="538250"/>
            <a:ext cx="7713000" cy="4206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900"/>
              <a:buNone/>
              <a:defRPr sz="2900">
                <a:latin typeface="Aldrich"/>
                <a:ea typeface="Aldrich"/>
                <a:cs typeface="Aldrich"/>
                <a:sym typeface="Aldrich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9pPr>
          </a:lstStyle>
          <a:p/>
        </p:txBody>
      </p:sp>
      <p:grpSp>
        <p:nvGrpSpPr>
          <p:cNvPr id="2219" name="Google Shape;2219;p47"/>
          <p:cNvGrpSpPr/>
          <p:nvPr/>
        </p:nvGrpSpPr>
        <p:grpSpPr>
          <a:xfrm>
            <a:off x="391864" y="1291684"/>
            <a:ext cx="289170" cy="284718"/>
            <a:chOff x="426000" y="3302025"/>
            <a:chExt cx="220875" cy="217475"/>
          </a:xfrm>
        </p:grpSpPr>
        <p:sp>
          <p:nvSpPr>
            <p:cNvPr id="2220" name="Google Shape;2220;p47"/>
            <p:cNvSpPr/>
            <p:nvPr/>
          </p:nvSpPr>
          <p:spPr>
            <a:xfrm>
              <a:off x="426000" y="3425950"/>
              <a:ext cx="214125" cy="93550"/>
            </a:xfrm>
            <a:custGeom>
              <a:rect b="b" l="l" r="r" t="t"/>
              <a:pathLst>
                <a:path extrusionOk="0" h="3742" w="8565">
                  <a:moveTo>
                    <a:pt x="1" y="0"/>
                  </a:moveTo>
                  <a:cubicBezTo>
                    <a:pt x="290" y="2141"/>
                    <a:pt x="2122" y="3742"/>
                    <a:pt x="4283" y="3742"/>
                  </a:cubicBezTo>
                  <a:cubicBezTo>
                    <a:pt x="6443" y="3742"/>
                    <a:pt x="8275" y="2141"/>
                    <a:pt x="856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21" name="Google Shape;2221;p47"/>
            <p:cNvSpPr/>
            <p:nvPr/>
          </p:nvSpPr>
          <p:spPr>
            <a:xfrm>
              <a:off x="432750" y="3302025"/>
              <a:ext cx="214125" cy="94050"/>
            </a:xfrm>
            <a:custGeom>
              <a:rect b="b" l="l" r="r" t="t"/>
              <a:pathLst>
                <a:path extrusionOk="0" h="3762" w="8565">
                  <a:moveTo>
                    <a:pt x="1" y="0"/>
                  </a:moveTo>
                  <a:cubicBezTo>
                    <a:pt x="271" y="2141"/>
                    <a:pt x="2103" y="3761"/>
                    <a:pt x="4283" y="3761"/>
                  </a:cubicBezTo>
                  <a:cubicBezTo>
                    <a:pt x="6443" y="3761"/>
                    <a:pt x="8275" y="2141"/>
                    <a:pt x="856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222" name="Google Shape;2222;p47"/>
          <p:cNvGrpSpPr/>
          <p:nvPr/>
        </p:nvGrpSpPr>
        <p:grpSpPr>
          <a:xfrm flipH="1" rot="10800000">
            <a:off x="357713" y="3259593"/>
            <a:ext cx="357454" cy="956304"/>
            <a:chOff x="357713" y="600975"/>
            <a:chExt cx="357454" cy="956304"/>
          </a:xfrm>
        </p:grpSpPr>
        <p:sp>
          <p:nvSpPr>
            <p:cNvPr id="2223" name="Google Shape;2223;p47"/>
            <p:cNvSpPr/>
            <p:nvPr/>
          </p:nvSpPr>
          <p:spPr>
            <a:xfrm>
              <a:off x="357713" y="600975"/>
              <a:ext cx="357454" cy="357454"/>
            </a:xfrm>
            <a:custGeom>
              <a:rect b="b" l="l" r="r" t="t"/>
              <a:pathLst>
                <a:path extrusionOk="0" fill="none" h="6539" w="6539">
                  <a:moveTo>
                    <a:pt x="3954" y="367"/>
                  </a:moveTo>
                  <a:cubicBezTo>
                    <a:pt x="5535" y="752"/>
                    <a:pt x="6538" y="2353"/>
                    <a:pt x="6152" y="3954"/>
                  </a:cubicBezTo>
                  <a:cubicBezTo>
                    <a:pt x="5767" y="5535"/>
                    <a:pt x="4166" y="6538"/>
                    <a:pt x="2584" y="6153"/>
                  </a:cubicBezTo>
                  <a:cubicBezTo>
                    <a:pt x="984" y="5767"/>
                    <a:pt x="0" y="4166"/>
                    <a:pt x="366" y="2585"/>
                  </a:cubicBezTo>
                  <a:cubicBezTo>
                    <a:pt x="752" y="984"/>
                    <a:pt x="2353" y="0"/>
                    <a:pt x="3954" y="367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24" name="Google Shape;2224;p47"/>
            <p:cNvSpPr/>
            <p:nvPr/>
          </p:nvSpPr>
          <p:spPr>
            <a:xfrm>
              <a:off x="374549" y="819196"/>
              <a:ext cx="324765" cy="324765"/>
            </a:xfrm>
            <a:custGeom>
              <a:rect b="b" l="l" r="r" t="t"/>
              <a:pathLst>
                <a:path extrusionOk="0" fill="none" h="5941" w="5941">
                  <a:moveTo>
                    <a:pt x="5941" y="2971"/>
                  </a:moveTo>
                  <a:cubicBezTo>
                    <a:pt x="5941" y="4610"/>
                    <a:pt x="4610" y="5941"/>
                    <a:pt x="2971" y="5941"/>
                  </a:cubicBezTo>
                  <a:cubicBezTo>
                    <a:pt x="1331" y="5941"/>
                    <a:pt x="1" y="4610"/>
                    <a:pt x="1" y="2971"/>
                  </a:cubicBezTo>
                  <a:cubicBezTo>
                    <a:pt x="1" y="1331"/>
                    <a:pt x="1331" y="1"/>
                    <a:pt x="2971" y="1"/>
                  </a:cubicBezTo>
                  <a:cubicBezTo>
                    <a:pt x="4610" y="1"/>
                    <a:pt x="5941" y="1331"/>
                    <a:pt x="5941" y="2971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25" name="Google Shape;2225;p47"/>
            <p:cNvSpPr/>
            <p:nvPr/>
          </p:nvSpPr>
          <p:spPr>
            <a:xfrm>
              <a:off x="357713" y="997347"/>
              <a:ext cx="357454" cy="357509"/>
            </a:xfrm>
            <a:custGeom>
              <a:rect b="b" l="l" r="r" t="t"/>
              <a:pathLst>
                <a:path extrusionOk="0" fill="none" h="6540" w="6539">
                  <a:moveTo>
                    <a:pt x="3954" y="387"/>
                  </a:moveTo>
                  <a:cubicBezTo>
                    <a:pt x="5555" y="753"/>
                    <a:pt x="6538" y="2354"/>
                    <a:pt x="6152" y="3955"/>
                  </a:cubicBezTo>
                  <a:cubicBezTo>
                    <a:pt x="5767" y="5556"/>
                    <a:pt x="4166" y="6539"/>
                    <a:pt x="2584" y="6153"/>
                  </a:cubicBezTo>
                  <a:cubicBezTo>
                    <a:pt x="984" y="5787"/>
                    <a:pt x="0" y="4186"/>
                    <a:pt x="366" y="2585"/>
                  </a:cubicBezTo>
                  <a:cubicBezTo>
                    <a:pt x="752" y="985"/>
                    <a:pt x="2353" y="1"/>
                    <a:pt x="3954" y="387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26" name="Google Shape;2226;p47"/>
            <p:cNvSpPr/>
            <p:nvPr/>
          </p:nvSpPr>
          <p:spPr>
            <a:xfrm>
              <a:off x="358751" y="1200863"/>
              <a:ext cx="356416" cy="356416"/>
            </a:xfrm>
            <a:custGeom>
              <a:rect b="b" l="l" r="r" t="t"/>
              <a:pathLst>
                <a:path extrusionOk="0" fill="none" h="6520" w="6520">
                  <a:moveTo>
                    <a:pt x="5362" y="1158"/>
                  </a:moveTo>
                  <a:cubicBezTo>
                    <a:pt x="6519" y="2315"/>
                    <a:pt x="6519" y="4186"/>
                    <a:pt x="5362" y="5343"/>
                  </a:cubicBezTo>
                  <a:cubicBezTo>
                    <a:pt x="4186" y="6519"/>
                    <a:pt x="2315" y="6519"/>
                    <a:pt x="1157" y="5343"/>
                  </a:cubicBezTo>
                  <a:cubicBezTo>
                    <a:pt x="0" y="4186"/>
                    <a:pt x="0" y="2315"/>
                    <a:pt x="1157" y="1158"/>
                  </a:cubicBezTo>
                  <a:cubicBezTo>
                    <a:pt x="2315" y="0"/>
                    <a:pt x="4186" y="0"/>
                    <a:pt x="5362" y="1158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227" name="Google Shape;2227;p47"/>
          <p:cNvGrpSpPr/>
          <p:nvPr/>
        </p:nvGrpSpPr>
        <p:grpSpPr>
          <a:xfrm flipH="1" rot="10800000">
            <a:off x="5872083" y="4723023"/>
            <a:ext cx="793256" cy="182899"/>
            <a:chOff x="2685575" y="2835950"/>
            <a:chExt cx="433000" cy="99825"/>
          </a:xfrm>
        </p:grpSpPr>
        <p:sp>
          <p:nvSpPr>
            <p:cNvPr id="2228" name="Google Shape;2228;p47"/>
            <p:cNvSpPr/>
            <p:nvPr/>
          </p:nvSpPr>
          <p:spPr>
            <a:xfrm>
              <a:off x="3032250" y="2835950"/>
              <a:ext cx="86325" cy="99825"/>
            </a:xfrm>
            <a:custGeom>
              <a:rect b="b" l="l" r="r" t="t"/>
              <a:pathLst>
                <a:path extrusionOk="0" h="3993" w="3453">
                  <a:moveTo>
                    <a:pt x="3453" y="0"/>
                  </a:moveTo>
                  <a:lnTo>
                    <a:pt x="0" y="2006"/>
                  </a:lnTo>
                  <a:lnTo>
                    <a:pt x="3453" y="3993"/>
                  </a:lnTo>
                  <a:lnTo>
                    <a:pt x="3453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29" name="Google Shape;2229;p47"/>
            <p:cNvSpPr/>
            <p:nvPr/>
          </p:nvSpPr>
          <p:spPr>
            <a:xfrm>
              <a:off x="2917000" y="2835950"/>
              <a:ext cx="85850" cy="99825"/>
            </a:xfrm>
            <a:custGeom>
              <a:rect b="b" l="l" r="r" t="t"/>
              <a:pathLst>
                <a:path extrusionOk="0" h="3993" w="3434">
                  <a:moveTo>
                    <a:pt x="3434" y="0"/>
                  </a:moveTo>
                  <a:lnTo>
                    <a:pt x="1" y="2006"/>
                  </a:lnTo>
                  <a:lnTo>
                    <a:pt x="3434" y="3993"/>
                  </a:lnTo>
                  <a:lnTo>
                    <a:pt x="3434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30" name="Google Shape;2230;p47"/>
            <p:cNvSpPr/>
            <p:nvPr/>
          </p:nvSpPr>
          <p:spPr>
            <a:xfrm>
              <a:off x="2801300" y="2835950"/>
              <a:ext cx="86325" cy="99825"/>
            </a:xfrm>
            <a:custGeom>
              <a:rect b="b" l="l" r="r" t="t"/>
              <a:pathLst>
                <a:path extrusionOk="0" h="3993" w="3453">
                  <a:moveTo>
                    <a:pt x="3452" y="0"/>
                  </a:moveTo>
                  <a:lnTo>
                    <a:pt x="0" y="2006"/>
                  </a:lnTo>
                  <a:lnTo>
                    <a:pt x="3452" y="3993"/>
                  </a:lnTo>
                  <a:lnTo>
                    <a:pt x="3452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31" name="Google Shape;2231;p47"/>
            <p:cNvSpPr/>
            <p:nvPr/>
          </p:nvSpPr>
          <p:spPr>
            <a:xfrm>
              <a:off x="2685575" y="2835950"/>
              <a:ext cx="86325" cy="99825"/>
            </a:xfrm>
            <a:custGeom>
              <a:rect b="b" l="l" r="r" t="t"/>
              <a:pathLst>
                <a:path extrusionOk="0" h="3993" w="3453">
                  <a:moveTo>
                    <a:pt x="3453" y="0"/>
                  </a:moveTo>
                  <a:lnTo>
                    <a:pt x="0" y="2006"/>
                  </a:lnTo>
                  <a:lnTo>
                    <a:pt x="3453" y="3993"/>
                  </a:lnTo>
                  <a:lnTo>
                    <a:pt x="3453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232" name="Google Shape;2232;p47"/>
          <p:cNvGrpSpPr/>
          <p:nvPr/>
        </p:nvGrpSpPr>
        <p:grpSpPr>
          <a:xfrm flipH="1" rot="10800000">
            <a:off x="507239" y="4684974"/>
            <a:ext cx="2019176" cy="2019176"/>
            <a:chOff x="1943325" y="-220375"/>
            <a:chExt cx="1298672" cy="1298672"/>
          </a:xfrm>
        </p:grpSpPr>
        <p:sp>
          <p:nvSpPr>
            <p:cNvPr id="2233" name="Google Shape;2233;p47"/>
            <p:cNvSpPr/>
            <p:nvPr/>
          </p:nvSpPr>
          <p:spPr>
            <a:xfrm>
              <a:off x="2582255" y="-220375"/>
              <a:ext cx="49" cy="460871"/>
            </a:xfrm>
            <a:custGeom>
              <a:rect b="b" l="l" r="r" t="t"/>
              <a:pathLst>
                <a:path extrusionOk="0" fill="none" h="9432" w="1">
                  <a:moveTo>
                    <a:pt x="0" y="0"/>
                  </a:moveTo>
                  <a:lnTo>
                    <a:pt x="0" y="9431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34" name="Google Shape;2234;p47"/>
            <p:cNvSpPr/>
            <p:nvPr/>
          </p:nvSpPr>
          <p:spPr>
            <a:xfrm>
              <a:off x="2414509" y="-195895"/>
              <a:ext cx="118785" cy="444844"/>
            </a:xfrm>
            <a:custGeom>
              <a:rect b="b" l="l" r="r" t="t"/>
              <a:pathLst>
                <a:path extrusionOk="0" fill="none" h="9104" w="2431">
                  <a:moveTo>
                    <a:pt x="0" y="1"/>
                  </a:moveTo>
                  <a:lnTo>
                    <a:pt x="2431" y="9104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35" name="Google Shape;2235;p47"/>
            <p:cNvSpPr/>
            <p:nvPr/>
          </p:nvSpPr>
          <p:spPr>
            <a:xfrm>
              <a:off x="2259027" y="-128024"/>
              <a:ext cx="229996" cy="398669"/>
            </a:xfrm>
            <a:custGeom>
              <a:rect b="b" l="l" r="r" t="t"/>
              <a:pathLst>
                <a:path extrusionOk="0" fill="none" h="8159" w="4707">
                  <a:moveTo>
                    <a:pt x="0" y="0"/>
                  </a:moveTo>
                  <a:lnTo>
                    <a:pt x="4706" y="8158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36" name="Google Shape;2236;p47"/>
            <p:cNvSpPr/>
            <p:nvPr/>
          </p:nvSpPr>
          <p:spPr>
            <a:xfrm>
              <a:off x="2126121" y="-22481"/>
              <a:ext cx="325180" cy="325180"/>
            </a:xfrm>
            <a:custGeom>
              <a:rect b="b" l="l" r="r" t="t"/>
              <a:pathLst>
                <a:path extrusionOk="0" fill="none" h="6655" w="6655">
                  <a:moveTo>
                    <a:pt x="1" y="0"/>
                  </a:moveTo>
                  <a:lnTo>
                    <a:pt x="6655" y="6654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37" name="Google Shape;2237;p47"/>
            <p:cNvSpPr/>
            <p:nvPr/>
          </p:nvSpPr>
          <p:spPr>
            <a:xfrm>
              <a:off x="2025317" y="113211"/>
              <a:ext cx="398669" cy="230924"/>
            </a:xfrm>
            <a:custGeom>
              <a:rect b="b" l="l" r="r" t="t"/>
              <a:pathLst>
                <a:path extrusionOk="0" fill="none" h="4726" w="8159">
                  <a:moveTo>
                    <a:pt x="0" y="1"/>
                  </a:moveTo>
                  <a:lnTo>
                    <a:pt x="8158" y="4726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38" name="Google Shape;2238;p47"/>
            <p:cNvSpPr/>
            <p:nvPr/>
          </p:nvSpPr>
          <p:spPr>
            <a:xfrm>
              <a:off x="1963114" y="270598"/>
              <a:ext cx="444844" cy="119713"/>
            </a:xfrm>
            <a:custGeom>
              <a:rect b="b" l="l" r="r" t="t"/>
              <a:pathLst>
                <a:path extrusionOk="0" fill="none" h="2450" w="9104">
                  <a:moveTo>
                    <a:pt x="0" y="0"/>
                  </a:moveTo>
                  <a:lnTo>
                    <a:pt x="9103" y="24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39" name="Google Shape;2239;p47"/>
            <p:cNvSpPr/>
            <p:nvPr/>
          </p:nvSpPr>
          <p:spPr>
            <a:xfrm>
              <a:off x="1943325" y="439273"/>
              <a:ext cx="460871" cy="49"/>
            </a:xfrm>
            <a:custGeom>
              <a:rect b="b" l="l" r="r" t="t"/>
              <a:pathLst>
                <a:path extrusionOk="0" fill="none" h="1" w="9432">
                  <a:moveTo>
                    <a:pt x="0" y="1"/>
                  </a:moveTo>
                  <a:lnTo>
                    <a:pt x="9431" y="1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40" name="Google Shape;2240;p47"/>
            <p:cNvSpPr/>
            <p:nvPr/>
          </p:nvSpPr>
          <p:spPr>
            <a:xfrm>
              <a:off x="1967805" y="487354"/>
              <a:ext cx="445821" cy="119713"/>
            </a:xfrm>
            <a:custGeom>
              <a:rect b="b" l="l" r="r" t="t"/>
              <a:pathLst>
                <a:path extrusionOk="0" fill="none" h="2450" w="9124">
                  <a:moveTo>
                    <a:pt x="1" y="2450"/>
                  </a:moveTo>
                  <a:lnTo>
                    <a:pt x="9123" y="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41" name="Google Shape;2241;p47"/>
            <p:cNvSpPr/>
            <p:nvPr/>
          </p:nvSpPr>
          <p:spPr>
            <a:xfrm>
              <a:off x="2035676" y="532600"/>
              <a:ext cx="398669" cy="229996"/>
            </a:xfrm>
            <a:custGeom>
              <a:rect b="b" l="l" r="r" t="t"/>
              <a:pathLst>
                <a:path extrusionOk="0" fill="none" h="4707" w="8159">
                  <a:moveTo>
                    <a:pt x="0" y="4706"/>
                  </a:moveTo>
                  <a:lnTo>
                    <a:pt x="8158" y="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42" name="Google Shape;2242;p47"/>
            <p:cNvSpPr/>
            <p:nvPr/>
          </p:nvSpPr>
          <p:spPr>
            <a:xfrm>
              <a:off x="2141219" y="569345"/>
              <a:ext cx="326108" cy="326108"/>
            </a:xfrm>
            <a:custGeom>
              <a:rect b="b" l="l" r="r" t="t"/>
              <a:pathLst>
                <a:path extrusionOk="0" fill="none" h="6674" w="6674">
                  <a:moveTo>
                    <a:pt x="0" y="6674"/>
                  </a:moveTo>
                  <a:lnTo>
                    <a:pt x="6673" y="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43" name="Google Shape;2243;p47"/>
            <p:cNvSpPr/>
            <p:nvPr/>
          </p:nvSpPr>
          <p:spPr>
            <a:xfrm>
              <a:off x="2277840" y="597588"/>
              <a:ext cx="229996" cy="398718"/>
            </a:xfrm>
            <a:custGeom>
              <a:rect b="b" l="l" r="r" t="t"/>
              <a:pathLst>
                <a:path extrusionOk="0" fill="none" h="8160" w="4707">
                  <a:moveTo>
                    <a:pt x="1" y="8159"/>
                  </a:moveTo>
                  <a:lnTo>
                    <a:pt x="4707" y="1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44" name="Google Shape;2244;p47"/>
            <p:cNvSpPr/>
            <p:nvPr/>
          </p:nvSpPr>
          <p:spPr>
            <a:xfrm>
              <a:off x="2435227" y="613615"/>
              <a:ext cx="118785" cy="444893"/>
            </a:xfrm>
            <a:custGeom>
              <a:rect b="b" l="l" r="r" t="t"/>
              <a:pathLst>
                <a:path extrusionOk="0" fill="none" h="9105" w="2431">
                  <a:moveTo>
                    <a:pt x="1" y="9104"/>
                  </a:moveTo>
                  <a:lnTo>
                    <a:pt x="2431" y="1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45" name="Google Shape;2245;p47"/>
            <p:cNvSpPr/>
            <p:nvPr/>
          </p:nvSpPr>
          <p:spPr>
            <a:xfrm>
              <a:off x="2602973" y="617377"/>
              <a:ext cx="49" cy="460920"/>
            </a:xfrm>
            <a:custGeom>
              <a:rect b="b" l="l" r="r" t="t"/>
              <a:pathLst>
                <a:path extrusionOk="0" fill="none" h="9433" w="1">
                  <a:moveTo>
                    <a:pt x="1" y="9432"/>
                  </a:moveTo>
                  <a:lnTo>
                    <a:pt x="1" y="1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46" name="Google Shape;2246;p47"/>
            <p:cNvSpPr/>
            <p:nvPr/>
          </p:nvSpPr>
          <p:spPr>
            <a:xfrm>
              <a:off x="2651982" y="607996"/>
              <a:ext cx="118785" cy="444844"/>
            </a:xfrm>
            <a:custGeom>
              <a:rect b="b" l="l" r="r" t="t"/>
              <a:pathLst>
                <a:path extrusionOk="0" fill="none" h="9104" w="2431">
                  <a:moveTo>
                    <a:pt x="2431" y="9103"/>
                  </a:moveTo>
                  <a:lnTo>
                    <a:pt x="1" y="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47" name="Google Shape;2247;p47"/>
            <p:cNvSpPr/>
            <p:nvPr/>
          </p:nvSpPr>
          <p:spPr>
            <a:xfrm>
              <a:off x="2696300" y="586301"/>
              <a:ext cx="229996" cy="398669"/>
            </a:xfrm>
            <a:custGeom>
              <a:rect b="b" l="l" r="r" t="t"/>
              <a:pathLst>
                <a:path extrusionOk="0" fill="none" h="8159" w="4707">
                  <a:moveTo>
                    <a:pt x="4706" y="8159"/>
                  </a:moveTo>
                  <a:lnTo>
                    <a:pt x="0" y="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48" name="Google Shape;2248;p47"/>
            <p:cNvSpPr/>
            <p:nvPr/>
          </p:nvSpPr>
          <p:spPr>
            <a:xfrm>
              <a:off x="2733974" y="554247"/>
              <a:ext cx="325180" cy="326108"/>
            </a:xfrm>
            <a:custGeom>
              <a:rect b="b" l="l" r="r" t="t"/>
              <a:pathLst>
                <a:path extrusionOk="0" fill="none" h="6674" w="6655">
                  <a:moveTo>
                    <a:pt x="6655" y="6674"/>
                  </a:moveTo>
                  <a:lnTo>
                    <a:pt x="1" y="1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49" name="Google Shape;2249;p47"/>
            <p:cNvSpPr/>
            <p:nvPr/>
          </p:nvSpPr>
          <p:spPr>
            <a:xfrm>
              <a:off x="2761288" y="513739"/>
              <a:ext cx="398718" cy="229996"/>
            </a:xfrm>
            <a:custGeom>
              <a:rect b="b" l="l" r="r" t="t"/>
              <a:pathLst>
                <a:path extrusionOk="0" fill="none" h="4707" w="8160">
                  <a:moveTo>
                    <a:pt x="8159" y="4706"/>
                  </a:moveTo>
                  <a:lnTo>
                    <a:pt x="1" y="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50" name="Google Shape;2250;p47"/>
            <p:cNvSpPr/>
            <p:nvPr/>
          </p:nvSpPr>
          <p:spPr>
            <a:xfrm>
              <a:off x="2777315" y="466636"/>
              <a:ext cx="444893" cy="119713"/>
            </a:xfrm>
            <a:custGeom>
              <a:rect b="b" l="l" r="r" t="t"/>
              <a:pathLst>
                <a:path extrusionOk="0" fill="none" h="2450" w="9105">
                  <a:moveTo>
                    <a:pt x="9104" y="2449"/>
                  </a:moveTo>
                  <a:lnTo>
                    <a:pt x="1" y="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51" name="Google Shape;2251;p47"/>
            <p:cNvSpPr/>
            <p:nvPr/>
          </p:nvSpPr>
          <p:spPr>
            <a:xfrm>
              <a:off x="2781077" y="417626"/>
              <a:ext cx="460920" cy="49"/>
            </a:xfrm>
            <a:custGeom>
              <a:rect b="b" l="l" r="r" t="t"/>
              <a:pathLst>
                <a:path extrusionOk="0" fill="none" h="1" w="9433">
                  <a:moveTo>
                    <a:pt x="9432" y="0"/>
                  </a:moveTo>
                  <a:lnTo>
                    <a:pt x="1" y="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52" name="Google Shape;2252;p47"/>
            <p:cNvSpPr/>
            <p:nvPr/>
          </p:nvSpPr>
          <p:spPr>
            <a:xfrm>
              <a:off x="2771696" y="249880"/>
              <a:ext cx="444844" cy="119713"/>
            </a:xfrm>
            <a:custGeom>
              <a:rect b="b" l="l" r="r" t="t"/>
              <a:pathLst>
                <a:path extrusionOk="0" fill="none" h="2450" w="9104">
                  <a:moveTo>
                    <a:pt x="9103" y="0"/>
                  </a:moveTo>
                  <a:lnTo>
                    <a:pt x="0" y="24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53" name="Google Shape;2253;p47"/>
            <p:cNvSpPr/>
            <p:nvPr/>
          </p:nvSpPr>
          <p:spPr>
            <a:xfrm>
              <a:off x="2750929" y="94350"/>
              <a:ext cx="398718" cy="230973"/>
            </a:xfrm>
            <a:custGeom>
              <a:rect b="b" l="l" r="r" t="t"/>
              <a:pathLst>
                <a:path extrusionOk="0" fill="none" h="4727" w="8160">
                  <a:moveTo>
                    <a:pt x="8159" y="1"/>
                  </a:moveTo>
                  <a:lnTo>
                    <a:pt x="1" y="4726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54" name="Google Shape;2254;p47"/>
            <p:cNvSpPr/>
            <p:nvPr/>
          </p:nvSpPr>
          <p:spPr>
            <a:xfrm>
              <a:off x="2717947" y="-38508"/>
              <a:ext cx="326108" cy="326108"/>
            </a:xfrm>
            <a:custGeom>
              <a:rect b="b" l="l" r="r" t="t"/>
              <a:pathLst>
                <a:path extrusionOk="0" fill="none" h="6674" w="6674">
                  <a:moveTo>
                    <a:pt x="6674" y="0"/>
                  </a:moveTo>
                  <a:lnTo>
                    <a:pt x="1" y="6674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55" name="Google Shape;2255;p47"/>
            <p:cNvSpPr/>
            <p:nvPr/>
          </p:nvSpPr>
          <p:spPr>
            <a:xfrm>
              <a:off x="2677439" y="-139361"/>
              <a:ext cx="229996" cy="399646"/>
            </a:xfrm>
            <a:custGeom>
              <a:rect b="b" l="l" r="r" t="t"/>
              <a:pathLst>
                <a:path extrusionOk="0" fill="none" h="8179" w="4707">
                  <a:moveTo>
                    <a:pt x="4706" y="1"/>
                  </a:moveTo>
                  <a:lnTo>
                    <a:pt x="0" y="8178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56" name="Google Shape;2256;p47"/>
            <p:cNvSpPr/>
            <p:nvPr/>
          </p:nvSpPr>
          <p:spPr>
            <a:xfrm>
              <a:off x="2631264" y="-201563"/>
              <a:ext cx="118785" cy="444893"/>
            </a:xfrm>
            <a:custGeom>
              <a:rect b="b" l="l" r="r" t="t"/>
              <a:pathLst>
                <a:path extrusionOk="0" fill="none" h="9105" w="2431">
                  <a:moveTo>
                    <a:pt x="2430" y="1"/>
                  </a:moveTo>
                  <a:lnTo>
                    <a:pt x="0" y="9104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57" name="Google Shape;2257;p47"/>
            <p:cNvSpPr/>
            <p:nvPr/>
          </p:nvSpPr>
          <p:spPr>
            <a:xfrm>
              <a:off x="2607712" y="-215684"/>
              <a:ext cx="62251" cy="456180"/>
            </a:xfrm>
            <a:custGeom>
              <a:rect b="b" l="l" r="r" t="t"/>
              <a:pathLst>
                <a:path extrusionOk="0" fill="none" h="9336" w="1274">
                  <a:moveTo>
                    <a:pt x="1273" y="0"/>
                  </a:moveTo>
                  <a:lnTo>
                    <a:pt x="0" y="9335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58" name="Google Shape;2258;p47"/>
            <p:cNvSpPr/>
            <p:nvPr/>
          </p:nvSpPr>
          <p:spPr>
            <a:xfrm>
              <a:off x="2500263" y="-213779"/>
              <a:ext cx="57511" cy="457109"/>
            </a:xfrm>
            <a:custGeom>
              <a:rect b="b" l="l" r="r" t="t"/>
              <a:pathLst>
                <a:path extrusionOk="0" fill="none" h="9355" w="1177">
                  <a:moveTo>
                    <a:pt x="1" y="0"/>
                  </a:moveTo>
                  <a:lnTo>
                    <a:pt x="1177" y="9354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59" name="Google Shape;2259;p47"/>
            <p:cNvSpPr/>
            <p:nvPr/>
          </p:nvSpPr>
          <p:spPr>
            <a:xfrm>
              <a:off x="2337208" y="-168580"/>
              <a:ext cx="174390" cy="426961"/>
            </a:xfrm>
            <a:custGeom>
              <a:rect b="b" l="l" r="r" t="t"/>
              <a:pathLst>
                <a:path extrusionOk="0" fill="none" h="8738" w="3569">
                  <a:moveTo>
                    <a:pt x="1" y="1"/>
                  </a:moveTo>
                  <a:lnTo>
                    <a:pt x="3569" y="8738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60" name="Google Shape;2260;p47"/>
            <p:cNvSpPr/>
            <p:nvPr/>
          </p:nvSpPr>
          <p:spPr>
            <a:xfrm>
              <a:off x="2191157" y="-81849"/>
              <a:ext cx="279005" cy="366615"/>
            </a:xfrm>
            <a:custGeom>
              <a:rect b="b" l="l" r="r" t="t"/>
              <a:pathLst>
                <a:path extrusionOk="0" fill="none" h="7503" w="5710">
                  <a:moveTo>
                    <a:pt x="0" y="0"/>
                  </a:moveTo>
                  <a:lnTo>
                    <a:pt x="5709" y="7503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61" name="Google Shape;2261;p47"/>
            <p:cNvSpPr/>
            <p:nvPr/>
          </p:nvSpPr>
          <p:spPr>
            <a:xfrm>
              <a:off x="2072420" y="39722"/>
              <a:ext cx="364759" cy="281790"/>
            </a:xfrm>
            <a:custGeom>
              <a:rect b="b" l="l" r="r" t="t"/>
              <a:pathLst>
                <a:path extrusionOk="0" fill="none" h="5767" w="7465">
                  <a:moveTo>
                    <a:pt x="0" y="0"/>
                  </a:moveTo>
                  <a:lnTo>
                    <a:pt x="7464" y="5767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62" name="Google Shape;2262;p47"/>
            <p:cNvSpPr/>
            <p:nvPr/>
          </p:nvSpPr>
          <p:spPr>
            <a:xfrm>
              <a:off x="1989500" y="187678"/>
              <a:ext cx="425055" cy="178153"/>
            </a:xfrm>
            <a:custGeom>
              <a:rect b="b" l="l" r="r" t="t"/>
              <a:pathLst>
                <a:path extrusionOk="0" fill="none" h="3646" w="8699">
                  <a:moveTo>
                    <a:pt x="0" y="0"/>
                  </a:moveTo>
                  <a:lnTo>
                    <a:pt x="8698" y="3645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63" name="Google Shape;2263;p47"/>
            <p:cNvSpPr/>
            <p:nvPr/>
          </p:nvSpPr>
          <p:spPr>
            <a:xfrm>
              <a:off x="1948016" y="351662"/>
              <a:ext cx="456180" cy="62251"/>
            </a:xfrm>
            <a:custGeom>
              <a:rect b="b" l="l" r="r" t="t"/>
              <a:pathLst>
                <a:path extrusionOk="0" fill="none" h="1274" w="9336">
                  <a:moveTo>
                    <a:pt x="1" y="0"/>
                  </a:moveTo>
                  <a:lnTo>
                    <a:pt x="9335" y="1273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64" name="Google Shape;2264;p47"/>
            <p:cNvSpPr/>
            <p:nvPr/>
          </p:nvSpPr>
          <p:spPr>
            <a:xfrm>
              <a:off x="1949921" y="462824"/>
              <a:ext cx="457109" cy="58488"/>
            </a:xfrm>
            <a:custGeom>
              <a:rect b="b" l="l" r="r" t="t"/>
              <a:pathLst>
                <a:path extrusionOk="0" fill="none" h="1197" w="9355">
                  <a:moveTo>
                    <a:pt x="0" y="1197"/>
                  </a:moveTo>
                  <a:lnTo>
                    <a:pt x="9354" y="1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65" name="Google Shape;2265;p47"/>
            <p:cNvSpPr/>
            <p:nvPr/>
          </p:nvSpPr>
          <p:spPr>
            <a:xfrm>
              <a:off x="1996097" y="509977"/>
              <a:ext cx="425983" cy="174390"/>
            </a:xfrm>
            <a:custGeom>
              <a:rect b="b" l="l" r="r" t="t"/>
              <a:pathLst>
                <a:path extrusionOk="0" fill="none" h="3569" w="8718">
                  <a:moveTo>
                    <a:pt x="0" y="3568"/>
                  </a:moveTo>
                  <a:lnTo>
                    <a:pt x="8718" y="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66" name="Google Shape;2266;p47"/>
            <p:cNvSpPr/>
            <p:nvPr/>
          </p:nvSpPr>
          <p:spPr>
            <a:xfrm>
              <a:off x="2081851" y="551413"/>
              <a:ext cx="367593" cy="279005"/>
            </a:xfrm>
            <a:custGeom>
              <a:rect b="b" l="l" r="r" t="t"/>
              <a:pathLst>
                <a:path extrusionOk="0" fill="none" h="5710" w="7523">
                  <a:moveTo>
                    <a:pt x="0" y="5710"/>
                  </a:moveTo>
                  <a:lnTo>
                    <a:pt x="7522" y="1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67" name="Google Shape;2267;p47"/>
            <p:cNvSpPr/>
            <p:nvPr/>
          </p:nvSpPr>
          <p:spPr>
            <a:xfrm>
              <a:off x="2203422" y="584395"/>
              <a:ext cx="281790" cy="363830"/>
            </a:xfrm>
            <a:custGeom>
              <a:rect b="b" l="l" r="r" t="t"/>
              <a:pathLst>
                <a:path extrusionOk="0" fill="none" h="7446" w="5767">
                  <a:moveTo>
                    <a:pt x="0" y="7446"/>
                  </a:moveTo>
                  <a:lnTo>
                    <a:pt x="5767" y="1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68" name="Google Shape;2268;p47"/>
            <p:cNvSpPr/>
            <p:nvPr/>
          </p:nvSpPr>
          <p:spPr>
            <a:xfrm>
              <a:off x="2351378" y="607018"/>
              <a:ext cx="178153" cy="424126"/>
            </a:xfrm>
            <a:custGeom>
              <a:rect b="b" l="l" r="r" t="t"/>
              <a:pathLst>
                <a:path extrusionOk="0" fill="none" h="8680" w="3646">
                  <a:moveTo>
                    <a:pt x="0" y="8680"/>
                  </a:moveTo>
                  <a:lnTo>
                    <a:pt x="3645" y="1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69" name="Google Shape;2269;p47"/>
            <p:cNvSpPr/>
            <p:nvPr/>
          </p:nvSpPr>
          <p:spPr>
            <a:xfrm>
              <a:off x="2515362" y="616449"/>
              <a:ext cx="62251" cy="457109"/>
            </a:xfrm>
            <a:custGeom>
              <a:rect b="b" l="l" r="r" t="t"/>
              <a:pathLst>
                <a:path extrusionOk="0" fill="none" h="9355" w="1274">
                  <a:moveTo>
                    <a:pt x="0" y="9355"/>
                  </a:moveTo>
                  <a:lnTo>
                    <a:pt x="1273" y="1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70" name="Google Shape;2270;p47"/>
            <p:cNvSpPr/>
            <p:nvPr/>
          </p:nvSpPr>
          <p:spPr>
            <a:xfrm>
              <a:off x="2626524" y="614592"/>
              <a:ext cx="58488" cy="457109"/>
            </a:xfrm>
            <a:custGeom>
              <a:rect b="b" l="l" r="r" t="t"/>
              <a:pathLst>
                <a:path extrusionOk="0" fill="none" h="9355" w="1197">
                  <a:moveTo>
                    <a:pt x="1197" y="9354"/>
                  </a:moveTo>
                  <a:lnTo>
                    <a:pt x="1" y="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71" name="Google Shape;2271;p47"/>
            <p:cNvSpPr/>
            <p:nvPr/>
          </p:nvSpPr>
          <p:spPr>
            <a:xfrm>
              <a:off x="2673677" y="598565"/>
              <a:ext cx="174390" cy="426961"/>
            </a:xfrm>
            <a:custGeom>
              <a:rect b="b" l="l" r="r" t="t"/>
              <a:pathLst>
                <a:path extrusionOk="0" fill="none" h="8738" w="3569">
                  <a:moveTo>
                    <a:pt x="3568" y="8737"/>
                  </a:moveTo>
                  <a:lnTo>
                    <a:pt x="0" y="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72" name="Google Shape;2272;p47"/>
            <p:cNvSpPr/>
            <p:nvPr/>
          </p:nvSpPr>
          <p:spPr>
            <a:xfrm>
              <a:off x="2715113" y="572179"/>
              <a:ext cx="279005" cy="366615"/>
            </a:xfrm>
            <a:custGeom>
              <a:rect b="b" l="l" r="r" t="t"/>
              <a:pathLst>
                <a:path extrusionOk="0" fill="none" h="7503" w="5710">
                  <a:moveTo>
                    <a:pt x="5710" y="7503"/>
                  </a:moveTo>
                  <a:lnTo>
                    <a:pt x="1" y="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73" name="Google Shape;2273;p47"/>
            <p:cNvSpPr/>
            <p:nvPr/>
          </p:nvSpPr>
          <p:spPr>
            <a:xfrm>
              <a:off x="2748095" y="535386"/>
              <a:ext cx="364759" cy="281839"/>
            </a:xfrm>
            <a:custGeom>
              <a:rect b="b" l="l" r="r" t="t"/>
              <a:pathLst>
                <a:path extrusionOk="0" fill="none" h="5768" w="7465">
                  <a:moveTo>
                    <a:pt x="7465" y="5768"/>
                  </a:moveTo>
                  <a:lnTo>
                    <a:pt x="1" y="1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74" name="Google Shape;2274;p47"/>
            <p:cNvSpPr/>
            <p:nvPr/>
          </p:nvSpPr>
          <p:spPr>
            <a:xfrm>
              <a:off x="2770718" y="491116"/>
              <a:ext cx="424126" cy="179081"/>
            </a:xfrm>
            <a:custGeom>
              <a:rect b="b" l="l" r="r" t="t"/>
              <a:pathLst>
                <a:path extrusionOk="0" fill="none" h="3665" w="8680">
                  <a:moveTo>
                    <a:pt x="8680" y="3665"/>
                  </a:moveTo>
                  <a:lnTo>
                    <a:pt x="1" y="1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75" name="Google Shape;2275;p47"/>
            <p:cNvSpPr/>
            <p:nvPr/>
          </p:nvSpPr>
          <p:spPr>
            <a:xfrm>
              <a:off x="2781077" y="443035"/>
              <a:ext cx="456180" cy="62251"/>
            </a:xfrm>
            <a:custGeom>
              <a:rect b="b" l="l" r="r" t="t"/>
              <a:pathLst>
                <a:path extrusionOk="0" fill="none" h="1274" w="9336">
                  <a:moveTo>
                    <a:pt x="9336" y="1274"/>
                  </a:moveTo>
                  <a:lnTo>
                    <a:pt x="1" y="1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76" name="Google Shape;2276;p47"/>
            <p:cNvSpPr/>
            <p:nvPr/>
          </p:nvSpPr>
          <p:spPr>
            <a:xfrm>
              <a:off x="2778292" y="335635"/>
              <a:ext cx="457109" cy="58440"/>
            </a:xfrm>
            <a:custGeom>
              <a:rect b="b" l="l" r="r" t="t"/>
              <a:pathLst>
                <a:path extrusionOk="0" fill="none" h="1196" w="9355">
                  <a:moveTo>
                    <a:pt x="9354" y="0"/>
                  </a:moveTo>
                  <a:lnTo>
                    <a:pt x="0" y="1196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77" name="Google Shape;2277;p47"/>
            <p:cNvSpPr/>
            <p:nvPr/>
          </p:nvSpPr>
          <p:spPr>
            <a:xfrm>
              <a:off x="2763194" y="172579"/>
              <a:ext cx="426032" cy="174390"/>
            </a:xfrm>
            <a:custGeom>
              <a:rect b="b" l="l" r="r" t="t"/>
              <a:pathLst>
                <a:path extrusionOk="0" fill="none" h="3569" w="8719">
                  <a:moveTo>
                    <a:pt x="8718" y="1"/>
                  </a:moveTo>
                  <a:lnTo>
                    <a:pt x="1" y="3569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78" name="Google Shape;2278;p47"/>
            <p:cNvSpPr/>
            <p:nvPr/>
          </p:nvSpPr>
          <p:spPr>
            <a:xfrm>
              <a:off x="2735879" y="27457"/>
              <a:ext cx="366615" cy="278076"/>
            </a:xfrm>
            <a:custGeom>
              <a:rect b="b" l="l" r="r" t="t"/>
              <a:pathLst>
                <a:path extrusionOk="0" fill="none" h="5691" w="7503">
                  <a:moveTo>
                    <a:pt x="7503" y="0"/>
                  </a:moveTo>
                  <a:lnTo>
                    <a:pt x="0" y="569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79" name="Google Shape;2279;p47"/>
            <p:cNvSpPr/>
            <p:nvPr/>
          </p:nvSpPr>
          <p:spPr>
            <a:xfrm>
              <a:off x="2699135" y="-91280"/>
              <a:ext cx="282767" cy="364759"/>
            </a:xfrm>
            <a:custGeom>
              <a:rect b="b" l="l" r="r" t="t"/>
              <a:pathLst>
                <a:path extrusionOk="0" fill="none" h="7465" w="5787">
                  <a:moveTo>
                    <a:pt x="5786" y="0"/>
                  </a:moveTo>
                  <a:lnTo>
                    <a:pt x="0" y="7464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80" name="Google Shape;2280;p47"/>
            <p:cNvSpPr/>
            <p:nvPr/>
          </p:nvSpPr>
          <p:spPr>
            <a:xfrm>
              <a:off x="2655744" y="-174200"/>
              <a:ext cx="178153" cy="425055"/>
            </a:xfrm>
            <a:custGeom>
              <a:rect b="b" l="l" r="r" t="t"/>
              <a:pathLst>
                <a:path extrusionOk="0" fill="none" h="8699" w="3646">
                  <a:moveTo>
                    <a:pt x="3646" y="0"/>
                  </a:moveTo>
                  <a:lnTo>
                    <a:pt x="1" y="8698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281" name="Google Shape;2281;p47"/>
          <p:cNvGrpSpPr/>
          <p:nvPr/>
        </p:nvGrpSpPr>
        <p:grpSpPr>
          <a:xfrm flipH="1" rot="10800000">
            <a:off x="7907690" y="538242"/>
            <a:ext cx="1965289" cy="517060"/>
            <a:chOff x="3539975" y="3523525"/>
            <a:chExt cx="745925" cy="196250"/>
          </a:xfrm>
        </p:grpSpPr>
        <p:sp>
          <p:nvSpPr>
            <p:cNvPr id="2282" name="Google Shape;2282;p47"/>
            <p:cNvSpPr/>
            <p:nvPr/>
          </p:nvSpPr>
          <p:spPr>
            <a:xfrm>
              <a:off x="3539975" y="3523525"/>
              <a:ext cx="196250" cy="196250"/>
            </a:xfrm>
            <a:custGeom>
              <a:rect b="b" l="l" r="r" t="t"/>
              <a:pathLst>
                <a:path extrusionOk="0" fill="none" h="7850" w="785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83" name="Google Shape;2283;p47"/>
            <p:cNvSpPr/>
            <p:nvPr/>
          </p:nvSpPr>
          <p:spPr>
            <a:xfrm>
              <a:off x="3576625" y="3523525"/>
              <a:ext cx="196250" cy="196250"/>
            </a:xfrm>
            <a:custGeom>
              <a:rect b="b" l="l" r="r" t="t"/>
              <a:pathLst>
                <a:path extrusionOk="0" fill="none" h="7850" w="785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84" name="Google Shape;2284;p47"/>
            <p:cNvSpPr/>
            <p:nvPr/>
          </p:nvSpPr>
          <p:spPr>
            <a:xfrm>
              <a:off x="3613250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1" y="0"/>
                  </a:moveTo>
                  <a:lnTo>
                    <a:pt x="7851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85" name="Google Shape;2285;p47"/>
            <p:cNvSpPr/>
            <p:nvPr/>
          </p:nvSpPr>
          <p:spPr>
            <a:xfrm>
              <a:off x="3649900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1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86" name="Google Shape;2286;p47"/>
            <p:cNvSpPr/>
            <p:nvPr/>
          </p:nvSpPr>
          <p:spPr>
            <a:xfrm>
              <a:off x="3686550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87" name="Google Shape;2287;p47"/>
            <p:cNvSpPr/>
            <p:nvPr/>
          </p:nvSpPr>
          <p:spPr>
            <a:xfrm>
              <a:off x="3723200" y="3523525"/>
              <a:ext cx="196250" cy="196250"/>
            </a:xfrm>
            <a:custGeom>
              <a:rect b="b" l="l" r="r" t="t"/>
              <a:pathLst>
                <a:path extrusionOk="0" fill="none" h="7850" w="785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88" name="Google Shape;2288;p47"/>
            <p:cNvSpPr/>
            <p:nvPr/>
          </p:nvSpPr>
          <p:spPr>
            <a:xfrm>
              <a:off x="3759825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1" y="0"/>
                  </a:moveTo>
                  <a:lnTo>
                    <a:pt x="7851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89" name="Google Shape;2289;p47"/>
            <p:cNvSpPr/>
            <p:nvPr/>
          </p:nvSpPr>
          <p:spPr>
            <a:xfrm>
              <a:off x="3796475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1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90" name="Google Shape;2290;p47"/>
            <p:cNvSpPr/>
            <p:nvPr/>
          </p:nvSpPr>
          <p:spPr>
            <a:xfrm>
              <a:off x="3833125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1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91" name="Google Shape;2291;p47"/>
            <p:cNvSpPr/>
            <p:nvPr/>
          </p:nvSpPr>
          <p:spPr>
            <a:xfrm>
              <a:off x="3869775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92" name="Google Shape;2292;p47"/>
            <p:cNvSpPr/>
            <p:nvPr/>
          </p:nvSpPr>
          <p:spPr>
            <a:xfrm>
              <a:off x="3906425" y="3523525"/>
              <a:ext cx="196250" cy="196250"/>
            </a:xfrm>
            <a:custGeom>
              <a:rect b="b" l="l" r="r" t="t"/>
              <a:pathLst>
                <a:path extrusionOk="0" fill="none" h="7850" w="785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93" name="Google Shape;2293;p47"/>
            <p:cNvSpPr/>
            <p:nvPr/>
          </p:nvSpPr>
          <p:spPr>
            <a:xfrm>
              <a:off x="3943050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1" y="0"/>
                  </a:moveTo>
                  <a:lnTo>
                    <a:pt x="7851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94" name="Google Shape;2294;p47"/>
            <p:cNvSpPr/>
            <p:nvPr/>
          </p:nvSpPr>
          <p:spPr>
            <a:xfrm>
              <a:off x="3979700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1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95" name="Google Shape;2295;p47"/>
            <p:cNvSpPr/>
            <p:nvPr/>
          </p:nvSpPr>
          <p:spPr>
            <a:xfrm>
              <a:off x="4016350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1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96" name="Google Shape;2296;p47"/>
            <p:cNvSpPr/>
            <p:nvPr/>
          </p:nvSpPr>
          <p:spPr>
            <a:xfrm>
              <a:off x="4053000" y="3523525"/>
              <a:ext cx="196250" cy="196250"/>
            </a:xfrm>
            <a:custGeom>
              <a:rect b="b" l="l" r="r" t="t"/>
              <a:pathLst>
                <a:path extrusionOk="0" fill="none" h="7850" w="785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97" name="Google Shape;2297;p47"/>
            <p:cNvSpPr/>
            <p:nvPr/>
          </p:nvSpPr>
          <p:spPr>
            <a:xfrm>
              <a:off x="4089650" y="3523525"/>
              <a:ext cx="196250" cy="196250"/>
            </a:xfrm>
            <a:custGeom>
              <a:rect b="b" l="l" r="r" t="t"/>
              <a:pathLst>
                <a:path extrusionOk="0" fill="none" h="7850" w="785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7">
  <p:cSld name="CUSTOM_3_1_1_1_1_1_1">
    <p:spTree>
      <p:nvGrpSpPr>
        <p:cNvPr id="2298" name="Shape 2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99" name="Google Shape;2299;p48"/>
          <p:cNvPicPr preferRelativeResize="0"/>
          <p:nvPr/>
        </p:nvPicPr>
        <p:blipFill rotWithShape="1">
          <a:blip r:embed="rId2">
            <a:alphaModFix amt="60000"/>
          </a:blip>
          <a:srcRect b="10" l="0" r="0" t="10"/>
          <a:stretch/>
        </p:blipFill>
        <p:spPr>
          <a:xfrm>
            <a:off x="0" y="1"/>
            <a:ext cx="9144002" cy="5143499"/>
          </a:xfrm>
          <a:prstGeom prst="rect">
            <a:avLst/>
          </a:prstGeom>
          <a:noFill/>
          <a:ln>
            <a:noFill/>
          </a:ln>
        </p:spPr>
      </p:pic>
      <p:sp>
        <p:nvSpPr>
          <p:cNvPr id="2300" name="Google Shape;2300;p48"/>
          <p:cNvSpPr txBox="1"/>
          <p:nvPr>
            <p:ph type="title"/>
          </p:nvPr>
        </p:nvSpPr>
        <p:spPr>
          <a:xfrm>
            <a:off x="715500" y="538250"/>
            <a:ext cx="7713000" cy="4206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900"/>
              <a:buNone/>
              <a:defRPr sz="2900">
                <a:latin typeface="Aldrich"/>
                <a:ea typeface="Aldrich"/>
                <a:cs typeface="Aldrich"/>
                <a:sym typeface="Aldrich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9pPr>
          </a:lstStyle>
          <a:p/>
        </p:txBody>
      </p:sp>
      <p:grpSp>
        <p:nvGrpSpPr>
          <p:cNvPr id="2301" name="Google Shape;2301;p48"/>
          <p:cNvGrpSpPr/>
          <p:nvPr/>
        </p:nvGrpSpPr>
        <p:grpSpPr>
          <a:xfrm>
            <a:off x="391864" y="3545270"/>
            <a:ext cx="289170" cy="284718"/>
            <a:chOff x="426000" y="3302025"/>
            <a:chExt cx="220875" cy="217475"/>
          </a:xfrm>
        </p:grpSpPr>
        <p:sp>
          <p:nvSpPr>
            <p:cNvPr id="2302" name="Google Shape;2302;p48"/>
            <p:cNvSpPr/>
            <p:nvPr/>
          </p:nvSpPr>
          <p:spPr>
            <a:xfrm>
              <a:off x="426000" y="3425950"/>
              <a:ext cx="214125" cy="93550"/>
            </a:xfrm>
            <a:custGeom>
              <a:rect b="b" l="l" r="r" t="t"/>
              <a:pathLst>
                <a:path extrusionOk="0" h="3742" w="8565">
                  <a:moveTo>
                    <a:pt x="1" y="0"/>
                  </a:moveTo>
                  <a:cubicBezTo>
                    <a:pt x="290" y="2141"/>
                    <a:pt x="2122" y="3742"/>
                    <a:pt x="4283" y="3742"/>
                  </a:cubicBezTo>
                  <a:cubicBezTo>
                    <a:pt x="6443" y="3742"/>
                    <a:pt x="8275" y="2141"/>
                    <a:pt x="856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03" name="Google Shape;2303;p48"/>
            <p:cNvSpPr/>
            <p:nvPr/>
          </p:nvSpPr>
          <p:spPr>
            <a:xfrm>
              <a:off x="432750" y="3302025"/>
              <a:ext cx="214125" cy="94050"/>
            </a:xfrm>
            <a:custGeom>
              <a:rect b="b" l="l" r="r" t="t"/>
              <a:pathLst>
                <a:path extrusionOk="0" h="3762" w="8565">
                  <a:moveTo>
                    <a:pt x="1" y="0"/>
                  </a:moveTo>
                  <a:cubicBezTo>
                    <a:pt x="271" y="2141"/>
                    <a:pt x="2103" y="3761"/>
                    <a:pt x="4283" y="3761"/>
                  </a:cubicBezTo>
                  <a:cubicBezTo>
                    <a:pt x="6443" y="3761"/>
                    <a:pt x="8275" y="2141"/>
                    <a:pt x="856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304" name="Google Shape;2304;p48"/>
          <p:cNvGrpSpPr/>
          <p:nvPr/>
        </p:nvGrpSpPr>
        <p:grpSpPr>
          <a:xfrm>
            <a:off x="357713" y="1210575"/>
            <a:ext cx="357454" cy="956304"/>
            <a:chOff x="357713" y="600975"/>
            <a:chExt cx="357454" cy="956304"/>
          </a:xfrm>
        </p:grpSpPr>
        <p:sp>
          <p:nvSpPr>
            <p:cNvPr id="2305" name="Google Shape;2305;p48"/>
            <p:cNvSpPr/>
            <p:nvPr/>
          </p:nvSpPr>
          <p:spPr>
            <a:xfrm>
              <a:off x="357713" y="600975"/>
              <a:ext cx="357454" cy="357454"/>
            </a:xfrm>
            <a:custGeom>
              <a:rect b="b" l="l" r="r" t="t"/>
              <a:pathLst>
                <a:path extrusionOk="0" fill="none" h="6539" w="6539">
                  <a:moveTo>
                    <a:pt x="3954" y="367"/>
                  </a:moveTo>
                  <a:cubicBezTo>
                    <a:pt x="5535" y="752"/>
                    <a:pt x="6538" y="2353"/>
                    <a:pt x="6152" y="3954"/>
                  </a:cubicBezTo>
                  <a:cubicBezTo>
                    <a:pt x="5767" y="5535"/>
                    <a:pt x="4166" y="6538"/>
                    <a:pt x="2584" y="6153"/>
                  </a:cubicBezTo>
                  <a:cubicBezTo>
                    <a:pt x="984" y="5767"/>
                    <a:pt x="0" y="4166"/>
                    <a:pt x="366" y="2585"/>
                  </a:cubicBezTo>
                  <a:cubicBezTo>
                    <a:pt x="752" y="984"/>
                    <a:pt x="2353" y="0"/>
                    <a:pt x="3954" y="367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06" name="Google Shape;2306;p48"/>
            <p:cNvSpPr/>
            <p:nvPr/>
          </p:nvSpPr>
          <p:spPr>
            <a:xfrm>
              <a:off x="374549" y="819196"/>
              <a:ext cx="324765" cy="324765"/>
            </a:xfrm>
            <a:custGeom>
              <a:rect b="b" l="l" r="r" t="t"/>
              <a:pathLst>
                <a:path extrusionOk="0" fill="none" h="5941" w="5941">
                  <a:moveTo>
                    <a:pt x="5941" y="2971"/>
                  </a:moveTo>
                  <a:cubicBezTo>
                    <a:pt x="5941" y="4610"/>
                    <a:pt x="4610" y="5941"/>
                    <a:pt x="2971" y="5941"/>
                  </a:cubicBezTo>
                  <a:cubicBezTo>
                    <a:pt x="1331" y="5941"/>
                    <a:pt x="1" y="4610"/>
                    <a:pt x="1" y="2971"/>
                  </a:cubicBezTo>
                  <a:cubicBezTo>
                    <a:pt x="1" y="1331"/>
                    <a:pt x="1331" y="1"/>
                    <a:pt x="2971" y="1"/>
                  </a:cubicBezTo>
                  <a:cubicBezTo>
                    <a:pt x="4610" y="1"/>
                    <a:pt x="5941" y="1331"/>
                    <a:pt x="5941" y="2971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07" name="Google Shape;2307;p48"/>
            <p:cNvSpPr/>
            <p:nvPr/>
          </p:nvSpPr>
          <p:spPr>
            <a:xfrm>
              <a:off x="357713" y="997347"/>
              <a:ext cx="357454" cy="357509"/>
            </a:xfrm>
            <a:custGeom>
              <a:rect b="b" l="l" r="r" t="t"/>
              <a:pathLst>
                <a:path extrusionOk="0" fill="none" h="6540" w="6539">
                  <a:moveTo>
                    <a:pt x="3954" y="387"/>
                  </a:moveTo>
                  <a:cubicBezTo>
                    <a:pt x="5555" y="753"/>
                    <a:pt x="6538" y="2354"/>
                    <a:pt x="6152" y="3955"/>
                  </a:cubicBezTo>
                  <a:cubicBezTo>
                    <a:pt x="5767" y="5556"/>
                    <a:pt x="4166" y="6539"/>
                    <a:pt x="2584" y="6153"/>
                  </a:cubicBezTo>
                  <a:cubicBezTo>
                    <a:pt x="984" y="5787"/>
                    <a:pt x="0" y="4186"/>
                    <a:pt x="366" y="2585"/>
                  </a:cubicBezTo>
                  <a:cubicBezTo>
                    <a:pt x="752" y="985"/>
                    <a:pt x="2353" y="1"/>
                    <a:pt x="3954" y="387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08" name="Google Shape;2308;p48"/>
            <p:cNvSpPr/>
            <p:nvPr/>
          </p:nvSpPr>
          <p:spPr>
            <a:xfrm>
              <a:off x="358751" y="1200863"/>
              <a:ext cx="356416" cy="356416"/>
            </a:xfrm>
            <a:custGeom>
              <a:rect b="b" l="l" r="r" t="t"/>
              <a:pathLst>
                <a:path extrusionOk="0" fill="none" h="6520" w="6520">
                  <a:moveTo>
                    <a:pt x="5362" y="1158"/>
                  </a:moveTo>
                  <a:cubicBezTo>
                    <a:pt x="6519" y="2315"/>
                    <a:pt x="6519" y="4186"/>
                    <a:pt x="5362" y="5343"/>
                  </a:cubicBezTo>
                  <a:cubicBezTo>
                    <a:pt x="4186" y="6519"/>
                    <a:pt x="2315" y="6519"/>
                    <a:pt x="1157" y="5343"/>
                  </a:cubicBezTo>
                  <a:cubicBezTo>
                    <a:pt x="0" y="4186"/>
                    <a:pt x="0" y="2315"/>
                    <a:pt x="1157" y="1158"/>
                  </a:cubicBezTo>
                  <a:cubicBezTo>
                    <a:pt x="2315" y="0"/>
                    <a:pt x="4186" y="0"/>
                    <a:pt x="5362" y="1158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309" name="Google Shape;2309;p48"/>
          <p:cNvGrpSpPr/>
          <p:nvPr/>
        </p:nvGrpSpPr>
        <p:grpSpPr>
          <a:xfrm>
            <a:off x="391864" y="4378897"/>
            <a:ext cx="2019176" cy="2019176"/>
            <a:chOff x="1943325" y="-220375"/>
            <a:chExt cx="1298672" cy="1298672"/>
          </a:xfrm>
        </p:grpSpPr>
        <p:sp>
          <p:nvSpPr>
            <p:cNvPr id="2310" name="Google Shape;2310;p48"/>
            <p:cNvSpPr/>
            <p:nvPr/>
          </p:nvSpPr>
          <p:spPr>
            <a:xfrm>
              <a:off x="2582255" y="-220375"/>
              <a:ext cx="49" cy="460871"/>
            </a:xfrm>
            <a:custGeom>
              <a:rect b="b" l="l" r="r" t="t"/>
              <a:pathLst>
                <a:path extrusionOk="0" fill="none" h="9432" w="1">
                  <a:moveTo>
                    <a:pt x="0" y="0"/>
                  </a:moveTo>
                  <a:lnTo>
                    <a:pt x="0" y="9431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11" name="Google Shape;2311;p48"/>
            <p:cNvSpPr/>
            <p:nvPr/>
          </p:nvSpPr>
          <p:spPr>
            <a:xfrm>
              <a:off x="2414509" y="-195895"/>
              <a:ext cx="118785" cy="444844"/>
            </a:xfrm>
            <a:custGeom>
              <a:rect b="b" l="l" r="r" t="t"/>
              <a:pathLst>
                <a:path extrusionOk="0" fill="none" h="9104" w="2431">
                  <a:moveTo>
                    <a:pt x="0" y="1"/>
                  </a:moveTo>
                  <a:lnTo>
                    <a:pt x="2431" y="9104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12" name="Google Shape;2312;p48"/>
            <p:cNvSpPr/>
            <p:nvPr/>
          </p:nvSpPr>
          <p:spPr>
            <a:xfrm>
              <a:off x="2259027" y="-128024"/>
              <a:ext cx="229996" cy="398669"/>
            </a:xfrm>
            <a:custGeom>
              <a:rect b="b" l="l" r="r" t="t"/>
              <a:pathLst>
                <a:path extrusionOk="0" fill="none" h="8159" w="4707">
                  <a:moveTo>
                    <a:pt x="0" y="0"/>
                  </a:moveTo>
                  <a:lnTo>
                    <a:pt x="4706" y="8158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13" name="Google Shape;2313;p48"/>
            <p:cNvSpPr/>
            <p:nvPr/>
          </p:nvSpPr>
          <p:spPr>
            <a:xfrm>
              <a:off x="2126121" y="-22481"/>
              <a:ext cx="325180" cy="325180"/>
            </a:xfrm>
            <a:custGeom>
              <a:rect b="b" l="l" r="r" t="t"/>
              <a:pathLst>
                <a:path extrusionOk="0" fill="none" h="6655" w="6655">
                  <a:moveTo>
                    <a:pt x="1" y="0"/>
                  </a:moveTo>
                  <a:lnTo>
                    <a:pt x="6655" y="6654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14" name="Google Shape;2314;p48"/>
            <p:cNvSpPr/>
            <p:nvPr/>
          </p:nvSpPr>
          <p:spPr>
            <a:xfrm>
              <a:off x="2025317" y="113211"/>
              <a:ext cx="398669" cy="230924"/>
            </a:xfrm>
            <a:custGeom>
              <a:rect b="b" l="l" r="r" t="t"/>
              <a:pathLst>
                <a:path extrusionOk="0" fill="none" h="4726" w="8159">
                  <a:moveTo>
                    <a:pt x="0" y="1"/>
                  </a:moveTo>
                  <a:lnTo>
                    <a:pt x="8158" y="4726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15" name="Google Shape;2315;p48"/>
            <p:cNvSpPr/>
            <p:nvPr/>
          </p:nvSpPr>
          <p:spPr>
            <a:xfrm>
              <a:off x="1963114" y="270598"/>
              <a:ext cx="444844" cy="119713"/>
            </a:xfrm>
            <a:custGeom>
              <a:rect b="b" l="l" r="r" t="t"/>
              <a:pathLst>
                <a:path extrusionOk="0" fill="none" h="2450" w="9104">
                  <a:moveTo>
                    <a:pt x="0" y="0"/>
                  </a:moveTo>
                  <a:lnTo>
                    <a:pt x="9103" y="24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16" name="Google Shape;2316;p48"/>
            <p:cNvSpPr/>
            <p:nvPr/>
          </p:nvSpPr>
          <p:spPr>
            <a:xfrm>
              <a:off x="1943325" y="439273"/>
              <a:ext cx="460871" cy="49"/>
            </a:xfrm>
            <a:custGeom>
              <a:rect b="b" l="l" r="r" t="t"/>
              <a:pathLst>
                <a:path extrusionOk="0" fill="none" h="1" w="9432">
                  <a:moveTo>
                    <a:pt x="0" y="1"/>
                  </a:moveTo>
                  <a:lnTo>
                    <a:pt x="9431" y="1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17" name="Google Shape;2317;p48"/>
            <p:cNvSpPr/>
            <p:nvPr/>
          </p:nvSpPr>
          <p:spPr>
            <a:xfrm>
              <a:off x="1967805" y="487354"/>
              <a:ext cx="445821" cy="119713"/>
            </a:xfrm>
            <a:custGeom>
              <a:rect b="b" l="l" r="r" t="t"/>
              <a:pathLst>
                <a:path extrusionOk="0" fill="none" h="2450" w="9124">
                  <a:moveTo>
                    <a:pt x="1" y="2450"/>
                  </a:moveTo>
                  <a:lnTo>
                    <a:pt x="9123" y="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18" name="Google Shape;2318;p48"/>
            <p:cNvSpPr/>
            <p:nvPr/>
          </p:nvSpPr>
          <p:spPr>
            <a:xfrm>
              <a:off x="2035676" y="532600"/>
              <a:ext cx="398669" cy="229996"/>
            </a:xfrm>
            <a:custGeom>
              <a:rect b="b" l="l" r="r" t="t"/>
              <a:pathLst>
                <a:path extrusionOk="0" fill="none" h="4707" w="8159">
                  <a:moveTo>
                    <a:pt x="0" y="4706"/>
                  </a:moveTo>
                  <a:lnTo>
                    <a:pt x="8158" y="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19" name="Google Shape;2319;p48"/>
            <p:cNvSpPr/>
            <p:nvPr/>
          </p:nvSpPr>
          <p:spPr>
            <a:xfrm>
              <a:off x="2141219" y="569345"/>
              <a:ext cx="326108" cy="326108"/>
            </a:xfrm>
            <a:custGeom>
              <a:rect b="b" l="l" r="r" t="t"/>
              <a:pathLst>
                <a:path extrusionOk="0" fill="none" h="6674" w="6674">
                  <a:moveTo>
                    <a:pt x="0" y="6674"/>
                  </a:moveTo>
                  <a:lnTo>
                    <a:pt x="6673" y="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20" name="Google Shape;2320;p48"/>
            <p:cNvSpPr/>
            <p:nvPr/>
          </p:nvSpPr>
          <p:spPr>
            <a:xfrm>
              <a:off x="2277840" y="597588"/>
              <a:ext cx="229996" cy="398718"/>
            </a:xfrm>
            <a:custGeom>
              <a:rect b="b" l="l" r="r" t="t"/>
              <a:pathLst>
                <a:path extrusionOk="0" fill="none" h="8160" w="4707">
                  <a:moveTo>
                    <a:pt x="1" y="8159"/>
                  </a:moveTo>
                  <a:lnTo>
                    <a:pt x="4707" y="1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21" name="Google Shape;2321;p48"/>
            <p:cNvSpPr/>
            <p:nvPr/>
          </p:nvSpPr>
          <p:spPr>
            <a:xfrm>
              <a:off x="2435227" y="613615"/>
              <a:ext cx="118785" cy="444893"/>
            </a:xfrm>
            <a:custGeom>
              <a:rect b="b" l="l" r="r" t="t"/>
              <a:pathLst>
                <a:path extrusionOk="0" fill="none" h="9105" w="2431">
                  <a:moveTo>
                    <a:pt x="1" y="9104"/>
                  </a:moveTo>
                  <a:lnTo>
                    <a:pt x="2431" y="1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22" name="Google Shape;2322;p48"/>
            <p:cNvSpPr/>
            <p:nvPr/>
          </p:nvSpPr>
          <p:spPr>
            <a:xfrm>
              <a:off x="2602973" y="617377"/>
              <a:ext cx="49" cy="460920"/>
            </a:xfrm>
            <a:custGeom>
              <a:rect b="b" l="l" r="r" t="t"/>
              <a:pathLst>
                <a:path extrusionOk="0" fill="none" h="9433" w="1">
                  <a:moveTo>
                    <a:pt x="1" y="9432"/>
                  </a:moveTo>
                  <a:lnTo>
                    <a:pt x="1" y="1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23" name="Google Shape;2323;p48"/>
            <p:cNvSpPr/>
            <p:nvPr/>
          </p:nvSpPr>
          <p:spPr>
            <a:xfrm>
              <a:off x="2651982" y="607996"/>
              <a:ext cx="118785" cy="444844"/>
            </a:xfrm>
            <a:custGeom>
              <a:rect b="b" l="l" r="r" t="t"/>
              <a:pathLst>
                <a:path extrusionOk="0" fill="none" h="9104" w="2431">
                  <a:moveTo>
                    <a:pt x="2431" y="9103"/>
                  </a:moveTo>
                  <a:lnTo>
                    <a:pt x="1" y="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24" name="Google Shape;2324;p48"/>
            <p:cNvSpPr/>
            <p:nvPr/>
          </p:nvSpPr>
          <p:spPr>
            <a:xfrm>
              <a:off x="2696300" y="586301"/>
              <a:ext cx="229996" cy="398669"/>
            </a:xfrm>
            <a:custGeom>
              <a:rect b="b" l="l" r="r" t="t"/>
              <a:pathLst>
                <a:path extrusionOk="0" fill="none" h="8159" w="4707">
                  <a:moveTo>
                    <a:pt x="4706" y="8159"/>
                  </a:moveTo>
                  <a:lnTo>
                    <a:pt x="0" y="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25" name="Google Shape;2325;p48"/>
            <p:cNvSpPr/>
            <p:nvPr/>
          </p:nvSpPr>
          <p:spPr>
            <a:xfrm>
              <a:off x="2733974" y="554247"/>
              <a:ext cx="325180" cy="326108"/>
            </a:xfrm>
            <a:custGeom>
              <a:rect b="b" l="l" r="r" t="t"/>
              <a:pathLst>
                <a:path extrusionOk="0" fill="none" h="6674" w="6655">
                  <a:moveTo>
                    <a:pt x="6655" y="6674"/>
                  </a:moveTo>
                  <a:lnTo>
                    <a:pt x="1" y="1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26" name="Google Shape;2326;p48"/>
            <p:cNvSpPr/>
            <p:nvPr/>
          </p:nvSpPr>
          <p:spPr>
            <a:xfrm>
              <a:off x="2761288" y="513739"/>
              <a:ext cx="398718" cy="229996"/>
            </a:xfrm>
            <a:custGeom>
              <a:rect b="b" l="l" r="r" t="t"/>
              <a:pathLst>
                <a:path extrusionOk="0" fill="none" h="4707" w="8160">
                  <a:moveTo>
                    <a:pt x="8159" y="4706"/>
                  </a:moveTo>
                  <a:lnTo>
                    <a:pt x="1" y="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27" name="Google Shape;2327;p48"/>
            <p:cNvSpPr/>
            <p:nvPr/>
          </p:nvSpPr>
          <p:spPr>
            <a:xfrm>
              <a:off x="2777315" y="466636"/>
              <a:ext cx="444893" cy="119713"/>
            </a:xfrm>
            <a:custGeom>
              <a:rect b="b" l="l" r="r" t="t"/>
              <a:pathLst>
                <a:path extrusionOk="0" fill="none" h="2450" w="9105">
                  <a:moveTo>
                    <a:pt x="9104" y="2449"/>
                  </a:moveTo>
                  <a:lnTo>
                    <a:pt x="1" y="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28" name="Google Shape;2328;p48"/>
            <p:cNvSpPr/>
            <p:nvPr/>
          </p:nvSpPr>
          <p:spPr>
            <a:xfrm>
              <a:off x="2781077" y="417626"/>
              <a:ext cx="460920" cy="49"/>
            </a:xfrm>
            <a:custGeom>
              <a:rect b="b" l="l" r="r" t="t"/>
              <a:pathLst>
                <a:path extrusionOk="0" fill="none" h="1" w="9433">
                  <a:moveTo>
                    <a:pt x="9432" y="0"/>
                  </a:moveTo>
                  <a:lnTo>
                    <a:pt x="1" y="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29" name="Google Shape;2329;p48"/>
            <p:cNvSpPr/>
            <p:nvPr/>
          </p:nvSpPr>
          <p:spPr>
            <a:xfrm>
              <a:off x="2771696" y="249880"/>
              <a:ext cx="444844" cy="119713"/>
            </a:xfrm>
            <a:custGeom>
              <a:rect b="b" l="l" r="r" t="t"/>
              <a:pathLst>
                <a:path extrusionOk="0" fill="none" h="2450" w="9104">
                  <a:moveTo>
                    <a:pt x="9103" y="0"/>
                  </a:moveTo>
                  <a:lnTo>
                    <a:pt x="0" y="24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30" name="Google Shape;2330;p48"/>
            <p:cNvSpPr/>
            <p:nvPr/>
          </p:nvSpPr>
          <p:spPr>
            <a:xfrm>
              <a:off x="2750929" y="94350"/>
              <a:ext cx="398718" cy="230973"/>
            </a:xfrm>
            <a:custGeom>
              <a:rect b="b" l="l" r="r" t="t"/>
              <a:pathLst>
                <a:path extrusionOk="0" fill="none" h="4727" w="8160">
                  <a:moveTo>
                    <a:pt x="8159" y="1"/>
                  </a:moveTo>
                  <a:lnTo>
                    <a:pt x="1" y="4726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31" name="Google Shape;2331;p48"/>
            <p:cNvSpPr/>
            <p:nvPr/>
          </p:nvSpPr>
          <p:spPr>
            <a:xfrm>
              <a:off x="2717947" y="-38508"/>
              <a:ext cx="326108" cy="326108"/>
            </a:xfrm>
            <a:custGeom>
              <a:rect b="b" l="l" r="r" t="t"/>
              <a:pathLst>
                <a:path extrusionOk="0" fill="none" h="6674" w="6674">
                  <a:moveTo>
                    <a:pt x="6674" y="0"/>
                  </a:moveTo>
                  <a:lnTo>
                    <a:pt x="1" y="6674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32" name="Google Shape;2332;p48"/>
            <p:cNvSpPr/>
            <p:nvPr/>
          </p:nvSpPr>
          <p:spPr>
            <a:xfrm>
              <a:off x="2677439" y="-139361"/>
              <a:ext cx="229996" cy="399646"/>
            </a:xfrm>
            <a:custGeom>
              <a:rect b="b" l="l" r="r" t="t"/>
              <a:pathLst>
                <a:path extrusionOk="0" fill="none" h="8179" w="4707">
                  <a:moveTo>
                    <a:pt x="4706" y="1"/>
                  </a:moveTo>
                  <a:lnTo>
                    <a:pt x="0" y="8178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33" name="Google Shape;2333;p48"/>
            <p:cNvSpPr/>
            <p:nvPr/>
          </p:nvSpPr>
          <p:spPr>
            <a:xfrm>
              <a:off x="2631264" y="-201563"/>
              <a:ext cx="118785" cy="444893"/>
            </a:xfrm>
            <a:custGeom>
              <a:rect b="b" l="l" r="r" t="t"/>
              <a:pathLst>
                <a:path extrusionOk="0" fill="none" h="9105" w="2431">
                  <a:moveTo>
                    <a:pt x="2430" y="1"/>
                  </a:moveTo>
                  <a:lnTo>
                    <a:pt x="0" y="9104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34" name="Google Shape;2334;p48"/>
            <p:cNvSpPr/>
            <p:nvPr/>
          </p:nvSpPr>
          <p:spPr>
            <a:xfrm>
              <a:off x="2607712" y="-215684"/>
              <a:ext cx="62251" cy="456180"/>
            </a:xfrm>
            <a:custGeom>
              <a:rect b="b" l="l" r="r" t="t"/>
              <a:pathLst>
                <a:path extrusionOk="0" fill="none" h="9336" w="1274">
                  <a:moveTo>
                    <a:pt x="1273" y="0"/>
                  </a:moveTo>
                  <a:lnTo>
                    <a:pt x="0" y="9335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35" name="Google Shape;2335;p48"/>
            <p:cNvSpPr/>
            <p:nvPr/>
          </p:nvSpPr>
          <p:spPr>
            <a:xfrm>
              <a:off x="2500263" y="-213779"/>
              <a:ext cx="57511" cy="457109"/>
            </a:xfrm>
            <a:custGeom>
              <a:rect b="b" l="l" r="r" t="t"/>
              <a:pathLst>
                <a:path extrusionOk="0" fill="none" h="9355" w="1177">
                  <a:moveTo>
                    <a:pt x="1" y="0"/>
                  </a:moveTo>
                  <a:lnTo>
                    <a:pt x="1177" y="9354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36" name="Google Shape;2336;p48"/>
            <p:cNvSpPr/>
            <p:nvPr/>
          </p:nvSpPr>
          <p:spPr>
            <a:xfrm>
              <a:off x="2337208" y="-168580"/>
              <a:ext cx="174390" cy="426961"/>
            </a:xfrm>
            <a:custGeom>
              <a:rect b="b" l="l" r="r" t="t"/>
              <a:pathLst>
                <a:path extrusionOk="0" fill="none" h="8738" w="3569">
                  <a:moveTo>
                    <a:pt x="1" y="1"/>
                  </a:moveTo>
                  <a:lnTo>
                    <a:pt x="3569" y="8738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37" name="Google Shape;2337;p48"/>
            <p:cNvSpPr/>
            <p:nvPr/>
          </p:nvSpPr>
          <p:spPr>
            <a:xfrm>
              <a:off x="2191157" y="-81849"/>
              <a:ext cx="279005" cy="366615"/>
            </a:xfrm>
            <a:custGeom>
              <a:rect b="b" l="l" r="r" t="t"/>
              <a:pathLst>
                <a:path extrusionOk="0" fill="none" h="7503" w="5710">
                  <a:moveTo>
                    <a:pt x="0" y="0"/>
                  </a:moveTo>
                  <a:lnTo>
                    <a:pt x="5709" y="7503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38" name="Google Shape;2338;p48"/>
            <p:cNvSpPr/>
            <p:nvPr/>
          </p:nvSpPr>
          <p:spPr>
            <a:xfrm>
              <a:off x="2072420" y="39722"/>
              <a:ext cx="364759" cy="281790"/>
            </a:xfrm>
            <a:custGeom>
              <a:rect b="b" l="l" r="r" t="t"/>
              <a:pathLst>
                <a:path extrusionOk="0" fill="none" h="5767" w="7465">
                  <a:moveTo>
                    <a:pt x="0" y="0"/>
                  </a:moveTo>
                  <a:lnTo>
                    <a:pt x="7464" y="5767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39" name="Google Shape;2339;p48"/>
            <p:cNvSpPr/>
            <p:nvPr/>
          </p:nvSpPr>
          <p:spPr>
            <a:xfrm>
              <a:off x="1989500" y="187678"/>
              <a:ext cx="425055" cy="178153"/>
            </a:xfrm>
            <a:custGeom>
              <a:rect b="b" l="l" r="r" t="t"/>
              <a:pathLst>
                <a:path extrusionOk="0" fill="none" h="3646" w="8699">
                  <a:moveTo>
                    <a:pt x="0" y="0"/>
                  </a:moveTo>
                  <a:lnTo>
                    <a:pt x="8698" y="3645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40" name="Google Shape;2340;p48"/>
            <p:cNvSpPr/>
            <p:nvPr/>
          </p:nvSpPr>
          <p:spPr>
            <a:xfrm>
              <a:off x="1948016" y="351662"/>
              <a:ext cx="456180" cy="62251"/>
            </a:xfrm>
            <a:custGeom>
              <a:rect b="b" l="l" r="r" t="t"/>
              <a:pathLst>
                <a:path extrusionOk="0" fill="none" h="1274" w="9336">
                  <a:moveTo>
                    <a:pt x="1" y="0"/>
                  </a:moveTo>
                  <a:lnTo>
                    <a:pt x="9335" y="1273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41" name="Google Shape;2341;p48"/>
            <p:cNvSpPr/>
            <p:nvPr/>
          </p:nvSpPr>
          <p:spPr>
            <a:xfrm>
              <a:off x="1949921" y="462824"/>
              <a:ext cx="457109" cy="58488"/>
            </a:xfrm>
            <a:custGeom>
              <a:rect b="b" l="l" r="r" t="t"/>
              <a:pathLst>
                <a:path extrusionOk="0" fill="none" h="1197" w="9355">
                  <a:moveTo>
                    <a:pt x="0" y="1197"/>
                  </a:moveTo>
                  <a:lnTo>
                    <a:pt x="9354" y="1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42" name="Google Shape;2342;p48"/>
            <p:cNvSpPr/>
            <p:nvPr/>
          </p:nvSpPr>
          <p:spPr>
            <a:xfrm>
              <a:off x="1996097" y="509977"/>
              <a:ext cx="425983" cy="174390"/>
            </a:xfrm>
            <a:custGeom>
              <a:rect b="b" l="l" r="r" t="t"/>
              <a:pathLst>
                <a:path extrusionOk="0" fill="none" h="3569" w="8718">
                  <a:moveTo>
                    <a:pt x="0" y="3568"/>
                  </a:moveTo>
                  <a:lnTo>
                    <a:pt x="8718" y="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43" name="Google Shape;2343;p48"/>
            <p:cNvSpPr/>
            <p:nvPr/>
          </p:nvSpPr>
          <p:spPr>
            <a:xfrm>
              <a:off x="2081851" y="551413"/>
              <a:ext cx="367593" cy="279005"/>
            </a:xfrm>
            <a:custGeom>
              <a:rect b="b" l="l" r="r" t="t"/>
              <a:pathLst>
                <a:path extrusionOk="0" fill="none" h="5710" w="7523">
                  <a:moveTo>
                    <a:pt x="0" y="5710"/>
                  </a:moveTo>
                  <a:lnTo>
                    <a:pt x="7522" y="1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44" name="Google Shape;2344;p48"/>
            <p:cNvSpPr/>
            <p:nvPr/>
          </p:nvSpPr>
          <p:spPr>
            <a:xfrm>
              <a:off x="2203422" y="584395"/>
              <a:ext cx="281790" cy="363830"/>
            </a:xfrm>
            <a:custGeom>
              <a:rect b="b" l="l" r="r" t="t"/>
              <a:pathLst>
                <a:path extrusionOk="0" fill="none" h="7446" w="5767">
                  <a:moveTo>
                    <a:pt x="0" y="7446"/>
                  </a:moveTo>
                  <a:lnTo>
                    <a:pt x="5767" y="1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45" name="Google Shape;2345;p48"/>
            <p:cNvSpPr/>
            <p:nvPr/>
          </p:nvSpPr>
          <p:spPr>
            <a:xfrm>
              <a:off x="2351378" y="607018"/>
              <a:ext cx="178153" cy="424126"/>
            </a:xfrm>
            <a:custGeom>
              <a:rect b="b" l="l" r="r" t="t"/>
              <a:pathLst>
                <a:path extrusionOk="0" fill="none" h="8680" w="3646">
                  <a:moveTo>
                    <a:pt x="0" y="8680"/>
                  </a:moveTo>
                  <a:lnTo>
                    <a:pt x="3645" y="1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46" name="Google Shape;2346;p48"/>
            <p:cNvSpPr/>
            <p:nvPr/>
          </p:nvSpPr>
          <p:spPr>
            <a:xfrm>
              <a:off x="2515362" y="616449"/>
              <a:ext cx="62251" cy="457109"/>
            </a:xfrm>
            <a:custGeom>
              <a:rect b="b" l="l" r="r" t="t"/>
              <a:pathLst>
                <a:path extrusionOk="0" fill="none" h="9355" w="1274">
                  <a:moveTo>
                    <a:pt x="0" y="9355"/>
                  </a:moveTo>
                  <a:lnTo>
                    <a:pt x="1273" y="1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47" name="Google Shape;2347;p48"/>
            <p:cNvSpPr/>
            <p:nvPr/>
          </p:nvSpPr>
          <p:spPr>
            <a:xfrm>
              <a:off x="2626524" y="614592"/>
              <a:ext cx="58488" cy="457109"/>
            </a:xfrm>
            <a:custGeom>
              <a:rect b="b" l="l" r="r" t="t"/>
              <a:pathLst>
                <a:path extrusionOk="0" fill="none" h="9355" w="1197">
                  <a:moveTo>
                    <a:pt x="1197" y="9354"/>
                  </a:moveTo>
                  <a:lnTo>
                    <a:pt x="1" y="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48" name="Google Shape;2348;p48"/>
            <p:cNvSpPr/>
            <p:nvPr/>
          </p:nvSpPr>
          <p:spPr>
            <a:xfrm>
              <a:off x="2673677" y="598565"/>
              <a:ext cx="174390" cy="426961"/>
            </a:xfrm>
            <a:custGeom>
              <a:rect b="b" l="l" r="r" t="t"/>
              <a:pathLst>
                <a:path extrusionOk="0" fill="none" h="8738" w="3569">
                  <a:moveTo>
                    <a:pt x="3568" y="8737"/>
                  </a:moveTo>
                  <a:lnTo>
                    <a:pt x="0" y="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49" name="Google Shape;2349;p48"/>
            <p:cNvSpPr/>
            <p:nvPr/>
          </p:nvSpPr>
          <p:spPr>
            <a:xfrm>
              <a:off x="2715113" y="572179"/>
              <a:ext cx="279005" cy="366615"/>
            </a:xfrm>
            <a:custGeom>
              <a:rect b="b" l="l" r="r" t="t"/>
              <a:pathLst>
                <a:path extrusionOk="0" fill="none" h="7503" w="5710">
                  <a:moveTo>
                    <a:pt x="5710" y="7503"/>
                  </a:moveTo>
                  <a:lnTo>
                    <a:pt x="1" y="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50" name="Google Shape;2350;p48"/>
            <p:cNvSpPr/>
            <p:nvPr/>
          </p:nvSpPr>
          <p:spPr>
            <a:xfrm>
              <a:off x="2748095" y="535386"/>
              <a:ext cx="364759" cy="281839"/>
            </a:xfrm>
            <a:custGeom>
              <a:rect b="b" l="l" r="r" t="t"/>
              <a:pathLst>
                <a:path extrusionOk="0" fill="none" h="5768" w="7465">
                  <a:moveTo>
                    <a:pt x="7465" y="5768"/>
                  </a:moveTo>
                  <a:lnTo>
                    <a:pt x="1" y="1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51" name="Google Shape;2351;p48"/>
            <p:cNvSpPr/>
            <p:nvPr/>
          </p:nvSpPr>
          <p:spPr>
            <a:xfrm>
              <a:off x="2770718" y="491116"/>
              <a:ext cx="424126" cy="179081"/>
            </a:xfrm>
            <a:custGeom>
              <a:rect b="b" l="l" r="r" t="t"/>
              <a:pathLst>
                <a:path extrusionOk="0" fill="none" h="3665" w="8680">
                  <a:moveTo>
                    <a:pt x="8680" y="3665"/>
                  </a:moveTo>
                  <a:lnTo>
                    <a:pt x="1" y="1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52" name="Google Shape;2352;p48"/>
            <p:cNvSpPr/>
            <p:nvPr/>
          </p:nvSpPr>
          <p:spPr>
            <a:xfrm>
              <a:off x="2781077" y="443035"/>
              <a:ext cx="456180" cy="62251"/>
            </a:xfrm>
            <a:custGeom>
              <a:rect b="b" l="l" r="r" t="t"/>
              <a:pathLst>
                <a:path extrusionOk="0" fill="none" h="1274" w="9336">
                  <a:moveTo>
                    <a:pt x="9336" y="1274"/>
                  </a:moveTo>
                  <a:lnTo>
                    <a:pt x="1" y="1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53" name="Google Shape;2353;p48"/>
            <p:cNvSpPr/>
            <p:nvPr/>
          </p:nvSpPr>
          <p:spPr>
            <a:xfrm>
              <a:off x="2778292" y="335635"/>
              <a:ext cx="457109" cy="58440"/>
            </a:xfrm>
            <a:custGeom>
              <a:rect b="b" l="l" r="r" t="t"/>
              <a:pathLst>
                <a:path extrusionOk="0" fill="none" h="1196" w="9355">
                  <a:moveTo>
                    <a:pt x="9354" y="0"/>
                  </a:moveTo>
                  <a:lnTo>
                    <a:pt x="0" y="1196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54" name="Google Shape;2354;p48"/>
            <p:cNvSpPr/>
            <p:nvPr/>
          </p:nvSpPr>
          <p:spPr>
            <a:xfrm>
              <a:off x="2763194" y="172579"/>
              <a:ext cx="426032" cy="174390"/>
            </a:xfrm>
            <a:custGeom>
              <a:rect b="b" l="l" r="r" t="t"/>
              <a:pathLst>
                <a:path extrusionOk="0" fill="none" h="3569" w="8719">
                  <a:moveTo>
                    <a:pt x="8718" y="1"/>
                  </a:moveTo>
                  <a:lnTo>
                    <a:pt x="1" y="3569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55" name="Google Shape;2355;p48"/>
            <p:cNvSpPr/>
            <p:nvPr/>
          </p:nvSpPr>
          <p:spPr>
            <a:xfrm>
              <a:off x="2735879" y="27457"/>
              <a:ext cx="366615" cy="278076"/>
            </a:xfrm>
            <a:custGeom>
              <a:rect b="b" l="l" r="r" t="t"/>
              <a:pathLst>
                <a:path extrusionOk="0" fill="none" h="5691" w="7503">
                  <a:moveTo>
                    <a:pt x="7503" y="0"/>
                  </a:moveTo>
                  <a:lnTo>
                    <a:pt x="0" y="569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56" name="Google Shape;2356;p48"/>
            <p:cNvSpPr/>
            <p:nvPr/>
          </p:nvSpPr>
          <p:spPr>
            <a:xfrm>
              <a:off x="2699135" y="-91280"/>
              <a:ext cx="282767" cy="364759"/>
            </a:xfrm>
            <a:custGeom>
              <a:rect b="b" l="l" r="r" t="t"/>
              <a:pathLst>
                <a:path extrusionOk="0" fill="none" h="7465" w="5787">
                  <a:moveTo>
                    <a:pt x="5786" y="0"/>
                  </a:moveTo>
                  <a:lnTo>
                    <a:pt x="0" y="7464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57" name="Google Shape;2357;p48"/>
            <p:cNvSpPr/>
            <p:nvPr/>
          </p:nvSpPr>
          <p:spPr>
            <a:xfrm>
              <a:off x="2655744" y="-174200"/>
              <a:ext cx="178153" cy="425055"/>
            </a:xfrm>
            <a:custGeom>
              <a:rect b="b" l="l" r="r" t="t"/>
              <a:pathLst>
                <a:path extrusionOk="0" fill="none" h="8699" w="3646">
                  <a:moveTo>
                    <a:pt x="3646" y="0"/>
                  </a:moveTo>
                  <a:lnTo>
                    <a:pt x="1" y="8698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358" name="Google Shape;2358;p48"/>
          <p:cNvGrpSpPr/>
          <p:nvPr/>
        </p:nvGrpSpPr>
        <p:grpSpPr>
          <a:xfrm>
            <a:off x="8366565" y="3429220"/>
            <a:ext cx="1965289" cy="517060"/>
            <a:chOff x="3539975" y="3523525"/>
            <a:chExt cx="745925" cy="196250"/>
          </a:xfrm>
        </p:grpSpPr>
        <p:sp>
          <p:nvSpPr>
            <p:cNvPr id="2359" name="Google Shape;2359;p48"/>
            <p:cNvSpPr/>
            <p:nvPr/>
          </p:nvSpPr>
          <p:spPr>
            <a:xfrm>
              <a:off x="3539975" y="3523525"/>
              <a:ext cx="196250" cy="196250"/>
            </a:xfrm>
            <a:custGeom>
              <a:rect b="b" l="l" r="r" t="t"/>
              <a:pathLst>
                <a:path extrusionOk="0" fill="none" h="7850" w="785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60" name="Google Shape;2360;p48"/>
            <p:cNvSpPr/>
            <p:nvPr/>
          </p:nvSpPr>
          <p:spPr>
            <a:xfrm>
              <a:off x="3576625" y="3523525"/>
              <a:ext cx="196250" cy="196250"/>
            </a:xfrm>
            <a:custGeom>
              <a:rect b="b" l="l" r="r" t="t"/>
              <a:pathLst>
                <a:path extrusionOk="0" fill="none" h="7850" w="785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61" name="Google Shape;2361;p48"/>
            <p:cNvSpPr/>
            <p:nvPr/>
          </p:nvSpPr>
          <p:spPr>
            <a:xfrm>
              <a:off x="3613250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1" y="0"/>
                  </a:moveTo>
                  <a:lnTo>
                    <a:pt x="7851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62" name="Google Shape;2362;p48"/>
            <p:cNvSpPr/>
            <p:nvPr/>
          </p:nvSpPr>
          <p:spPr>
            <a:xfrm>
              <a:off x="3649900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1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63" name="Google Shape;2363;p48"/>
            <p:cNvSpPr/>
            <p:nvPr/>
          </p:nvSpPr>
          <p:spPr>
            <a:xfrm>
              <a:off x="3686550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64" name="Google Shape;2364;p48"/>
            <p:cNvSpPr/>
            <p:nvPr/>
          </p:nvSpPr>
          <p:spPr>
            <a:xfrm>
              <a:off x="3723200" y="3523525"/>
              <a:ext cx="196250" cy="196250"/>
            </a:xfrm>
            <a:custGeom>
              <a:rect b="b" l="l" r="r" t="t"/>
              <a:pathLst>
                <a:path extrusionOk="0" fill="none" h="7850" w="785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65" name="Google Shape;2365;p48"/>
            <p:cNvSpPr/>
            <p:nvPr/>
          </p:nvSpPr>
          <p:spPr>
            <a:xfrm>
              <a:off x="3759825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1" y="0"/>
                  </a:moveTo>
                  <a:lnTo>
                    <a:pt x="7851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66" name="Google Shape;2366;p48"/>
            <p:cNvSpPr/>
            <p:nvPr/>
          </p:nvSpPr>
          <p:spPr>
            <a:xfrm>
              <a:off x="3796475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1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67" name="Google Shape;2367;p48"/>
            <p:cNvSpPr/>
            <p:nvPr/>
          </p:nvSpPr>
          <p:spPr>
            <a:xfrm>
              <a:off x="3833125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1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68" name="Google Shape;2368;p48"/>
            <p:cNvSpPr/>
            <p:nvPr/>
          </p:nvSpPr>
          <p:spPr>
            <a:xfrm>
              <a:off x="3869775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69" name="Google Shape;2369;p48"/>
            <p:cNvSpPr/>
            <p:nvPr/>
          </p:nvSpPr>
          <p:spPr>
            <a:xfrm>
              <a:off x="3906425" y="3523525"/>
              <a:ext cx="196250" cy="196250"/>
            </a:xfrm>
            <a:custGeom>
              <a:rect b="b" l="l" r="r" t="t"/>
              <a:pathLst>
                <a:path extrusionOk="0" fill="none" h="7850" w="785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70" name="Google Shape;2370;p48"/>
            <p:cNvSpPr/>
            <p:nvPr/>
          </p:nvSpPr>
          <p:spPr>
            <a:xfrm>
              <a:off x="3943050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1" y="0"/>
                  </a:moveTo>
                  <a:lnTo>
                    <a:pt x="7851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71" name="Google Shape;2371;p48"/>
            <p:cNvSpPr/>
            <p:nvPr/>
          </p:nvSpPr>
          <p:spPr>
            <a:xfrm>
              <a:off x="3979700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1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72" name="Google Shape;2372;p48"/>
            <p:cNvSpPr/>
            <p:nvPr/>
          </p:nvSpPr>
          <p:spPr>
            <a:xfrm>
              <a:off x="4016350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1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73" name="Google Shape;2373;p48"/>
            <p:cNvSpPr/>
            <p:nvPr/>
          </p:nvSpPr>
          <p:spPr>
            <a:xfrm>
              <a:off x="4053000" y="3523525"/>
              <a:ext cx="196250" cy="196250"/>
            </a:xfrm>
            <a:custGeom>
              <a:rect b="b" l="l" r="r" t="t"/>
              <a:pathLst>
                <a:path extrusionOk="0" fill="none" h="7850" w="785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74" name="Google Shape;2374;p48"/>
            <p:cNvSpPr/>
            <p:nvPr/>
          </p:nvSpPr>
          <p:spPr>
            <a:xfrm>
              <a:off x="4089650" y="3523525"/>
              <a:ext cx="196250" cy="196250"/>
            </a:xfrm>
            <a:custGeom>
              <a:rect b="b" l="l" r="r" t="t"/>
              <a:pathLst>
                <a:path extrusionOk="0" fill="none" h="7850" w="785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375" name="Google Shape;2375;p48"/>
          <p:cNvSpPr/>
          <p:nvPr/>
        </p:nvSpPr>
        <p:spPr>
          <a:xfrm>
            <a:off x="7796285" y="2758125"/>
            <a:ext cx="825452" cy="1673688"/>
          </a:xfrm>
          <a:custGeom>
            <a:rect b="b" l="l" r="r" t="t"/>
            <a:pathLst>
              <a:path extrusionOk="0" fill="none" h="34232" w="16883">
                <a:moveTo>
                  <a:pt x="16882" y="34232"/>
                </a:moveTo>
                <a:cubicBezTo>
                  <a:pt x="7517" y="34109"/>
                  <a:pt x="1" y="26494"/>
                  <a:pt x="1" y="17129"/>
                </a:cubicBezTo>
                <a:cubicBezTo>
                  <a:pt x="1" y="7764"/>
                  <a:pt x="7517" y="124"/>
                  <a:pt x="16882" y="1"/>
                </a:cubicBezTo>
              </a:path>
            </a:pathLst>
          </a:custGeom>
          <a:noFill/>
          <a:ln cap="flat" cmpd="sng" w="85025">
            <a:solidFill>
              <a:schemeClr val="lt1"/>
            </a:solidFill>
            <a:prstDash val="solid"/>
            <a:miter lim="24644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6" name="Google Shape;2376;p48"/>
          <p:cNvSpPr/>
          <p:nvPr/>
        </p:nvSpPr>
        <p:spPr>
          <a:xfrm>
            <a:off x="715550" y="2391735"/>
            <a:ext cx="555517" cy="554294"/>
          </a:xfrm>
          <a:custGeom>
            <a:rect b="b" l="l" r="r" t="t"/>
            <a:pathLst>
              <a:path extrusionOk="0" h="11337" w="11362">
                <a:moveTo>
                  <a:pt x="11362" y="5668"/>
                </a:moveTo>
                <a:cubicBezTo>
                  <a:pt x="11362" y="8798"/>
                  <a:pt x="8823" y="11337"/>
                  <a:pt x="5669" y="11337"/>
                </a:cubicBezTo>
                <a:cubicBezTo>
                  <a:pt x="2539" y="11337"/>
                  <a:pt x="1" y="8798"/>
                  <a:pt x="1" y="5668"/>
                </a:cubicBezTo>
                <a:cubicBezTo>
                  <a:pt x="1" y="2539"/>
                  <a:pt x="2539" y="0"/>
                  <a:pt x="5669" y="0"/>
                </a:cubicBezTo>
                <a:cubicBezTo>
                  <a:pt x="8823" y="0"/>
                  <a:pt x="11362" y="2539"/>
                  <a:pt x="11362" y="5668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377" name="Google Shape;2377;p4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144627" y="-592075"/>
            <a:ext cx="2527512" cy="2681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8">
  <p:cSld name="CUSTOM_3_1_1_1_1_1_1_1">
    <p:spTree>
      <p:nvGrpSpPr>
        <p:cNvPr id="2378" name="Shape 2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79" name="Google Shape;2379;p49"/>
          <p:cNvPicPr preferRelativeResize="0"/>
          <p:nvPr/>
        </p:nvPicPr>
        <p:blipFill rotWithShape="1">
          <a:blip r:embed="rId2">
            <a:alphaModFix amt="60000"/>
          </a:blip>
          <a:srcRect b="10" l="0" r="0" t="10"/>
          <a:stretch/>
        </p:blipFill>
        <p:spPr>
          <a:xfrm>
            <a:off x="0" y="1"/>
            <a:ext cx="9144002" cy="514349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380" name="Google Shape;2380;p49"/>
          <p:cNvGrpSpPr/>
          <p:nvPr/>
        </p:nvGrpSpPr>
        <p:grpSpPr>
          <a:xfrm flipH="1" rot="-5400000">
            <a:off x="-2692775" y="2018671"/>
            <a:ext cx="4000413" cy="3175881"/>
            <a:chOff x="5207925" y="-1994879"/>
            <a:chExt cx="4000413" cy="3175881"/>
          </a:xfrm>
        </p:grpSpPr>
        <p:sp>
          <p:nvSpPr>
            <p:cNvPr id="2381" name="Google Shape;2381;p49"/>
            <p:cNvSpPr/>
            <p:nvPr/>
          </p:nvSpPr>
          <p:spPr>
            <a:xfrm>
              <a:off x="5256209" y="-1994879"/>
              <a:ext cx="3952129" cy="3103920"/>
            </a:xfrm>
            <a:custGeom>
              <a:rect b="b" l="l" r="r" t="t"/>
              <a:pathLst>
                <a:path extrusionOk="0" fill="none" h="70648" w="89954">
                  <a:moveTo>
                    <a:pt x="89954" y="70647"/>
                  </a:moveTo>
                  <a:lnTo>
                    <a:pt x="1" y="70647"/>
                  </a:lnTo>
                  <a:lnTo>
                    <a:pt x="1" y="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82" name="Google Shape;2382;p49"/>
            <p:cNvSpPr/>
            <p:nvPr/>
          </p:nvSpPr>
          <p:spPr>
            <a:xfrm>
              <a:off x="5579917" y="1036061"/>
              <a:ext cx="144942" cy="144942"/>
            </a:xfrm>
            <a:custGeom>
              <a:rect b="b" l="l" r="r" t="t"/>
              <a:pathLst>
                <a:path extrusionOk="0" h="3299" w="3299">
                  <a:moveTo>
                    <a:pt x="0" y="1"/>
                  </a:moveTo>
                  <a:lnTo>
                    <a:pt x="0" y="3299"/>
                  </a:lnTo>
                  <a:lnTo>
                    <a:pt x="3298" y="3299"/>
                  </a:lnTo>
                  <a:lnTo>
                    <a:pt x="329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83" name="Google Shape;2383;p49"/>
            <p:cNvSpPr/>
            <p:nvPr/>
          </p:nvSpPr>
          <p:spPr>
            <a:xfrm>
              <a:off x="5207925" y="352772"/>
              <a:ext cx="96613" cy="394888"/>
            </a:xfrm>
            <a:custGeom>
              <a:rect b="b" l="l" r="r" t="t"/>
              <a:pathLst>
                <a:path extrusionOk="0" h="8988" w="2199">
                  <a:moveTo>
                    <a:pt x="0" y="0"/>
                  </a:moveTo>
                  <a:lnTo>
                    <a:pt x="0" y="8988"/>
                  </a:lnTo>
                  <a:lnTo>
                    <a:pt x="2199" y="8988"/>
                  </a:lnTo>
                  <a:lnTo>
                    <a:pt x="2199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384" name="Google Shape;2384;p49"/>
          <p:cNvSpPr/>
          <p:nvPr/>
        </p:nvSpPr>
        <p:spPr>
          <a:xfrm>
            <a:off x="8515238" y="3221356"/>
            <a:ext cx="555517" cy="554294"/>
          </a:xfrm>
          <a:custGeom>
            <a:rect b="b" l="l" r="r" t="t"/>
            <a:pathLst>
              <a:path extrusionOk="0" h="11337" w="11362">
                <a:moveTo>
                  <a:pt x="11362" y="5668"/>
                </a:moveTo>
                <a:cubicBezTo>
                  <a:pt x="11362" y="8798"/>
                  <a:pt x="8823" y="11337"/>
                  <a:pt x="5669" y="11337"/>
                </a:cubicBezTo>
                <a:cubicBezTo>
                  <a:pt x="2539" y="11337"/>
                  <a:pt x="1" y="8798"/>
                  <a:pt x="1" y="5668"/>
                </a:cubicBezTo>
                <a:cubicBezTo>
                  <a:pt x="1" y="2539"/>
                  <a:pt x="2539" y="0"/>
                  <a:pt x="5669" y="0"/>
                </a:cubicBezTo>
                <a:cubicBezTo>
                  <a:pt x="8823" y="0"/>
                  <a:pt x="11362" y="2539"/>
                  <a:pt x="11362" y="5668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385" name="Google Shape;2385;p49"/>
          <p:cNvGrpSpPr/>
          <p:nvPr/>
        </p:nvGrpSpPr>
        <p:grpSpPr>
          <a:xfrm>
            <a:off x="1664883" y="4680673"/>
            <a:ext cx="793256" cy="182899"/>
            <a:chOff x="2685575" y="2835950"/>
            <a:chExt cx="433000" cy="99825"/>
          </a:xfrm>
        </p:grpSpPr>
        <p:sp>
          <p:nvSpPr>
            <p:cNvPr id="2386" name="Google Shape;2386;p49"/>
            <p:cNvSpPr/>
            <p:nvPr/>
          </p:nvSpPr>
          <p:spPr>
            <a:xfrm>
              <a:off x="3032250" y="2835950"/>
              <a:ext cx="86325" cy="99825"/>
            </a:xfrm>
            <a:custGeom>
              <a:rect b="b" l="l" r="r" t="t"/>
              <a:pathLst>
                <a:path extrusionOk="0" h="3993" w="3453">
                  <a:moveTo>
                    <a:pt x="3453" y="0"/>
                  </a:moveTo>
                  <a:lnTo>
                    <a:pt x="0" y="2006"/>
                  </a:lnTo>
                  <a:lnTo>
                    <a:pt x="3453" y="3993"/>
                  </a:lnTo>
                  <a:lnTo>
                    <a:pt x="3453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87" name="Google Shape;2387;p49"/>
            <p:cNvSpPr/>
            <p:nvPr/>
          </p:nvSpPr>
          <p:spPr>
            <a:xfrm>
              <a:off x="2917000" y="2835950"/>
              <a:ext cx="85850" cy="99825"/>
            </a:xfrm>
            <a:custGeom>
              <a:rect b="b" l="l" r="r" t="t"/>
              <a:pathLst>
                <a:path extrusionOk="0" h="3993" w="3434">
                  <a:moveTo>
                    <a:pt x="3434" y="0"/>
                  </a:moveTo>
                  <a:lnTo>
                    <a:pt x="1" y="2006"/>
                  </a:lnTo>
                  <a:lnTo>
                    <a:pt x="3434" y="3993"/>
                  </a:lnTo>
                  <a:lnTo>
                    <a:pt x="3434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88" name="Google Shape;2388;p49"/>
            <p:cNvSpPr/>
            <p:nvPr/>
          </p:nvSpPr>
          <p:spPr>
            <a:xfrm>
              <a:off x="2801300" y="2835950"/>
              <a:ext cx="86325" cy="99825"/>
            </a:xfrm>
            <a:custGeom>
              <a:rect b="b" l="l" r="r" t="t"/>
              <a:pathLst>
                <a:path extrusionOk="0" h="3993" w="3453">
                  <a:moveTo>
                    <a:pt x="3452" y="0"/>
                  </a:moveTo>
                  <a:lnTo>
                    <a:pt x="0" y="2006"/>
                  </a:lnTo>
                  <a:lnTo>
                    <a:pt x="3452" y="3993"/>
                  </a:lnTo>
                  <a:lnTo>
                    <a:pt x="3452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89" name="Google Shape;2389;p49"/>
            <p:cNvSpPr/>
            <p:nvPr/>
          </p:nvSpPr>
          <p:spPr>
            <a:xfrm>
              <a:off x="2685575" y="2835950"/>
              <a:ext cx="86325" cy="99825"/>
            </a:xfrm>
            <a:custGeom>
              <a:rect b="b" l="l" r="r" t="t"/>
              <a:pathLst>
                <a:path extrusionOk="0" h="3993" w="3453">
                  <a:moveTo>
                    <a:pt x="3453" y="0"/>
                  </a:moveTo>
                  <a:lnTo>
                    <a:pt x="0" y="2006"/>
                  </a:lnTo>
                  <a:lnTo>
                    <a:pt x="3453" y="3993"/>
                  </a:lnTo>
                  <a:lnTo>
                    <a:pt x="3453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390" name="Google Shape;2390;p49"/>
          <p:cNvGrpSpPr/>
          <p:nvPr/>
        </p:nvGrpSpPr>
        <p:grpSpPr>
          <a:xfrm>
            <a:off x="3755452" y="4863578"/>
            <a:ext cx="1965289" cy="517060"/>
            <a:chOff x="3539975" y="3523525"/>
            <a:chExt cx="745925" cy="196250"/>
          </a:xfrm>
        </p:grpSpPr>
        <p:sp>
          <p:nvSpPr>
            <p:cNvPr id="2391" name="Google Shape;2391;p49"/>
            <p:cNvSpPr/>
            <p:nvPr/>
          </p:nvSpPr>
          <p:spPr>
            <a:xfrm>
              <a:off x="3539975" y="3523525"/>
              <a:ext cx="196250" cy="196250"/>
            </a:xfrm>
            <a:custGeom>
              <a:rect b="b" l="l" r="r" t="t"/>
              <a:pathLst>
                <a:path extrusionOk="0" fill="none" h="7850" w="785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92" name="Google Shape;2392;p49"/>
            <p:cNvSpPr/>
            <p:nvPr/>
          </p:nvSpPr>
          <p:spPr>
            <a:xfrm>
              <a:off x="3576625" y="3523525"/>
              <a:ext cx="196250" cy="196250"/>
            </a:xfrm>
            <a:custGeom>
              <a:rect b="b" l="l" r="r" t="t"/>
              <a:pathLst>
                <a:path extrusionOk="0" fill="none" h="7850" w="785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93" name="Google Shape;2393;p49"/>
            <p:cNvSpPr/>
            <p:nvPr/>
          </p:nvSpPr>
          <p:spPr>
            <a:xfrm>
              <a:off x="3613250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1" y="0"/>
                  </a:moveTo>
                  <a:lnTo>
                    <a:pt x="7851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94" name="Google Shape;2394;p49"/>
            <p:cNvSpPr/>
            <p:nvPr/>
          </p:nvSpPr>
          <p:spPr>
            <a:xfrm>
              <a:off x="3649900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1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95" name="Google Shape;2395;p49"/>
            <p:cNvSpPr/>
            <p:nvPr/>
          </p:nvSpPr>
          <p:spPr>
            <a:xfrm>
              <a:off x="3686550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96" name="Google Shape;2396;p49"/>
            <p:cNvSpPr/>
            <p:nvPr/>
          </p:nvSpPr>
          <p:spPr>
            <a:xfrm>
              <a:off x="3723200" y="3523525"/>
              <a:ext cx="196250" cy="196250"/>
            </a:xfrm>
            <a:custGeom>
              <a:rect b="b" l="l" r="r" t="t"/>
              <a:pathLst>
                <a:path extrusionOk="0" fill="none" h="7850" w="785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97" name="Google Shape;2397;p49"/>
            <p:cNvSpPr/>
            <p:nvPr/>
          </p:nvSpPr>
          <p:spPr>
            <a:xfrm>
              <a:off x="3759825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1" y="0"/>
                  </a:moveTo>
                  <a:lnTo>
                    <a:pt x="7851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98" name="Google Shape;2398;p49"/>
            <p:cNvSpPr/>
            <p:nvPr/>
          </p:nvSpPr>
          <p:spPr>
            <a:xfrm>
              <a:off x="3796475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1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99" name="Google Shape;2399;p49"/>
            <p:cNvSpPr/>
            <p:nvPr/>
          </p:nvSpPr>
          <p:spPr>
            <a:xfrm>
              <a:off x="3833125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1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00" name="Google Shape;2400;p49"/>
            <p:cNvSpPr/>
            <p:nvPr/>
          </p:nvSpPr>
          <p:spPr>
            <a:xfrm>
              <a:off x="3869775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01" name="Google Shape;2401;p49"/>
            <p:cNvSpPr/>
            <p:nvPr/>
          </p:nvSpPr>
          <p:spPr>
            <a:xfrm>
              <a:off x="3906425" y="3523525"/>
              <a:ext cx="196250" cy="196250"/>
            </a:xfrm>
            <a:custGeom>
              <a:rect b="b" l="l" r="r" t="t"/>
              <a:pathLst>
                <a:path extrusionOk="0" fill="none" h="7850" w="785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02" name="Google Shape;2402;p49"/>
            <p:cNvSpPr/>
            <p:nvPr/>
          </p:nvSpPr>
          <p:spPr>
            <a:xfrm>
              <a:off x="3943050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1" y="0"/>
                  </a:moveTo>
                  <a:lnTo>
                    <a:pt x="7851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03" name="Google Shape;2403;p49"/>
            <p:cNvSpPr/>
            <p:nvPr/>
          </p:nvSpPr>
          <p:spPr>
            <a:xfrm>
              <a:off x="3979700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1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04" name="Google Shape;2404;p49"/>
            <p:cNvSpPr/>
            <p:nvPr/>
          </p:nvSpPr>
          <p:spPr>
            <a:xfrm>
              <a:off x="4016350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1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05" name="Google Shape;2405;p49"/>
            <p:cNvSpPr/>
            <p:nvPr/>
          </p:nvSpPr>
          <p:spPr>
            <a:xfrm>
              <a:off x="4053000" y="3523525"/>
              <a:ext cx="196250" cy="196250"/>
            </a:xfrm>
            <a:custGeom>
              <a:rect b="b" l="l" r="r" t="t"/>
              <a:pathLst>
                <a:path extrusionOk="0" fill="none" h="7850" w="785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06" name="Google Shape;2406;p49"/>
            <p:cNvSpPr/>
            <p:nvPr/>
          </p:nvSpPr>
          <p:spPr>
            <a:xfrm>
              <a:off x="4089650" y="3523525"/>
              <a:ext cx="196250" cy="196250"/>
            </a:xfrm>
            <a:custGeom>
              <a:rect b="b" l="l" r="r" t="t"/>
              <a:pathLst>
                <a:path extrusionOk="0" fill="none" h="7850" w="785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407" name="Google Shape;2407;p49"/>
          <p:cNvGrpSpPr/>
          <p:nvPr/>
        </p:nvGrpSpPr>
        <p:grpSpPr>
          <a:xfrm>
            <a:off x="8428555" y="1737712"/>
            <a:ext cx="1039906" cy="679800"/>
            <a:chOff x="4082325" y="3790650"/>
            <a:chExt cx="1039906" cy="679800"/>
          </a:xfrm>
        </p:grpSpPr>
        <p:sp>
          <p:nvSpPr>
            <p:cNvPr id="2408" name="Google Shape;2408;p49"/>
            <p:cNvSpPr/>
            <p:nvPr/>
          </p:nvSpPr>
          <p:spPr>
            <a:xfrm>
              <a:off x="4082325" y="3790650"/>
              <a:ext cx="1039906" cy="94858"/>
            </a:xfrm>
            <a:custGeom>
              <a:rect b="b" l="l" r="r" t="t"/>
              <a:pathLst>
                <a:path extrusionOk="0" fill="none" h="1448" w="15874">
                  <a:moveTo>
                    <a:pt x="1" y="1"/>
                  </a:moveTo>
                  <a:cubicBezTo>
                    <a:pt x="1138" y="1"/>
                    <a:pt x="1138" y="1447"/>
                    <a:pt x="2276" y="1447"/>
                  </a:cubicBezTo>
                  <a:cubicBezTo>
                    <a:pt x="3395" y="1447"/>
                    <a:pt x="3395" y="1"/>
                    <a:pt x="4533" y="1"/>
                  </a:cubicBezTo>
                  <a:cubicBezTo>
                    <a:pt x="5671" y="1"/>
                    <a:pt x="5671" y="1447"/>
                    <a:pt x="6809" y="1447"/>
                  </a:cubicBezTo>
                  <a:cubicBezTo>
                    <a:pt x="7947" y="1447"/>
                    <a:pt x="7947" y="1"/>
                    <a:pt x="9065" y="1"/>
                  </a:cubicBezTo>
                  <a:cubicBezTo>
                    <a:pt x="10203" y="1"/>
                    <a:pt x="10203" y="1447"/>
                    <a:pt x="11341" y="1447"/>
                  </a:cubicBezTo>
                  <a:cubicBezTo>
                    <a:pt x="12479" y="1447"/>
                    <a:pt x="12479" y="1"/>
                    <a:pt x="13617" y="1"/>
                  </a:cubicBezTo>
                  <a:cubicBezTo>
                    <a:pt x="14736" y="1"/>
                    <a:pt x="14736" y="1447"/>
                    <a:pt x="15873" y="1447"/>
                  </a:cubicBezTo>
                </a:path>
              </a:pathLst>
            </a:custGeom>
            <a:solidFill>
              <a:schemeClr val="lt1"/>
            </a:solidFill>
            <a:ln cap="flat" cmpd="sng" w="12050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09" name="Google Shape;2409;p49"/>
            <p:cNvSpPr/>
            <p:nvPr/>
          </p:nvSpPr>
          <p:spPr>
            <a:xfrm>
              <a:off x="4082325" y="4083808"/>
              <a:ext cx="1039906" cy="94793"/>
            </a:xfrm>
            <a:custGeom>
              <a:rect b="b" l="l" r="r" t="t"/>
              <a:pathLst>
                <a:path extrusionOk="0" fill="none" h="1447" w="15874">
                  <a:moveTo>
                    <a:pt x="1" y="0"/>
                  </a:moveTo>
                  <a:cubicBezTo>
                    <a:pt x="1138" y="0"/>
                    <a:pt x="1138" y="1447"/>
                    <a:pt x="2276" y="1447"/>
                  </a:cubicBezTo>
                  <a:cubicBezTo>
                    <a:pt x="3395" y="1447"/>
                    <a:pt x="3395" y="0"/>
                    <a:pt x="4533" y="0"/>
                  </a:cubicBezTo>
                  <a:cubicBezTo>
                    <a:pt x="5671" y="0"/>
                    <a:pt x="5671" y="1447"/>
                    <a:pt x="6809" y="1447"/>
                  </a:cubicBezTo>
                  <a:cubicBezTo>
                    <a:pt x="7947" y="1447"/>
                    <a:pt x="7947" y="0"/>
                    <a:pt x="9065" y="0"/>
                  </a:cubicBezTo>
                  <a:cubicBezTo>
                    <a:pt x="10203" y="0"/>
                    <a:pt x="10203" y="1447"/>
                    <a:pt x="11341" y="1447"/>
                  </a:cubicBezTo>
                  <a:cubicBezTo>
                    <a:pt x="12479" y="1447"/>
                    <a:pt x="12479" y="0"/>
                    <a:pt x="13617" y="0"/>
                  </a:cubicBezTo>
                  <a:cubicBezTo>
                    <a:pt x="14736" y="0"/>
                    <a:pt x="14736" y="1447"/>
                    <a:pt x="15873" y="1447"/>
                  </a:cubicBezTo>
                </a:path>
              </a:pathLst>
            </a:custGeom>
            <a:solidFill>
              <a:schemeClr val="lt1"/>
            </a:solidFill>
            <a:ln cap="flat" cmpd="sng" w="12050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10" name="Google Shape;2410;p49"/>
            <p:cNvSpPr/>
            <p:nvPr/>
          </p:nvSpPr>
          <p:spPr>
            <a:xfrm>
              <a:off x="4082325" y="4375657"/>
              <a:ext cx="1039906" cy="94793"/>
            </a:xfrm>
            <a:custGeom>
              <a:rect b="b" l="l" r="r" t="t"/>
              <a:pathLst>
                <a:path extrusionOk="0" fill="none" h="1447" w="15874">
                  <a:moveTo>
                    <a:pt x="1" y="0"/>
                  </a:moveTo>
                  <a:cubicBezTo>
                    <a:pt x="1138" y="0"/>
                    <a:pt x="1138" y="1447"/>
                    <a:pt x="2276" y="1447"/>
                  </a:cubicBezTo>
                  <a:cubicBezTo>
                    <a:pt x="3395" y="1447"/>
                    <a:pt x="3395" y="0"/>
                    <a:pt x="4533" y="0"/>
                  </a:cubicBezTo>
                  <a:cubicBezTo>
                    <a:pt x="5671" y="0"/>
                    <a:pt x="5671" y="1447"/>
                    <a:pt x="6809" y="1447"/>
                  </a:cubicBezTo>
                  <a:cubicBezTo>
                    <a:pt x="7947" y="1447"/>
                    <a:pt x="7947" y="0"/>
                    <a:pt x="9065" y="0"/>
                  </a:cubicBezTo>
                  <a:cubicBezTo>
                    <a:pt x="10203" y="0"/>
                    <a:pt x="10203" y="1447"/>
                    <a:pt x="11341" y="1447"/>
                  </a:cubicBezTo>
                  <a:cubicBezTo>
                    <a:pt x="12479" y="1447"/>
                    <a:pt x="12479" y="0"/>
                    <a:pt x="13617" y="0"/>
                  </a:cubicBezTo>
                  <a:cubicBezTo>
                    <a:pt x="14736" y="0"/>
                    <a:pt x="14736" y="1447"/>
                    <a:pt x="15873" y="1447"/>
                  </a:cubicBezTo>
                </a:path>
              </a:pathLst>
            </a:custGeom>
            <a:solidFill>
              <a:schemeClr val="lt1"/>
            </a:solidFill>
            <a:ln cap="flat" cmpd="sng" w="12050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411" name="Google Shape;2411;p49"/>
          <p:cNvSpPr txBox="1"/>
          <p:nvPr>
            <p:ph type="title"/>
          </p:nvPr>
        </p:nvSpPr>
        <p:spPr>
          <a:xfrm>
            <a:off x="715500" y="538250"/>
            <a:ext cx="7713000" cy="4206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900"/>
              <a:buNone/>
              <a:defRPr sz="2900">
                <a:latin typeface="Aldrich"/>
                <a:ea typeface="Aldrich"/>
                <a:cs typeface="Aldrich"/>
                <a:sym typeface="Aldrich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s">
  <p:cSld name="CUSTOM_4">
    <p:spTree>
      <p:nvGrpSpPr>
        <p:cNvPr id="2412" name="Shape 2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13" name="Google Shape;2413;p50"/>
          <p:cNvPicPr preferRelativeResize="0"/>
          <p:nvPr/>
        </p:nvPicPr>
        <p:blipFill rotWithShape="1">
          <a:blip r:embed="rId2">
            <a:alphaModFix amt="60000"/>
          </a:blip>
          <a:srcRect b="10" l="0" r="0" t="10"/>
          <a:stretch/>
        </p:blipFill>
        <p:spPr>
          <a:xfrm flipH="1">
            <a:off x="0" y="1"/>
            <a:ext cx="9144002" cy="5143499"/>
          </a:xfrm>
          <a:prstGeom prst="rect">
            <a:avLst/>
          </a:prstGeom>
          <a:noFill/>
          <a:ln>
            <a:noFill/>
          </a:ln>
        </p:spPr>
      </p:pic>
      <p:sp>
        <p:nvSpPr>
          <p:cNvPr id="2414" name="Google Shape;2414;p50"/>
          <p:cNvSpPr txBox="1"/>
          <p:nvPr>
            <p:ph type="title"/>
          </p:nvPr>
        </p:nvSpPr>
        <p:spPr>
          <a:xfrm>
            <a:off x="866150" y="539000"/>
            <a:ext cx="3856500" cy="7629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900"/>
              <a:buNone/>
              <a:defRPr sz="5800"/>
            </a:lvl1pPr>
            <a:lvl2pPr lvl="1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9pPr>
          </a:lstStyle>
          <a:p/>
        </p:txBody>
      </p:sp>
      <p:sp>
        <p:nvSpPr>
          <p:cNvPr id="2415" name="Google Shape;2415;p50"/>
          <p:cNvSpPr txBox="1"/>
          <p:nvPr>
            <p:ph idx="1" type="subTitle"/>
          </p:nvPr>
        </p:nvSpPr>
        <p:spPr>
          <a:xfrm>
            <a:off x="866275" y="1672187"/>
            <a:ext cx="3856500" cy="104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16" name="Google Shape;2416;p50"/>
          <p:cNvSpPr txBox="1"/>
          <p:nvPr/>
        </p:nvSpPr>
        <p:spPr>
          <a:xfrm>
            <a:off x="872400" y="3715100"/>
            <a:ext cx="32469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18287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lt1"/>
                </a:solidFill>
                <a:latin typeface="Bai Jamjuree"/>
                <a:ea typeface="Bai Jamjuree"/>
                <a:cs typeface="Bai Jamjuree"/>
                <a:sym typeface="Bai Jamjuree"/>
              </a:rPr>
              <a:t>CREDITS</a:t>
            </a:r>
            <a:r>
              <a:rPr lang="en" sz="1100">
                <a:solidFill>
                  <a:schemeClr val="lt1"/>
                </a:solidFill>
                <a:latin typeface="Bai Jamjuree"/>
                <a:ea typeface="Bai Jamjuree"/>
                <a:cs typeface="Bai Jamjuree"/>
                <a:sym typeface="Bai Jamjuree"/>
              </a:rPr>
              <a:t>: This presentation template was created by </a:t>
            </a:r>
            <a:r>
              <a:rPr b="1" lang="en" sz="1100">
                <a:solidFill>
                  <a:schemeClr val="lt1"/>
                </a:solidFill>
                <a:uFill>
                  <a:noFill/>
                </a:uFill>
                <a:latin typeface="Bai Jamjuree"/>
                <a:ea typeface="Bai Jamjuree"/>
                <a:cs typeface="Bai Jamjuree"/>
                <a:sym typeface="Bai Jamjuree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Slidesgo</a:t>
            </a:r>
            <a:r>
              <a:rPr lang="en" sz="1100">
                <a:solidFill>
                  <a:schemeClr val="lt1"/>
                </a:solidFill>
                <a:latin typeface="Bai Jamjuree"/>
                <a:ea typeface="Bai Jamjuree"/>
                <a:cs typeface="Bai Jamjuree"/>
                <a:sym typeface="Bai Jamjuree"/>
              </a:rPr>
              <a:t>, and includes icons by </a:t>
            </a:r>
            <a:r>
              <a:rPr b="1" lang="en" sz="1100">
                <a:solidFill>
                  <a:schemeClr val="lt1"/>
                </a:solidFill>
                <a:uFill>
                  <a:noFill/>
                </a:uFill>
                <a:latin typeface="Bai Jamjuree"/>
                <a:ea typeface="Bai Jamjuree"/>
                <a:cs typeface="Bai Jamjuree"/>
                <a:sym typeface="Bai Jamjuree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Flaticon</a:t>
            </a:r>
            <a:r>
              <a:rPr b="1" lang="en" sz="1100">
                <a:solidFill>
                  <a:schemeClr val="lt1"/>
                </a:solidFill>
                <a:latin typeface="Bai Jamjuree"/>
                <a:ea typeface="Bai Jamjuree"/>
                <a:cs typeface="Bai Jamjuree"/>
                <a:sym typeface="Bai Jamjuree"/>
              </a:rPr>
              <a:t> </a:t>
            </a:r>
            <a:r>
              <a:rPr lang="en" sz="1100">
                <a:solidFill>
                  <a:schemeClr val="lt1"/>
                </a:solidFill>
                <a:latin typeface="Bai Jamjuree"/>
                <a:ea typeface="Bai Jamjuree"/>
                <a:cs typeface="Bai Jamjuree"/>
                <a:sym typeface="Bai Jamjuree"/>
              </a:rPr>
              <a:t>and infographics &amp; images by </a:t>
            </a:r>
            <a:r>
              <a:rPr b="1" lang="en" sz="1100">
                <a:solidFill>
                  <a:schemeClr val="lt1"/>
                </a:solidFill>
                <a:uFill>
                  <a:noFill/>
                </a:uFill>
                <a:latin typeface="Bai Jamjuree"/>
                <a:ea typeface="Bai Jamjuree"/>
                <a:cs typeface="Bai Jamjuree"/>
                <a:sym typeface="Bai Jamjuree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Freepik</a:t>
            </a:r>
            <a:endParaRPr b="1" sz="1100">
              <a:solidFill>
                <a:schemeClr val="lt1"/>
              </a:solidFill>
              <a:latin typeface="Bai Jamjuree"/>
              <a:ea typeface="Bai Jamjuree"/>
              <a:cs typeface="Bai Jamjuree"/>
              <a:sym typeface="Bai Jamjuree"/>
            </a:endParaRPr>
          </a:p>
        </p:txBody>
      </p:sp>
      <p:grpSp>
        <p:nvGrpSpPr>
          <p:cNvPr id="2417" name="Google Shape;2417;p50"/>
          <p:cNvGrpSpPr/>
          <p:nvPr/>
        </p:nvGrpSpPr>
        <p:grpSpPr>
          <a:xfrm>
            <a:off x="-1416836" y="2858310"/>
            <a:ext cx="2019176" cy="2019176"/>
            <a:chOff x="1943325" y="-220375"/>
            <a:chExt cx="1298672" cy="1298672"/>
          </a:xfrm>
        </p:grpSpPr>
        <p:sp>
          <p:nvSpPr>
            <p:cNvPr id="2418" name="Google Shape;2418;p50"/>
            <p:cNvSpPr/>
            <p:nvPr/>
          </p:nvSpPr>
          <p:spPr>
            <a:xfrm>
              <a:off x="2582255" y="-220375"/>
              <a:ext cx="49" cy="460871"/>
            </a:xfrm>
            <a:custGeom>
              <a:rect b="b" l="l" r="r" t="t"/>
              <a:pathLst>
                <a:path extrusionOk="0" fill="none" h="9432" w="1">
                  <a:moveTo>
                    <a:pt x="0" y="0"/>
                  </a:moveTo>
                  <a:lnTo>
                    <a:pt x="0" y="9431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19" name="Google Shape;2419;p50"/>
            <p:cNvSpPr/>
            <p:nvPr/>
          </p:nvSpPr>
          <p:spPr>
            <a:xfrm>
              <a:off x="2414509" y="-195895"/>
              <a:ext cx="118785" cy="444844"/>
            </a:xfrm>
            <a:custGeom>
              <a:rect b="b" l="l" r="r" t="t"/>
              <a:pathLst>
                <a:path extrusionOk="0" fill="none" h="9104" w="2431">
                  <a:moveTo>
                    <a:pt x="0" y="1"/>
                  </a:moveTo>
                  <a:lnTo>
                    <a:pt x="2431" y="9104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20" name="Google Shape;2420;p50"/>
            <p:cNvSpPr/>
            <p:nvPr/>
          </p:nvSpPr>
          <p:spPr>
            <a:xfrm>
              <a:off x="2259027" y="-128024"/>
              <a:ext cx="229996" cy="398669"/>
            </a:xfrm>
            <a:custGeom>
              <a:rect b="b" l="l" r="r" t="t"/>
              <a:pathLst>
                <a:path extrusionOk="0" fill="none" h="8159" w="4707">
                  <a:moveTo>
                    <a:pt x="0" y="0"/>
                  </a:moveTo>
                  <a:lnTo>
                    <a:pt x="4706" y="8158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21" name="Google Shape;2421;p50"/>
            <p:cNvSpPr/>
            <p:nvPr/>
          </p:nvSpPr>
          <p:spPr>
            <a:xfrm>
              <a:off x="2126121" y="-22481"/>
              <a:ext cx="325180" cy="325180"/>
            </a:xfrm>
            <a:custGeom>
              <a:rect b="b" l="l" r="r" t="t"/>
              <a:pathLst>
                <a:path extrusionOk="0" fill="none" h="6655" w="6655">
                  <a:moveTo>
                    <a:pt x="1" y="0"/>
                  </a:moveTo>
                  <a:lnTo>
                    <a:pt x="6655" y="6654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22" name="Google Shape;2422;p50"/>
            <p:cNvSpPr/>
            <p:nvPr/>
          </p:nvSpPr>
          <p:spPr>
            <a:xfrm>
              <a:off x="2025317" y="113211"/>
              <a:ext cx="398669" cy="230924"/>
            </a:xfrm>
            <a:custGeom>
              <a:rect b="b" l="l" r="r" t="t"/>
              <a:pathLst>
                <a:path extrusionOk="0" fill="none" h="4726" w="8159">
                  <a:moveTo>
                    <a:pt x="0" y="1"/>
                  </a:moveTo>
                  <a:lnTo>
                    <a:pt x="8158" y="4726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23" name="Google Shape;2423;p50"/>
            <p:cNvSpPr/>
            <p:nvPr/>
          </p:nvSpPr>
          <p:spPr>
            <a:xfrm>
              <a:off x="1963114" y="270598"/>
              <a:ext cx="444844" cy="119713"/>
            </a:xfrm>
            <a:custGeom>
              <a:rect b="b" l="l" r="r" t="t"/>
              <a:pathLst>
                <a:path extrusionOk="0" fill="none" h="2450" w="9104">
                  <a:moveTo>
                    <a:pt x="0" y="0"/>
                  </a:moveTo>
                  <a:lnTo>
                    <a:pt x="9103" y="24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24" name="Google Shape;2424;p50"/>
            <p:cNvSpPr/>
            <p:nvPr/>
          </p:nvSpPr>
          <p:spPr>
            <a:xfrm>
              <a:off x="1943325" y="439273"/>
              <a:ext cx="460871" cy="49"/>
            </a:xfrm>
            <a:custGeom>
              <a:rect b="b" l="l" r="r" t="t"/>
              <a:pathLst>
                <a:path extrusionOk="0" fill="none" h="1" w="9432">
                  <a:moveTo>
                    <a:pt x="0" y="1"/>
                  </a:moveTo>
                  <a:lnTo>
                    <a:pt x="9431" y="1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25" name="Google Shape;2425;p50"/>
            <p:cNvSpPr/>
            <p:nvPr/>
          </p:nvSpPr>
          <p:spPr>
            <a:xfrm>
              <a:off x="1967805" y="487354"/>
              <a:ext cx="445821" cy="119713"/>
            </a:xfrm>
            <a:custGeom>
              <a:rect b="b" l="l" r="r" t="t"/>
              <a:pathLst>
                <a:path extrusionOk="0" fill="none" h="2450" w="9124">
                  <a:moveTo>
                    <a:pt x="1" y="2450"/>
                  </a:moveTo>
                  <a:lnTo>
                    <a:pt x="9123" y="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26" name="Google Shape;2426;p50"/>
            <p:cNvSpPr/>
            <p:nvPr/>
          </p:nvSpPr>
          <p:spPr>
            <a:xfrm>
              <a:off x="2035676" y="532600"/>
              <a:ext cx="398669" cy="229996"/>
            </a:xfrm>
            <a:custGeom>
              <a:rect b="b" l="l" r="r" t="t"/>
              <a:pathLst>
                <a:path extrusionOk="0" fill="none" h="4707" w="8159">
                  <a:moveTo>
                    <a:pt x="0" y="4706"/>
                  </a:moveTo>
                  <a:lnTo>
                    <a:pt x="8158" y="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27" name="Google Shape;2427;p50"/>
            <p:cNvSpPr/>
            <p:nvPr/>
          </p:nvSpPr>
          <p:spPr>
            <a:xfrm>
              <a:off x="2141219" y="569345"/>
              <a:ext cx="326108" cy="326108"/>
            </a:xfrm>
            <a:custGeom>
              <a:rect b="b" l="l" r="r" t="t"/>
              <a:pathLst>
                <a:path extrusionOk="0" fill="none" h="6674" w="6674">
                  <a:moveTo>
                    <a:pt x="0" y="6674"/>
                  </a:moveTo>
                  <a:lnTo>
                    <a:pt x="6673" y="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28" name="Google Shape;2428;p50"/>
            <p:cNvSpPr/>
            <p:nvPr/>
          </p:nvSpPr>
          <p:spPr>
            <a:xfrm>
              <a:off x="2277840" y="597588"/>
              <a:ext cx="229996" cy="398718"/>
            </a:xfrm>
            <a:custGeom>
              <a:rect b="b" l="l" r="r" t="t"/>
              <a:pathLst>
                <a:path extrusionOk="0" fill="none" h="8160" w="4707">
                  <a:moveTo>
                    <a:pt x="1" y="8159"/>
                  </a:moveTo>
                  <a:lnTo>
                    <a:pt x="4707" y="1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29" name="Google Shape;2429;p50"/>
            <p:cNvSpPr/>
            <p:nvPr/>
          </p:nvSpPr>
          <p:spPr>
            <a:xfrm>
              <a:off x="2435227" y="613615"/>
              <a:ext cx="118785" cy="444893"/>
            </a:xfrm>
            <a:custGeom>
              <a:rect b="b" l="l" r="r" t="t"/>
              <a:pathLst>
                <a:path extrusionOk="0" fill="none" h="9105" w="2431">
                  <a:moveTo>
                    <a:pt x="1" y="9104"/>
                  </a:moveTo>
                  <a:lnTo>
                    <a:pt x="2431" y="1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30" name="Google Shape;2430;p50"/>
            <p:cNvSpPr/>
            <p:nvPr/>
          </p:nvSpPr>
          <p:spPr>
            <a:xfrm>
              <a:off x="2602973" y="617377"/>
              <a:ext cx="49" cy="460920"/>
            </a:xfrm>
            <a:custGeom>
              <a:rect b="b" l="l" r="r" t="t"/>
              <a:pathLst>
                <a:path extrusionOk="0" fill="none" h="9433" w="1">
                  <a:moveTo>
                    <a:pt x="1" y="9432"/>
                  </a:moveTo>
                  <a:lnTo>
                    <a:pt x="1" y="1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31" name="Google Shape;2431;p50"/>
            <p:cNvSpPr/>
            <p:nvPr/>
          </p:nvSpPr>
          <p:spPr>
            <a:xfrm>
              <a:off x="2651982" y="607996"/>
              <a:ext cx="118785" cy="444844"/>
            </a:xfrm>
            <a:custGeom>
              <a:rect b="b" l="l" r="r" t="t"/>
              <a:pathLst>
                <a:path extrusionOk="0" fill="none" h="9104" w="2431">
                  <a:moveTo>
                    <a:pt x="2431" y="9103"/>
                  </a:moveTo>
                  <a:lnTo>
                    <a:pt x="1" y="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32" name="Google Shape;2432;p50"/>
            <p:cNvSpPr/>
            <p:nvPr/>
          </p:nvSpPr>
          <p:spPr>
            <a:xfrm>
              <a:off x="2696300" y="586301"/>
              <a:ext cx="229996" cy="398669"/>
            </a:xfrm>
            <a:custGeom>
              <a:rect b="b" l="l" r="r" t="t"/>
              <a:pathLst>
                <a:path extrusionOk="0" fill="none" h="8159" w="4707">
                  <a:moveTo>
                    <a:pt x="4706" y="8159"/>
                  </a:moveTo>
                  <a:lnTo>
                    <a:pt x="0" y="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33" name="Google Shape;2433;p50"/>
            <p:cNvSpPr/>
            <p:nvPr/>
          </p:nvSpPr>
          <p:spPr>
            <a:xfrm>
              <a:off x="2733974" y="554247"/>
              <a:ext cx="325180" cy="326108"/>
            </a:xfrm>
            <a:custGeom>
              <a:rect b="b" l="l" r="r" t="t"/>
              <a:pathLst>
                <a:path extrusionOk="0" fill="none" h="6674" w="6655">
                  <a:moveTo>
                    <a:pt x="6655" y="6674"/>
                  </a:moveTo>
                  <a:lnTo>
                    <a:pt x="1" y="1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34" name="Google Shape;2434;p50"/>
            <p:cNvSpPr/>
            <p:nvPr/>
          </p:nvSpPr>
          <p:spPr>
            <a:xfrm>
              <a:off x="2761288" y="513739"/>
              <a:ext cx="398718" cy="229996"/>
            </a:xfrm>
            <a:custGeom>
              <a:rect b="b" l="l" r="r" t="t"/>
              <a:pathLst>
                <a:path extrusionOk="0" fill="none" h="4707" w="8160">
                  <a:moveTo>
                    <a:pt x="8159" y="4706"/>
                  </a:moveTo>
                  <a:lnTo>
                    <a:pt x="1" y="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35" name="Google Shape;2435;p50"/>
            <p:cNvSpPr/>
            <p:nvPr/>
          </p:nvSpPr>
          <p:spPr>
            <a:xfrm>
              <a:off x="2777315" y="466636"/>
              <a:ext cx="444893" cy="119713"/>
            </a:xfrm>
            <a:custGeom>
              <a:rect b="b" l="l" r="r" t="t"/>
              <a:pathLst>
                <a:path extrusionOk="0" fill="none" h="2450" w="9105">
                  <a:moveTo>
                    <a:pt x="9104" y="2449"/>
                  </a:moveTo>
                  <a:lnTo>
                    <a:pt x="1" y="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36" name="Google Shape;2436;p50"/>
            <p:cNvSpPr/>
            <p:nvPr/>
          </p:nvSpPr>
          <p:spPr>
            <a:xfrm>
              <a:off x="2781077" y="417626"/>
              <a:ext cx="460920" cy="49"/>
            </a:xfrm>
            <a:custGeom>
              <a:rect b="b" l="l" r="r" t="t"/>
              <a:pathLst>
                <a:path extrusionOk="0" fill="none" h="1" w="9433">
                  <a:moveTo>
                    <a:pt x="9432" y="0"/>
                  </a:moveTo>
                  <a:lnTo>
                    <a:pt x="1" y="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37" name="Google Shape;2437;p50"/>
            <p:cNvSpPr/>
            <p:nvPr/>
          </p:nvSpPr>
          <p:spPr>
            <a:xfrm>
              <a:off x="2771696" y="249880"/>
              <a:ext cx="444844" cy="119713"/>
            </a:xfrm>
            <a:custGeom>
              <a:rect b="b" l="l" r="r" t="t"/>
              <a:pathLst>
                <a:path extrusionOk="0" fill="none" h="2450" w="9104">
                  <a:moveTo>
                    <a:pt x="9103" y="0"/>
                  </a:moveTo>
                  <a:lnTo>
                    <a:pt x="0" y="24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38" name="Google Shape;2438;p50"/>
            <p:cNvSpPr/>
            <p:nvPr/>
          </p:nvSpPr>
          <p:spPr>
            <a:xfrm>
              <a:off x="2750929" y="94350"/>
              <a:ext cx="398718" cy="230973"/>
            </a:xfrm>
            <a:custGeom>
              <a:rect b="b" l="l" r="r" t="t"/>
              <a:pathLst>
                <a:path extrusionOk="0" fill="none" h="4727" w="8160">
                  <a:moveTo>
                    <a:pt x="8159" y="1"/>
                  </a:moveTo>
                  <a:lnTo>
                    <a:pt x="1" y="4726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39" name="Google Shape;2439;p50"/>
            <p:cNvSpPr/>
            <p:nvPr/>
          </p:nvSpPr>
          <p:spPr>
            <a:xfrm>
              <a:off x="2717947" y="-38508"/>
              <a:ext cx="326108" cy="326108"/>
            </a:xfrm>
            <a:custGeom>
              <a:rect b="b" l="l" r="r" t="t"/>
              <a:pathLst>
                <a:path extrusionOk="0" fill="none" h="6674" w="6674">
                  <a:moveTo>
                    <a:pt x="6674" y="0"/>
                  </a:moveTo>
                  <a:lnTo>
                    <a:pt x="1" y="6674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40" name="Google Shape;2440;p50"/>
            <p:cNvSpPr/>
            <p:nvPr/>
          </p:nvSpPr>
          <p:spPr>
            <a:xfrm>
              <a:off x="2677439" y="-139361"/>
              <a:ext cx="229996" cy="399646"/>
            </a:xfrm>
            <a:custGeom>
              <a:rect b="b" l="l" r="r" t="t"/>
              <a:pathLst>
                <a:path extrusionOk="0" fill="none" h="8179" w="4707">
                  <a:moveTo>
                    <a:pt x="4706" y="1"/>
                  </a:moveTo>
                  <a:lnTo>
                    <a:pt x="0" y="8178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41" name="Google Shape;2441;p50"/>
            <p:cNvSpPr/>
            <p:nvPr/>
          </p:nvSpPr>
          <p:spPr>
            <a:xfrm>
              <a:off x="2631264" y="-201563"/>
              <a:ext cx="118785" cy="444893"/>
            </a:xfrm>
            <a:custGeom>
              <a:rect b="b" l="l" r="r" t="t"/>
              <a:pathLst>
                <a:path extrusionOk="0" fill="none" h="9105" w="2431">
                  <a:moveTo>
                    <a:pt x="2430" y="1"/>
                  </a:moveTo>
                  <a:lnTo>
                    <a:pt x="0" y="9104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42" name="Google Shape;2442;p50"/>
            <p:cNvSpPr/>
            <p:nvPr/>
          </p:nvSpPr>
          <p:spPr>
            <a:xfrm>
              <a:off x="2607712" y="-215684"/>
              <a:ext cx="62251" cy="456180"/>
            </a:xfrm>
            <a:custGeom>
              <a:rect b="b" l="l" r="r" t="t"/>
              <a:pathLst>
                <a:path extrusionOk="0" fill="none" h="9336" w="1274">
                  <a:moveTo>
                    <a:pt x="1273" y="0"/>
                  </a:moveTo>
                  <a:lnTo>
                    <a:pt x="0" y="9335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43" name="Google Shape;2443;p50"/>
            <p:cNvSpPr/>
            <p:nvPr/>
          </p:nvSpPr>
          <p:spPr>
            <a:xfrm>
              <a:off x="2500263" y="-213779"/>
              <a:ext cx="57511" cy="457109"/>
            </a:xfrm>
            <a:custGeom>
              <a:rect b="b" l="l" r="r" t="t"/>
              <a:pathLst>
                <a:path extrusionOk="0" fill="none" h="9355" w="1177">
                  <a:moveTo>
                    <a:pt x="1" y="0"/>
                  </a:moveTo>
                  <a:lnTo>
                    <a:pt x="1177" y="9354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44" name="Google Shape;2444;p50"/>
            <p:cNvSpPr/>
            <p:nvPr/>
          </p:nvSpPr>
          <p:spPr>
            <a:xfrm>
              <a:off x="2337208" y="-168580"/>
              <a:ext cx="174390" cy="426961"/>
            </a:xfrm>
            <a:custGeom>
              <a:rect b="b" l="l" r="r" t="t"/>
              <a:pathLst>
                <a:path extrusionOk="0" fill="none" h="8738" w="3569">
                  <a:moveTo>
                    <a:pt x="1" y="1"/>
                  </a:moveTo>
                  <a:lnTo>
                    <a:pt x="3569" y="8738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45" name="Google Shape;2445;p50"/>
            <p:cNvSpPr/>
            <p:nvPr/>
          </p:nvSpPr>
          <p:spPr>
            <a:xfrm>
              <a:off x="2191157" y="-81849"/>
              <a:ext cx="279005" cy="366615"/>
            </a:xfrm>
            <a:custGeom>
              <a:rect b="b" l="l" r="r" t="t"/>
              <a:pathLst>
                <a:path extrusionOk="0" fill="none" h="7503" w="5710">
                  <a:moveTo>
                    <a:pt x="0" y="0"/>
                  </a:moveTo>
                  <a:lnTo>
                    <a:pt x="5709" y="7503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46" name="Google Shape;2446;p50"/>
            <p:cNvSpPr/>
            <p:nvPr/>
          </p:nvSpPr>
          <p:spPr>
            <a:xfrm>
              <a:off x="2072420" y="39722"/>
              <a:ext cx="364759" cy="281790"/>
            </a:xfrm>
            <a:custGeom>
              <a:rect b="b" l="l" r="r" t="t"/>
              <a:pathLst>
                <a:path extrusionOk="0" fill="none" h="5767" w="7465">
                  <a:moveTo>
                    <a:pt x="0" y="0"/>
                  </a:moveTo>
                  <a:lnTo>
                    <a:pt x="7464" y="5767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47" name="Google Shape;2447;p50"/>
            <p:cNvSpPr/>
            <p:nvPr/>
          </p:nvSpPr>
          <p:spPr>
            <a:xfrm>
              <a:off x="1989500" y="187678"/>
              <a:ext cx="425055" cy="178153"/>
            </a:xfrm>
            <a:custGeom>
              <a:rect b="b" l="l" r="r" t="t"/>
              <a:pathLst>
                <a:path extrusionOk="0" fill="none" h="3646" w="8699">
                  <a:moveTo>
                    <a:pt x="0" y="0"/>
                  </a:moveTo>
                  <a:lnTo>
                    <a:pt x="8698" y="3645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48" name="Google Shape;2448;p50"/>
            <p:cNvSpPr/>
            <p:nvPr/>
          </p:nvSpPr>
          <p:spPr>
            <a:xfrm>
              <a:off x="1948016" y="351662"/>
              <a:ext cx="456180" cy="62251"/>
            </a:xfrm>
            <a:custGeom>
              <a:rect b="b" l="l" r="r" t="t"/>
              <a:pathLst>
                <a:path extrusionOk="0" fill="none" h="1274" w="9336">
                  <a:moveTo>
                    <a:pt x="1" y="0"/>
                  </a:moveTo>
                  <a:lnTo>
                    <a:pt x="9335" y="1273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49" name="Google Shape;2449;p50"/>
            <p:cNvSpPr/>
            <p:nvPr/>
          </p:nvSpPr>
          <p:spPr>
            <a:xfrm>
              <a:off x="1949921" y="462824"/>
              <a:ext cx="457109" cy="58488"/>
            </a:xfrm>
            <a:custGeom>
              <a:rect b="b" l="l" r="r" t="t"/>
              <a:pathLst>
                <a:path extrusionOk="0" fill="none" h="1197" w="9355">
                  <a:moveTo>
                    <a:pt x="0" y="1197"/>
                  </a:moveTo>
                  <a:lnTo>
                    <a:pt x="9354" y="1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50" name="Google Shape;2450;p50"/>
            <p:cNvSpPr/>
            <p:nvPr/>
          </p:nvSpPr>
          <p:spPr>
            <a:xfrm>
              <a:off x="1996097" y="509977"/>
              <a:ext cx="425983" cy="174390"/>
            </a:xfrm>
            <a:custGeom>
              <a:rect b="b" l="l" r="r" t="t"/>
              <a:pathLst>
                <a:path extrusionOk="0" fill="none" h="3569" w="8718">
                  <a:moveTo>
                    <a:pt x="0" y="3568"/>
                  </a:moveTo>
                  <a:lnTo>
                    <a:pt x="8718" y="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51" name="Google Shape;2451;p50"/>
            <p:cNvSpPr/>
            <p:nvPr/>
          </p:nvSpPr>
          <p:spPr>
            <a:xfrm>
              <a:off x="2081851" y="551413"/>
              <a:ext cx="367593" cy="279005"/>
            </a:xfrm>
            <a:custGeom>
              <a:rect b="b" l="l" r="r" t="t"/>
              <a:pathLst>
                <a:path extrusionOk="0" fill="none" h="5710" w="7523">
                  <a:moveTo>
                    <a:pt x="0" y="5710"/>
                  </a:moveTo>
                  <a:lnTo>
                    <a:pt x="7522" y="1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52" name="Google Shape;2452;p50"/>
            <p:cNvSpPr/>
            <p:nvPr/>
          </p:nvSpPr>
          <p:spPr>
            <a:xfrm>
              <a:off x="2203422" y="584395"/>
              <a:ext cx="281790" cy="363830"/>
            </a:xfrm>
            <a:custGeom>
              <a:rect b="b" l="l" r="r" t="t"/>
              <a:pathLst>
                <a:path extrusionOk="0" fill="none" h="7446" w="5767">
                  <a:moveTo>
                    <a:pt x="0" y="7446"/>
                  </a:moveTo>
                  <a:lnTo>
                    <a:pt x="5767" y="1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53" name="Google Shape;2453;p50"/>
            <p:cNvSpPr/>
            <p:nvPr/>
          </p:nvSpPr>
          <p:spPr>
            <a:xfrm>
              <a:off x="2351378" y="607018"/>
              <a:ext cx="178153" cy="424126"/>
            </a:xfrm>
            <a:custGeom>
              <a:rect b="b" l="l" r="r" t="t"/>
              <a:pathLst>
                <a:path extrusionOk="0" fill="none" h="8680" w="3646">
                  <a:moveTo>
                    <a:pt x="0" y="8680"/>
                  </a:moveTo>
                  <a:lnTo>
                    <a:pt x="3645" y="1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54" name="Google Shape;2454;p50"/>
            <p:cNvSpPr/>
            <p:nvPr/>
          </p:nvSpPr>
          <p:spPr>
            <a:xfrm>
              <a:off x="2515362" y="616449"/>
              <a:ext cx="62251" cy="457109"/>
            </a:xfrm>
            <a:custGeom>
              <a:rect b="b" l="l" r="r" t="t"/>
              <a:pathLst>
                <a:path extrusionOk="0" fill="none" h="9355" w="1274">
                  <a:moveTo>
                    <a:pt x="0" y="9355"/>
                  </a:moveTo>
                  <a:lnTo>
                    <a:pt x="1273" y="1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55" name="Google Shape;2455;p50"/>
            <p:cNvSpPr/>
            <p:nvPr/>
          </p:nvSpPr>
          <p:spPr>
            <a:xfrm>
              <a:off x="2626524" y="614592"/>
              <a:ext cx="58488" cy="457109"/>
            </a:xfrm>
            <a:custGeom>
              <a:rect b="b" l="l" r="r" t="t"/>
              <a:pathLst>
                <a:path extrusionOk="0" fill="none" h="9355" w="1197">
                  <a:moveTo>
                    <a:pt x="1197" y="9354"/>
                  </a:moveTo>
                  <a:lnTo>
                    <a:pt x="1" y="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56" name="Google Shape;2456;p50"/>
            <p:cNvSpPr/>
            <p:nvPr/>
          </p:nvSpPr>
          <p:spPr>
            <a:xfrm>
              <a:off x="2673677" y="598565"/>
              <a:ext cx="174390" cy="426961"/>
            </a:xfrm>
            <a:custGeom>
              <a:rect b="b" l="l" r="r" t="t"/>
              <a:pathLst>
                <a:path extrusionOk="0" fill="none" h="8738" w="3569">
                  <a:moveTo>
                    <a:pt x="3568" y="8737"/>
                  </a:moveTo>
                  <a:lnTo>
                    <a:pt x="0" y="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57" name="Google Shape;2457;p50"/>
            <p:cNvSpPr/>
            <p:nvPr/>
          </p:nvSpPr>
          <p:spPr>
            <a:xfrm>
              <a:off x="2715113" y="572179"/>
              <a:ext cx="279005" cy="366615"/>
            </a:xfrm>
            <a:custGeom>
              <a:rect b="b" l="l" r="r" t="t"/>
              <a:pathLst>
                <a:path extrusionOk="0" fill="none" h="7503" w="5710">
                  <a:moveTo>
                    <a:pt x="5710" y="7503"/>
                  </a:moveTo>
                  <a:lnTo>
                    <a:pt x="1" y="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58" name="Google Shape;2458;p50"/>
            <p:cNvSpPr/>
            <p:nvPr/>
          </p:nvSpPr>
          <p:spPr>
            <a:xfrm>
              <a:off x="2748095" y="535386"/>
              <a:ext cx="364759" cy="281839"/>
            </a:xfrm>
            <a:custGeom>
              <a:rect b="b" l="l" r="r" t="t"/>
              <a:pathLst>
                <a:path extrusionOk="0" fill="none" h="5768" w="7465">
                  <a:moveTo>
                    <a:pt x="7465" y="5768"/>
                  </a:moveTo>
                  <a:lnTo>
                    <a:pt x="1" y="1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59" name="Google Shape;2459;p50"/>
            <p:cNvSpPr/>
            <p:nvPr/>
          </p:nvSpPr>
          <p:spPr>
            <a:xfrm>
              <a:off x="2770718" y="491116"/>
              <a:ext cx="424126" cy="179081"/>
            </a:xfrm>
            <a:custGeom>
              <a:rect b="b" l="l" r="r" t="t"/>
              <a:pathLst>
                <a:path extrusionOk="0" fill="none" h="3665" w="8680">
                  <a:moveTo>
                    <a:pt x="8680" y="3665"/>
                  </a:moveTo>
                  <a:lnTo>
                    <a:pt x="1" y="1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60" name="Google Shape;2460;p50"/>
            <p:cNvSpPr/>
            <p:nvPr/>
          </p:nvSpPr>
          <p:spPr>
            <a:xfrm>
              <a:off x="2781077" y="443035"/>
              <a:ext cx="456180" cy="62251"/>
            </a:xfrm>
            <a:custGeom>
              <a:rect b="b" l="l" r="r" t="t"/>
              <a:pathLst>
                <a:path extrusionOk="0" fill="none" h="1274" w="9336">
                  <a:moveTo>
                    <a:pt x="9336" y="1274"/>
                  </a:moveTo>
                  <a:lnTo>
                    <a:pt x="1" y="1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61" name="Google Shape;2461;p50"/>
            <p:cNvSpPr/>
            <p:nvPr/>
          </p:nvSpPr>
          <p:spPr>
            <a:xfrm>
              <a:off x="2778292" y="335635"/>
              <a:ext cx="457109" cy="58440"/>
            </a:xfrm>
            <a:custGeom>
              <a:rect b="b" l="l" r="r" t="t"/>
              <a:pathLst>
                <a:path extrusionOk="0" fill="none" h="1196" w="9355">
                  <a:moveTo>
                    <a:pt x="9354" y="0"/>
                  </a:moveTo>
                  <a:lnTo>
                    <a:pt x="0" y="1196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62" name="Google Shape;2462;p50"/>
            <p:cNvSpPr/>
            <p:nvPr/>
          </p:nvSpPr>
          <p:spPr>
            <a:xfrm>
              <a:off x="2763194" y="172579"/>
              <a:ext cx="426032" cy="174390"/>
            </a:xfrm>
            <a:custGeom>
              <a:rect b="b" l="l" r="r" t="t"/>
              <a:pathLst>
                <a:path extrusionOk="0" fill="none" h="3569" w="8719">
                  <a:moveTo>
                    <a:pt x="8718" y="1"/>
                  </a:moveTo>
                  <a:lnTo>
                    <a:pt x="1" y="3569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63" name="Google Shape;2463;p50"/>
            <p:cNvSpPr/>
            <p:nvPr/>
          </p:nvSpPr>
          <p:spPr>
            <a:xfrm>
              <a:off x="2735879" y="27457"/>
              <a:ext cx="366615" cy="278076"/>
            </a:xfrm>
            <a:custGeom>
              <a:rect b="b" l="l" r="r" t="t"/>
              <a:pathLst>
                <a:path extrusionOk="0" fill="none" h="5691" w="7503">
                  <a:moveTo>
                    <a:pt x="7503" y="0"/>
                  </a:moveTo>
                  <a:lnTo>
                    <a:pt x="0" y="569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64" name="Google Shape;2464;p50"/>
            <p:cNvSpPr/>
            <p:nvPr/>
          </p:nvSpPr>
          <p:spPr>
            <a:xfrm>
              <a:off x="2699135" y="-91280"/>
              <a:ext cx="282767" cy="364759"/>
            </a:xfrm>
            <a:custGeom>
              <a:rect b="b" l="l" r="r" t="t"/>
              <a:pathLst>
                <a:path extrusionOk="0" fill="none" h="7465" w="5787">
                  <a:moveTo>
                    <a:pt x="5786" y="0"/>
                  </a:moveTo>
                  <a:lnTo>
                    <a:pt x="0" y="7464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65" name="Google Shape;2465;p50"/>
            <p:cNvSpPr/>
            <p:nvPr/>
          </p:nvSpPr>
          <p:spPr>
            <a:xfrm>
              <a:off x="2655744" y="-174200"/>
              <a:ext cx="178153" cy="425055"/>
            </a:xfrm>
            <a:custGeom>
              <a:rect b="b" l="l" r="r" t="t"/>
              <a:pathLst>
                <a:path extrusionOk="0" fill="none" h="8699" w="3646">
                  <a:moveTo>
                    <a:pt x="3646" y="0"/>
                  </a:moveTo>
                  <a:lnTo>
                    <a:pt x="1" y="8698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466" name="Google Shape;2466;p50"/>
          <p:cNvGrpSpPr/>
          <p:nvPr/>
        </p:nvGrpSpPr>
        <p:grpSpPr>
          <a:xfrm rot="-5400000">
            <a:off x="-3038008" y="-1227121"/>
            <a:ext cx="3952129" cy="3175881"/>
            <a:chOff x="5256209" y="-1994879"/>
            <a:chExt cx="3952129" cy="3175881"/>
          </a:xfrm>
        </p:grpSpPr>
        <p:sp>
          <p:nvSpPr>
            <p:cNvPr id="2467" name="Google Shape;2467;p50"/>
            <p:cNvSpPr/>
            <p:nvPr/>
          </p:nvSpPr>
          <p:spPr>
            <a:xfrm>
              <a:off x="5256209" y="-1994879"/>
              <a:ext cx="3952129" cy="3103920"/>
            </a:xfrm>
            <a:custGeom>
              <a:rect b="b" l="l" r="r" t="t"/>
              <a:pathLst>
                <a:path extrusionOk="0" fill="none" h="70648" w="89954">
                  <a:moveTo>
                    <a:pt x="89954" y="70647"/>
                  </a:moveTo>
                  <a:lnTo>
                    <a:pt x="1" y="70647"/>
                  </a:lnTo>
                  <a:lnTo>
                    <a:pt x="1" y="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68" name="Google Shape;2468;p50"/>
            <p:cNvSpPr/>
            <p:nvPr/>
          </p:nvSpPr>
          <p:spPr>
            <a:xfrm>
              <a:off x="5579917" y="1036061"/>
              <a:ext cx="144942" cy="144942"/>
            </a:xfrm>
            <a:custGeom>
              <a:rect b="b" l="l" r="r" t="t"/>
              <a:pathLst>
                <a:path extrusionOk="0" h="3299" w="3299">
                  <a:moveTo>
                    <a:pt x="0" y="1"/>
                  </a:moveTo>
                  <a:lnTo>
                    <a:pt x="0" y="3299"/>
                  </a:lnTo>
                  <a:lnTo>
                    <a:pt x="3298" y="3299"/>
                  </a:lnTo>
                  <a:lnTo>
                    <a:pt x="329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">
  <p:cSld name="CUSTOM_5">
    <p:spTree>
      <p:nvGrpSpPr>
        <p:cNvPr id="2469" name="Shape 2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70" name="Google Shape;2470;p51"/>
          <p:cNvPicPr preferRelativeResize="0"/>
          <p:nvPr/>
        </p:nvPicPr>
        <p:blipFill rotWithShape="1">
          <a:blip r:embed="rId2">
            <a:alphaModFix amt="60000"/>
          </a:blip>
          <a:srcRect b="10" l="0" r="0" t="10"/>
          <a:stretch/>
        </p:blipFill>
        <p:spPr>
          <a:xfrm>
            <a:off x="0" y="1"/>
            <a:ext cx="9144002" cy="5143499"/>
          </a:xfrm>
          <a:prstGeom prst="rect">
            <a:avLst/>
          </a:prstGeom>
          <a:noFill/>
          <a:ln>
            <a:noFill/>
          </a:ln>
        </p:spPr>
      </p:pic>
      <p:pic>
        <p:nvPicPr>
          <p:cNvPr id="2471" name="Google Shape;2471;p51"/>
          <p:cNvPicPr preferRelativeResize="0"/>
          <p:nvPr/>
        </p:nvPicPr>
        <p:blipFill rotWithShape="1">
          <a:blip r:embed="rId3">
            <a:alphaModFix amt="60000"/>
          </a:blip>
          <a:srcRect b="10" l="0" r="0" t="10"/>
          <a:stretch/>
        </p:blipFill>
        <p:spPr>
          <a:xfrm>
            <a:off x="0" y="1"/>
            <a:ext cx="9144002" cy="5143499"/>
          </a:xfrm>
          <a:prstGeom prst="rect">
            <a:avLst/>
          </a:prstGeom>
          <a:noFill/>
          <a:ln>
            <a:noFill/>
          </a:ln>
        </p:spPr>
      </p:pic>
      <p:pic>
        <p:nvPicPr>
          <p:cNvPr id="2472" name="Google Shape;2472;p5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-467701" y="3755650"/>
            <a:ext cx="9353213" cy="268125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473" name="Google Shape;2473;p51"/>
          <p:cNvGrpSpPr/>
          <p:nvPr/>
        </p:nvGrpSpPr>
        <p:grpSpPr>
          <a:xfrm>
            <a:off x="391864" y="3545270"/>
            <a:ext cx="289170" cy="284718"/>
            <a:chOff x="426000" y="3302025"/>
            <a:chExt cx="220875" cy="217475"/>
          </a:xfrm>
        </p:grpSpPr>
        <p:sp>
          <p:nvSpPr>
            <p:cNvPr id="2474" name="Google Shape;2474;p51"/>
            <p:cNvSpPr/>
            <p:nvPr/>
          </p:nvSpPr>
          <p:spPr>
            <a:xfrm>
              <a:off x="426000" y="3425950"/>
              <a:ext cx="214125" cy="93550"/>
            </a:xfrm>
            <a:custGeom>
              <a:rect b="b" l="l" r="r" t="t"/>
              <a:pathLst>
                <a:path extrusionOk="0" h="3742" w="8565">
                  <a:moveTo>
                    <a:pt x="1" y="0"/>
                  </a:moveTo>
                  <a:cubicBezTo>
                    <a:pt x="290" y="2141"/>
                    <a:pt x="2122" y="3742"/>
                    <a:pt x="4283" y="3742"/>
                  </a:cubicBezTo>
                  <a:cubicBezTo>
                    <a:pt x="6443" y="3742"/>
                    <a:pt x="8275" y="2141"/>
                    <a:pt x="856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75" name="Google Shape;2475;p51"/>
            <p:cNvSpPr/>
            <p:nvPr/>
          </p:nvSpPr>
          <p:spPr>
            <a:xfrm>
              <a:off x="432750" y="3302025"/>
              <a:ext cx="214125" cy="94050"/>
            </a:xfrm>
            <a:custGeom>
              <a:rect b="b" l="l" r="r" t="t"/>
              <a:pathLst>
                <a:path extrusionOk="0" h="3762" w="8565">
                  <a:moveTo>
                    <a:pt x="1" y="0"/>
                  </a:moveTo>
                  <a:cubicBezTo>
                    <a:pt x="271" y="2141"/>
                    <a:pt x="2103" y="3761"/>
                    <a:pt x="4283" y="3761"/>
                  </a:cubicBezTo>
                  <a:cubicBezTo>
                    <a:pt x="6443" y="3761"/>
                    <a:pt x="8275" y="2141"/>
                    <a:pt x="856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476" name="Google Shape;2476;p51"/>
          <p:cNvGrpSpPr/>
          <p:nvPr/>
        </p:nvGrpSpPr>
        <p:grpSpPr>
          <a:xfrm>
            <a:off x="357713" y="905775"/>
            <a:ext cx="357454" cy="956304"/>
            <a:chOff x="357713" y="600975"/>
            <a:chExt cx="357454" cy="956304"/>
          </a:xfrm>
        </p:grpSpPr>
        <p:sp>
          <p:nvSpPr>
            <p:cNvPr id="2477" name="Google Shape;2477;p51"/>
            <p:cNvSpPr/>
            <p:nvPr/>
          </p:nvSpPr>
          <p:spPr>
            <a:xfrm>
              <a:off x="357713" y="600975"/>
              <a:ext cx="357454" cy="357454"/>
            </a:xfrm>
            <a:custGeom>
              <a:rect b="b" l="l" r="r" t="t"/>
              <a:pathLst>
                <a:path extrusionOk="0" fill="none" h="6539" w="6539">
                  <a:moveTo>
                    <a:pt x="3954" y="367"/>
                  </a:moveTo>
                  <a:cubicBezTo>
                    <a:pt x="5535" y="752"/>
                    <a:pt x="6538" y="2353"/>
                    <a:pt x="6152" y="3954"/>
                  </a:cubicBezTo>
                  <a:cubicBezTo>
                    <a:pt x="5767" y="5535"/>
                    <a:pt x="4166" y="6538"/>
                    <a:pt x="2584" y="6153"/>
                  </a:cubicBezTo>
                  <a:cubicBezTo>
                    <a:pt x="984" y="5767"/>
                    <a:pt x="0" y="4166"/>
                    <a:pt x="366" y="2585"/>
                  </a:cubicBezTo>
                  <a:cubicBezTo>
                    <a:pt x="752" y="984"/>
                    <a:pt x="2353" y="0"/>
                    <a:pt x="3954" y="367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78" name="Google Shape;2478;p51"/>
            <p:cNvSpPr/>
            <p:nvPr/>
          </p:nvSpPr>
          <p:spPr>
            <a:xfrm>
              <a:off x="374549" y="819196"/>
              <a:ext cx="324765" cy="324765"/>
            </a:xfrm>
            <a:custGeom>
              <a:rect b="b" l="l" r="r" t="t"/>
              <a:pathLst>
                <a:path extrusionOk="0" fill="none" h="5941" w="5941">
                  <a:moveTo>
                    <a:pt x="5941" y="2971"/>
                  </a:moveTo>
                  <a:cubicBezTo>
                    <a:pt x="5941" y="4610"/>
                    <a:pt x="4610" y="5941"/>
                    <a:pt x="2971" y="5941"/>
                  </a:cubicBezTo>
                  <a:cubicBezTo>
                    <a:pt x="1331" y="5941"/>
                    <a:pt x="1" y="4610"/>
                    <a:pt x="1" y="2971"/>
                  </a:cubicBezTo>
                  <a:cubicBezTo>
                    <a:pt x="1" y="1331"/>
                    <a:pt x="1331" y="1"/>
                    <a:pt x="2971" y="1"/>
                  </a:cubicBezTo>
                  <a:cubicBezTo>
                    <a:pt x="4610" y="1"/>
                    <a:pt x="5941" y="1331"/>
                    <a:pt x="5941" y="2971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79" name="Google Shape;2479;p51"/>
            <p:cNvSpPr/>
            <p:nvPr/>
          </p:nvSpPr>
          <p:spPr>
            <a:xfrm>
              <a:off x="357713" y="997347"/>
              <a:ext cx="357454" cy="357509"/>
            </a:xfrm>
            <a:custGeom>
              <a:rect b="b" l="l" r="r" t="t"/>
              <a:pathLst>
                <a:path extrusionOk="0" fill="none" h="6540" w="6539">
                  <a:moveTo>
                    <a:pt x="3954" y="387"/>
                  </a:moveTo>
                  <a:cubicBezTo>
                    <a:pt x="5555" y="753"/>
                    <a:pt x="6538" y="2354"/>
                    <a:pt x="6152" y="3955"/>
                  </a:cubicBezTo>
                  <a:cubicBezTo>
                    <a:pt x="5767" y="5556"/>
                    <a:pt x="4166" y="6539"/>
                    <a:pt x="2584" y="6153"/>
                  </a:cubicBezTo>
                  <a:cubicBezTo>
                    <a:pt x="984" y="5787"/>
                    <a:pt x="0" y="4186"/>
                    <a:pt x="366" y="2585"/>
                  </a:cubicBezTo>
                  <a:cubicBezTo>
                    <a:pt x="752" y="985"/>
                    <a:pt x="2353" y="1"/>
                    <a:pt x="3954" y="387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80" name="Google Shape;2480;p51"/>
            <p:cNvSpPr/>
            <p:nvPr/>
          </p:nvSpPr>
          <p:spPr>
            <a:xfrm>
              <a:off x="358751" y="1200863"/>
              <a:ext cx="356416" cy="356416"/>
            </a:xfrm>
            <a:custGeom>
              <a:rect b="b" l="l" r="r" t="t"/>
              <a:pathLst>
                <a:path extrusionOk="0" fill="none" h="6520" w="6520">
                  <a:moveTo>
                    <a:pt x="5362" y="1158"/>
                  </a:moveTo>
                  <a:cubicBezTo>
                    <a:pt x="6519" y="2315"/>
                    <a:pt x="6519" y="4186"/>
                    <a:pt x="5362" y="5343"/>
                  </a:cubicBezTo>
                  <a:cubicBezTo>
                    <a:pt x="4186" y="6519"/>
                    <a:pt x="2315" y="6519"/>
                    <a:pt x="1157" y="5343"/>
                  </a:cubicBezTo>
                  <a:cubicBezTo>
                    <a:pt x="0" y="4186"/>
                    <a:pt x="0" y="2315"/>
                    <a:pt x="1157" y="1158"/>
                  </a:cubicBezTo>
                  <a:cubicBezTo>
                    <a:pt x="2315" y="0"/>
                    <a:pt x="4186" y="0"/>
                    <a:pt x="5362" y="1158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481" name="Google Shape;2481;p51"/>
          <p:cNvGrpSpPr/>
          <p:nvPr/>
        </p:nvGrpSpPr>
        <p:grpSpPr>
          <a:xfrm>
            <a:off x="5258308" y="722871"/>
            <a:ext cx="793256" cy="182899"/>
            <a:chOff x="2685575" y="2835950"/>
            <a:chExt cx="433000" cy="99825"/>
          </a:xfrm>
        </p:grpSpPr>
        <p:sp>
          <p:nvSpPr>
            <p:cNvPr id="2482" name="Google Shape;2482;p51"/>
            <p:cNvSpPr/>
            <p:nvPr/>
          </p:nvSpPr>
          <p:spPr>
            <a:xfrm>
              <a:off x="3032250" y="2835950"/>
              <a:ext cx="86325" cy="99825"/>
            </a:xfrm>
            <a:custGeom>
              <a:rect b="b" l="l" r="r" t="t"/>
              <a:pathLst>
                <a:path extrusionOk="0" h="3993" w="3453">
                  <a:moveTo>
                    <a:pt x="3453" y="0"/>
                  </a:moveTo>
                  <a:lnTo>
                    <a:pt x="0" y="2006"/>
                  </a:lnTo>
                  <a:lnTo>
                    <a:pt x="3453" y="3993"/>
                  </a:lnTo>
                  <a:lnTo>
                    <a:pt x="3453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83" name="Google Shape;2483;p51"/>
            <p:cNvSpPr/>
            <p:nvPr/>
          </p:nvSpPr>
          <p:spPr>
            <a:xfrm>
              <a:off x="2917000" y="2835950"/>
              <a:ext cx="85850" cy="99825"/>
            </a:xfrm>
            <a:custGeom>
              <a:rect b="b" l="l" r="r" t="t"/>
              <a:pathLst>
                <a:path extrusionOk="0" h="3993" w="3434">
                  <a:moveTo>
                    <a:pt x="3434" y="0"/>
                  </a:moveTo>
                  <a:lnTo>
                    <a:pt x="1" y="2006"/>
                  </a:lnTo>
                  <a:lnTo>
                    <a:pt x="3434" y="3993"/>
                  </a:lnTo>
                  <a:lnTo>
                    <a:pt x="3434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84" name="Google Shape;2484;p51"/>
            <p:cNvSpPr/>
            <p:nvPr/>
          </p:nvSpPr>
          <p:spPr>
            <a:xfrm>
              <a:off x="2801300" y="2835950"/>
              <a:ext cx="86325" cy="99825"/>
            </a:xfrm>
            <a:custGeom>
              <a:rect b="b" l="l" r="r" t="t"/>
              <a:pathLst>
                <a:path extrusionOk="0" h="3993" w="3453">
                  <a:moveTo>
                    <a:pt x="3452" y="0"/>
                  </a:moveTo>
                  <a:lnTo>
                    <a:pt x="0" y="2006"/>
                  </a:lnTo>
                  <a:lnTo>
                    <a:pt x="3452" y="3993"/>
                  </a:lnTo>
                  <a:lnTo>
                    <a:pt x="3452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85" name="Google Shape;2485;p51"/>
            <p:cNvSpPr/>
            <p:nvPr/>
          </p:nvSpPr>
          <p:spPr>
            <a:xfrm>
              <a:off x="2685575" y="2835950"/>
              <a:ext cx="86325" cy="99825"/>
            </a:xfrm>
            <a:custGeom>
              <a:rect b="b" l="l" r="r" t="t"/>
              <a:pathLst>
                <a:path extrusionOk="0" h="3993" w="3453">
                  <a:moveTo>
                    <a:pt x="3453" y="0"/>
                  </a:moveTo>
                  <a:lnTo>
                    <a:pt x="0" y="2006"/>
                  </a:lnTo>
                  <a:lnTo>
                    <a:pt x="3453" y="3993"/>
                  </a:lnTo>
                  <a:lnTo>
                    <a:pt x="3453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486" name="Google Shape;2486;p51"/>
          <p:cNvGrpSpPr/>
          <p:nvPr/>
        </p:nvGrpSpPr>
        <p:grpSpPr>
          <a:xfrm>
            <a:off x="8366565" y="3429220"/>
            <a:ext cx="1965289" cy="517060"/>
            <a:chOff x="3539975" y="3523525"/>
            <a:chExt cx="745925" cy="196250"/>
          </a:xfrm>
        </p:grpSpPr>
        <p:sp>
          <p:nvSpPr>
            <p:cNvPr id="2487" name="Google Shape;2487;p51"/>
            <p:cNvSpPr/>
            <p:nvPr/>
          </p:nvSpPr>
          <p:spPr>
            <a:xfrm>
              <a:off x="3539975" y="3523525"/>
              <a:ext cx="196250" cy="196250"/>
            </a:xfrm>
            <a:custGeom>
              <a:rect b="b" l="l" r="r" t="t"/>
              <a:pathLst>
                <a:path extrusionOk="0" fill="none" h="7850" w="785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88" name="Google Shape;2488;p51"/>
            <p:cNvSpPr/>
            <p:nvPr/>
          </p:nvSpPr>
          <p:spPr>
            <a:xfrm>
              <a:off x="3576625" y="3523525"/>
              <a:ext cx="196250" cy="196250"/>
            </a:xfrm>
            <a:custGeom>
              <a:rect b="b" l="l" r="r" t="t"/>
              <a:pathLst>
                <a:path extrusionOk="0" fill="none" h="7850" w="785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89" name="Google Shape;2489;p51"/>
            <p:cNvSpPr/>
            <p:nvPr/>
          </p:nvSpPr>
          <p:spPr>
            <a:xfrm>
              <a:off x="3613250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1" y="0"/>
                  </a:moveTo>
                  <a:lnTo>
                    <a:pt x="7851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90" name="Google Shape;2490;p51"/>
            <p:cNvSpPr/>
            <p:nvPr/>
          </p:nvSpPr>
          <p:spPr>
            <a:xfrm>
              <a:off x="3649900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1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91" name="Google Shape;2491;p51"/>
            <p:cNvSpPr/>
            <p:nvPr/>
          </p:nvSpPr>
          <p:spPr>
            <a:xfrm>
              <a:off x="3686550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92" name="Google Shape;2492;p51"/>
            <p:cNvSpPr/>
            <p:nvPr/>
          </p:nvSpPr>
          <p:spPr>
            <a:xfrm>
              <a:off x="3723200" y="3523525"/>
              <a:ext cx="196250" cy="196250"/>
            </a:xfrm>
            <a:custGeom>
              <a:rect b="b" l="l" r="r" t="t"/>
              <a:pathLst>
                <a:path extrusionOk="0" fill="none" h="7850" w="785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93" name="Google Shape;2493;p51"/>
            <p:cNvSpPr/>
            <p:nvPr/>
          </p:nvSpPr>
          <p:spPr>
            <a:xfrm>
              <a:off x="3759825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1" y="0"/>
                  </a:moveTo>
                  <a:lnTo>
                    <a:pt x="7851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94" name="Google Shape;2494;p51"/>
            <p:cNvSpPr/>
            <p:nvPr/>
          </p:nvSpPr>
          <p:spPr>
            <a:xfrm>
              <a:off x="3796475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1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95" name="Google Shape;2495;p51"/>
            <p:cNvSpPr/>
            <p:nvPr/>
          </p:nvSpPr>
          <p:spPr>
            <a:xfrm>
              <a:off x="3833125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1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96" name="Google Shape;2496;p51"/>
            <p:cNvSpPr/>
            <p:nvPr/>
          </p:nvSpPr>
          <p:spPr>
            <a:xfrm>
              <a:off x="3869775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97" name="Google Shape;2497;p51"/>
            <p:cNvSpPr/>
            <p:nvPr/>
          </p:nvSpPr>
          <p:spPr>
            <a:xfrm>
              <a:off x="3906425" y="3523525"/>
              <a:ext cx="196250" cy="196250"/>
            </a:xfrm>
            <a:custGeom>
              <a:rect b="b" l="l" r="r" t="t"/>
              <a:pathLst>
                <a:path extrusionOk="0" fill="none" h="7850" w="785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98" name="Google Shape;2498;p51"/>
            <p:cNvSpPr/>
            <p:nvPr/>
          </p:nvSpPr>
          <p:spPr>
            <a:xfrm>
              <a:off x="3943050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1" y="0"/>
                  </a:moveTo>
                  <a:lnTo>
                    <a:pt x="7851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99" name="Google Shape;2499;p51"/>
            <p:cNvSpPr/>
            <p:nvPr/>
          </p:nvSpPr>
          <p:spPr>
            <a:xfrm>
              <a:off x="3979700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1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00" name="Google Shape;2500;p51"/>
            <p:cNvSpPr/>
            <p:nvPr/>
          </p:nvSpPr>
          <p:spPr>
            <a:xfrm>
              <a:off x="4016350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1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01" name="Google Shape;2501;p51"/>
            <p:cNvSpPr/>
            <p:nvPr/>
          </p:nvSpPr>
          <p:spPr>
            <a:xfrm>
              <a:off x="4053000" y="3523525"/>
              <a:ext cx="196250" cy="196250"/>
            </a:xfrm>
            <a:custGeom>
              <a:rect b="b" l="l" r="r" t="t"/>
              <a:pathLst>
                <a:path extrusionOk="0" fill="none" h="7850" w="785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02" name="Google Shape;2502;p51"/>
            <p:cNvSpPr/>
            <p:nvPr/>
          </p:nvSpPr>
          <p:spPr>
            <a:xfrm>
              <a:off x="4089650" y="3523525"/>
              <a:ext cx="196250" cy="196250"/>
            </a:xfrm>
            <a:custGeom>
              <a:rect b="b" l="l" r="r" t="t"/>
              <a:pathLst>
                <a:path extrusionOk="0" fill="none" h="7850" w="785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pic>
        <p:nvPicPr>
          <p:cNvPr id="2503" name="Google Shape;2503;p5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164689" y="-802375"/>
            <a:ext cx="2527512" cy="2681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1">
  <p:cSld name="CUSTOM_5_1">
    <p:spTree>
      <p:nvGrpSpPr>
        <p:cNvPr id="2504" name="Shape 25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05" name="Google Shape;2505;p52"/>
          <p:cNvPicPr preferRelativeResize="0"/>
          <p:nvPr/>
        </p:nvPicPr>
        <p:blipFill rotWithShape="1">
          <a:blip r:embed="rId2">
            <a:alphaModFix amt="60000"/>
          </a:blip>
          <a:srcRect b="10" l="0" r="0" t="10"/>
          <a:stretch/>
        </p:blipFill>
        <p:spPr>
          <a:xfrm flipH="1" rot="10800000">
            <a:off x="0" y="1"/>
            <a:ext cx="9144002" cy="5143499"/>
          </a:xfrm>
          <a:prstGeom prst="rect">
            <a:avLst/>
          </a:prstGeom>
          <a:noFill/>
          <a:ln>
            <a:noFill/>
          </a:ln>
        </p:spPr>
      </p:pic>
      <p:pic>
        <p:nvPicPr>
          <p:cNvPr id="2506" name="Google Shape;2506;p52"/>
          <p:cNvPicPr preferRelativeResize="0"/>
          <p:nvPr/>
        </p:nvPicPr>
        <p:blipFill rotWithShape="1">
          <a:blip r:embed="rId3">
            <a:alphaModFix/>
          </a:blip>
          <a:srcRect b="0" l="229" r="239" t="0"/>
          <a:stretch/>
        </p:blipFill>
        <p:spPr>
          <a:xfrm flipH="1">
            <a:off x="-9" y="4016075"/>
            <a:ext cx="9353213" cy="268125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507" name="Google Shape;2507;p52"/>
          <p:cNvGrpSpPr/>
          <p:nvPr/>
        </p:nvGrpSpPr>
        <p:grpSpPr>
          <a:xfrm flipH="1">
            <a:off x="8483181" y="4016070"/>
            <a:ext cx="283332" cy="284718"/>
            <a:chOff x="423709" y="3302025"/>
            <a:chExt cx="216416" cy="217475"/>
          </a:xfrm>
        </p:grpSpPr>
        <p:sp>
          <p:nvSpPr>
            <p:cNvPr id="2508" name="Google Shape;2508;p52"/>
            <p:cNvSpPr/>
            <p:nvPr/>
          </p:nvSpPr>
          <p:spPr>
            <a:xfrm>
              <a:off x="426000" y="3425950"/>
              <a:ext cx="214125" cy="93550"/>
            </a:xfrm>
            <a:custGeom>
              <a:rect b="b" l="l" r="r" t="t"/>
              <a:pathLst>
                <a:path extrusionOk="0" h="3742" w="8565">
                  <a:moveTo>
                    <a:pt x="1" y="0"/>
                  </a:moveTo>
                  <a:cubicBezTo>
                    <a:pt x="290" y="2141"/>
                    <a:pt x="2122" y="3742"/>
                    <a:pt x="4283" y="3742"/>
                  </a:cubicBezTo>
                  <a:cubicBezTo>
                    <a:pt x="6443" y="3742"/>
                    <a:pt x="8275" y="2141"/>
                    <a:pt x="856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09" name="Google Shape;2509;p52"/>
            <p:cNvSpPr/>
            <p:nvPr/>
          </p:nvSpPr>
          <p:spPr>
            <a:xfrm>
              <a:off x="423709" y="3302025"/>
              <a:ext cx="214125" cy="94050"/>
            </a:xfrm>
            <a:custGeom>
              <a:rect b="b" l="l" r="r" t="t"/>
              <a:pathLst>
                <a:path extrusionOk="0" h="3762" w="8565">
                  <a:moveTo>
                    <a:pt x="1" y="0"/>
                  </a:moveTo>
                  <a:cubicBezTo>
                    <a:pt x="271" y="2141"/>
                    <a:pt x="2103" y="3761"/>
                    <a:pt x="4283" y="3761"/>
                  </a:cubicBezTo>
                  <a:cubicBezTo>
                    <a:pt x="6443" y="3761"/>
                    <a:pt x="8275" y="2141"/>
                    <a:pt x="856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510" name="Google Shape;2510;p52"/>
          <p:cNvGrpSpPr/>
          <p:nvPr/>
        </p:nvGrpSpPr>
        <p:grpSpPr>
          <a:xfrm flipH="1">
            <a:off x="8175513" y="140497"/>
            <a:ext cx="2019176" cy="2019176"/>
            <a:chOff x="1943325" y="-220375"/>
            <a:chExt cx="1298672" cy="1298672"/>
          </a:xfrm>
        </p:grpSpPr>
        <p:sp>
          <p:nvSpPr>
            <p:cNvPr id="2511" name="Google Shape;2511;p52"/>
            <p:cNvSpPr/>
            <p:nvPr/>
          </p:nvSpPr>
          <p:spPr>
            <a:xfrm>
              <a:off x="2582255" y="-220375"/>
              <a:ext cx="49" cy="460871"/>
            </a:xfrm>
            <a:custGeom>
              <a:rect b="b" l="l" r="r" t="t"/>
              <a:pathLst>
                <a:path extrusionOk="0" fill="none" h="9432" w="1">
                  <a:moveTo>
                    <a:pt x="0" y="0"/>
                  </a:moveTo>
                  <a:lnTo>
                    <a:pt x="0" y="9431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12" name="Google Shape;2512;p52"/>
            <p:cNvSpPr/>
            <p:nvPr/>
          </p:nvSpPr>
          <p:spPr>
            <a:xfrm>
              <a:off x="2414509" y="-195895"/>
              <a:ext cx="118785" cy="444844"/>
            </a:xfrm>
            <a:custGeom>
              <a:rect b="b" l="l" r="r" t="t"/>
              <a:pathLst>
                <a:path extrusionOk="0" fill="none" h="9104" w="2431">
                  <a:moveTo>
                    <a:pt x="0" y="1"/>
                  </a:moveTo>
                  <a:lnTo>
                    <a:pt x="2431" y="9104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13" name="Google Shape;2513;p52"/>
            <p:cNvSpPr/>
            <p:nvPr/>
          </p:nvSpPr>
          <p:spPr>
            <a:xfrm>
              <a:off x="2259027" y="-128024"/>
              <a:ext cx="229996" cy="398669"/>
            </a:xfrm>
            <a:custGeom>
              <a:rect b="b" l="l" r="r" t="t"/>
              <a:pathLst>
                <a:path extrusionOk="0" fill="none" h="8159" w="4707">
                  <a:moveTo>
                    <a:pt x="0" y="0"/>
                  </a:moveTo>
                  <a:lnTo>
                    <a:pt x="4706" y="8158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14" name="Google Shape;2514;p52"/>
            <p:cNvSpPr/>
            <p:nvPr/>
          </p:nvSpPr>
          <p:spPr>
            <a:xfrm>
              <a:off x="2126121" y="-22481"/>
              <a:ext cx="325180" cy="325180"/>
            </a:xfrm>
            <a:custGeom>
              <a:rect b="b" l="l" r="r" t="t"/>
              <a:pathLst>
                <a:path extrusionOk="0" fill="none" h="6655" w="6655">
                  <a:moveTo>
                    <a:pt x="1" y="0"/>
                  </a:moveTo>
                  <a:lnTo>
                    <a:pt x="6655" y="6654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15" name="Google Shape;2515;p52"/>
            <p:cNvSpPr/>
            <p:nvPr/>
          </p:nvSpPr>
          <p:spPr>
            <a:xfrm>
              <a:off x="2025317" y="113211"/>
              <a:ext cx="398669" cy="230924"/>
            </a:xfrm>
            <a:custGeom>
              <a:rect b="b" l="l" r="r" t="t"/>
              <a:pathLst>
                <a:path extrusionOk="0" fill="none" h="4726" w="8159">
                  <a:moveTo>
                    <a:pt x="0" y="1"/>
                  </a:moveTo>
                  <a:lnTo>
                    <a:pt x="8158" y="4726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16" name="Google Shape;2516;p52"/>
            <p:cNvSpPr/>
            <p:nvPr/>
          </p:nvSpPr>
          <p:spPr>
            <a:xfrm>
              <a:off x="1963114" y="270598"/>
              <a:ext cx="444844" cy="119713"/>
            </a:xfrm>
            <a:custGeom>
              <a:rect b="b" l="l" r="r" t="t"/>
              <a:pathLst>
                <a:path extrusionOk="0" fill="none" h="2450" w="9104">
                  <a:moveTo>
                    <a:pt x="0" y="0"/>
                  </a:moveTo>
                  <a:lnTo>
                    <a:pt x="9103" y="24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17" name="Google Shape;2517;p52"/>
            <p:cNvSpPr/>
            <p:nvPr/>
          </p:nvSpPr>
          <p:spPr>
            <a:xfrm>
              <a:off x="1943325" y="439273"/>
              <a:ext cx="460871" cy="49"/>
            </a:xfrm>
            <a:custGeom>
              <a:rect b="b" l="l" r="r" t="t"/>
              <a:pathLst>
                <a:path extrusionOk="0" fill="none" h="1" w="9432">
                  <a:moveTo>
                    <a:pt x="0" y="1"/>
                  </a:moveTo>
                  <a:lnTo>
                    <a:pt x="9431" y="1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18" name="Google Shape;2518;p52"/>
            <p:cNvSpPr/>
            <p:nvPr/>
          </p:nvSpPr>
          <p:spPr>
            <a:xfrm>
              <a:off x="1967805" y="487354"/>
              <a:ext cx="445821" cy="119713"/>
            </a:xfrm>
            <a:custGeom>
              <a:rect b="b" l="l" r="r" t="t"/>
              <a:pathLst>
                <a:path extrusionOk="0" fill="none" h="2450" w="9124">
                  <a:moveTo>
                    <a:pt x="1" y="2450"/>
                  </a:moveTo>
                  <a:lnTo>
                    <a:pt x="9123" y="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19" name="Google Shape;2519;p52"/>
            <p:cNvSpPr/>
            <p:nvPr/>
          </p:nvSpPr>
          <p:spPr>
            <a:xfrm>
              <a:off x="2035676" y="532600"/>
              <a:ext cx="398669" cy="229996"/>
            </a:xfrm>
            <a:custGeom>
              <a:rect b="b" l="l" r="r" t="t"/>
              <a:pathLst>
                <a:path extrusionOk="0" fill="none" h="4707" w="8159">
                  <a:moveTo>
                    <a:pt x="0" y="4706"/>
                  </a:moveTo>
                  <a:lnTo>
                    <a:pt x="8158" y="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20" name="Google Shape;2520;p52"/>
            <p:cNvSpPr/>
            <p:nvPr/>
          </p:nvSpPr>
          <p:spPr>
            <a:xfrm>
              <a:off x="2141219" y="569345"/>
              <a:ext cx="326108" cy="326108"/>
            </a:xfrm>
            <a:custGeom>
              <a:rect b="b" l="l" r="r" t="t"/>
              <a:pathLst>
                <a:path extrusionOk="0" fill="none" h="6674" w="6674">
                  <a:moveTo>
                    <a:pt x="0" y="6674"/>
                  </a:moveTo>
                  <a:lnTo>
                    <a:pt x="6673" y="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21" name="Google Shape;2521;p52"/>
            <p:cNvSpPr/>
            <p:nvPr/>
          </p:nvSpPr>
          <p:spPr>
            <a:xfrm>
              <a:off x="2277840" y="597588"/>
              <a:ext cx="229996" cy="398718"/>
            </a:xfrm>
            <a:custGeom>
              <a:rect b="b" l="l" r="r" t="t"/>
              <a:pathLst>
                <a:path extrusionOk="0" fill="none" h="8160" w="4707">
                  <a:moveTo>
                    <a:pt x="1" y="8159"/>
                  </a:moveTo>
                  <a:lnTo>
                    <a:pt x="4707" y="1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22" name="Google Shape;2522;p52"/>
            <p:cNvSpPr/>
            <p:nvPr/>
          </p:nvSpPr>
          <p:spPr>
            <a:xfrm>
              <a:off x="2435227" y="613615"/>
              <a:ext cx="118785" cy="444893"/>
            </a:xfrm>
            <a:custGeom>
              <a:rect b="b" l="l" r="r" t="t"/>
              <a:pathLst>
                <a:path extrusionOk="0" fill="none" h="9105" w="2431">
                  <a:moveTo>
                    <a:pt x="1" y="9104"/>
                  </a:moveTo>
                  <a:lnTo>
                    <a:pt x="2431" y="1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23" name="Google Shape;2523;p52"/>
            <p:cNvSpPr/>
            <p:nvPr/>
          </p:nvSpPr>
          <p:spPr>
            <a:xfrm>
              <a:off x="2602973" y="617377"/>
              <a:ext cx="49" cy="460920"/>
            </a:xfrm>
            <a:custGeom>
              <a:rect b="b" l="l" r="r" t="t"/>
              <a:pathLst>
                <a:path extrusionOk="0" fill="none" h="9433" w="1">
                  <a:moveTo>
                    <a:pt x="1" y="9432"/>
                  </a:moveTo>
                  <a:lnTo>
                    <a:pt x="1" y="1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24" name="Google Shape;2524;p52"/>
            <p:cNvSpPr/>
            <p:nvPr/>
          </p:nvSpPr>
          <p:spPr>
            <a:xfrm>
              <a:off x="2651982" y="607996"/>
              <a:ext cx="118785" cy="444844"/>
            </a:xfrm>
            <a:custGeom>
              <a:rect b="b" l="l" r="r" t="t"/>
              <a:pathLst>
                <a:path extrusionOk="0" fill="none" h="9104" w="2431">
                  <a:moveTo>
                    <a:pt x="2431" y="9103"/>
                  </a:moveTo>
                  <a:lnTo>
                    <a:pt x="1" y="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25" name="Google Shape;2525;p52"/>
            <p:cNvSpPr/>
            <p:nvPr/>
          </p:nvSpPr>
          <p:spPr>
            <a:xfrm>
              <a:off x="2696300" y="586301"/>
              <a:ext cx="229996" cy="398669"/>
            </a:xfrm>
            <a:custGeom>
              <a:rect b="b" l="l" r="r" t="t"/>
              <a:pathLst>
                <a:path extrusionOk="0" fill="none" h="8159" w="4707">
                  <a:moveTo>
                    <a:pt x="4706" y="8159"/>
                  </a:moveTo>
                  <a:lnTo>
                    <a:pt x="0" y="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26" name="Google Shape;2526;p52"/>
            <p:cNvSpPr/>
            <p:nvPr/>
          </p:nvSpPr>
          <p:spPr>
            <a:xfrm>
              <a:off x="2733974" y="554247"/>
              <a:ext cx="325180" cy="326108"/>
            </a:xfrm>
            <a:custGeom>
              <a:rect b="b" l="l" r="r" t="t"/>
              <a:pathLst>
                <a:path extrusionOk="0" fill="none" h="6674" w="6655">
                  <a:moveTo>
                    <a:pt x="6655" y="6674"/>
                  </a:moveTo>
                  <a:lnTo>
                    <a:pt x="1" y="1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27" name="Google Shape;2527;p52"/>
            <p:cNvSpPr/>
            <p:nvPr/>
          </p:nvSpPr>
          <p:spPr>
            <a:xfrm>
              <a:off x="2761288" y="513739"/>
              <a:ext cx="398718" cy="229996"/>
            </a:xfrm>
            <a:custGeom>
              <a:rect b="b" l="l" r="r" t="t"/>
              <a:pathLst>
                <a:path extrusionOk="0" fill="none" h="4707" w="8160">
                  <a:moveTo>
                    <a:pt x="8159" y="4706"/>
                  </a:moveTo>
                  <a:lnTo>
                    <a:pt x="1" y="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28" name="Google Shape;2528;p52"/>
            <p:cNvSpPr/>
            <p:nvPr/>
          </p:nvSpPr>
          <p:spPr>
            <a:xfrm>
              <a:off x="2777315" y="466636"/>
              <a:ext cx="444893" cy="119713"/>
            </a:xfrm>
            <a:custGeom>
              <a:rect b="b" l="l" r="r" t="t"/>
              <a:pathLst>
                <a:path extrusionOk="0" fill="none" h="2450" w="9105">
                  <a:moveTo>
                    <a:pt x="9104" y="2449"/>
                  </a:moveTo>
                  <a:lnTo>
                    <a:pt x="1" y="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29" name="Google Shape;2529;p52"/>
            <p:cNvSpPr/>
            <p:nvPr/>
          </p:nvSpPr>
          <p:spPr>
            <a:xfrm>
              <a:off x="2781077" y="417626"/>
              <a:ext cx="460920" cy="49"/>
            </a:xfrm>
            <a:custGeom>
              <a:rect b="b" l="l" r="r" t="t"/>
              <a:pathLst>
                <a:path extrusionOk="0" fill="none" h="1" w="9433">
                  <a:moveTo>
                    <a:pt x="9432" y="0"/>
                  </a:moveTo>
                  <a:lnTo>
                    <a:pt x="1" y="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30" name="Google Shape;2530;p52"/>
            <p:cNvSpPr/>
            <p:nvPr/>
          </p:nvSpPr>
          <p:spPr>
            <a:xfrm>
              <a:off x="2771696" y="249880"/>
              <a:ext cx="444844" cy="119713"/>
            </a:xfrm>
            <a:custGeom>
              <a:rect b="b" l="l" r="r" t="t"/>
              <a:pathLst>
                <a:path extrusionOk="0" fill="none" h="2450" w="9104">
                  <a:moveTo>
                    <a:pt x="9103" y="0"/>
                  </a:moveTo>
                  <a:lnTo>
                    <a:pt x="0" y="24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31" name="Google Shape;2531;p52"/>
            <p:cNvSpPr/>
            <p:nvPr/>
          </p:nvSpPr>
          <p:spPr>
            <a:xfrm>
              <a:off x="2750929" y="94350"/>
              <a:ext cx="398718" cy="230973"/>
            </a:xfrm>
            <a:custGeom>
              <a:rect b="b" l="l" r="r" t="t"/>
              <a:pathLst>
                <a:path extrusionOk="0" fill="none" h="4727" w="8160">
                  <a:moveTo>
                    <a:pt x="8159" y="1"/>
                  </a:moveTo>
                  <a:lnTo>
                    <a:pt x="1" y="4726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32" name="Google Shape;2532;p52"/>
            <p:cNvSpPr/>
            <p:nvPr/>
          </p:nvSpPr>
          <p:spPr>
            <a:xfrm>
              <a:off x="2717947" y="-38508"/>
              <a:ext cx="326108" cy="326108"/>
            </a:xfrm>
            <a:custGeom>
              <a:rect b="b" l="l" r="r" t="t"/>
              <a:pathLst>
                <a:path extrusionOk="0" fill="none" h="6674" w="6674">
                  <a:moveTo>
                    <a:pt x="6674" y="0"/>
                  </a:moveTo>
                  <a:lnTo>
                    <a:pt x="1" y="6674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33" name="Google Shape;2533;p52"/>
            <p:cNvSpPr/>
            <p:nvPr/>
          </p:nvSpPr>
          <p:spPr>
            <a:xfrm>
              <a:off x="2677439" y="-139361"/>
              <a:ext cx="229996" cy="399646"/>
            </a:xfrm>
            <a:custGeom>
              <a:rect b="b" l="l" r="r" t="t"/>
              <a:pathLst>
                <a:path extrusionOk="0" fill="none" h="8179" w="4707">
                  <a:moveTo>
                    <a:pt x="4706" y="1"/>
                  </a:moveTo>
                  <a:lnTo>
                    <a:pt x="0" y="8178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34" name="Google Shape;2534;p52"/>
            <p:cNvSpPr/>
            <p:nvPr/>
          </p:nvSpPr>
          <p:spPr>
            <a:xfrm>
              <a:off x="2631264" y="-201563"/>
              <a:ext cx="118785" cy="444893"/>
            </a:xfrm>
            <a:custGeom>
              <a:rect b="b" l="l" r="r" t="t"/>
              <a:pathLst>
                <a:path extrusionOk="0" fill="none" h="9105" w="2431">
                  <a:moveTo>
                    <a:pt x="2430" y="1"/>
                  </a:moveTo>
                  <a:lnTo>
                    <a:pt x="0" y="9104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35" name="Google Shape;2535;p52"/>
            <p:cNvSpPr/>
            <p:nvPr/>
          </p:nvSpPr>
          <p:spPr>
            <a:xfrm>
              <a:off x="2607712" y="-215684"/>
              <a:ext cx="62251" cy="456180"/>
            </a:xfrm>
            <a:custGeom>
              <a:rect b="b" l="l" r="r" t="t"/>
              <a:pathLst>
                <a:path extrusionOk="0" fill="none" h="9336" w="1274">
                  <a:moveTo>
                    <a:pt x="1273" y="0"/>
                  </a:moveTo>
                  <a:lnTo>
                    <a:pt x="0" y="9335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36" name="Google Shape;2536;p52"/>
            <p:cNvSpPr/>
            <p:nvPr/>
          </p:nvSpPr>
          <p:spPr>
            <a:xfrm>
              <a:off x="2500263" y="-213779"/>
              <a:ext cx="57511" cy="457109"/>
            </a:xfrm>
            <a:custGeom>
              <a:rect b="b" l="l" r="r" t="t"/>
              <a:pathLst>
                <a:path extrusionOk="0" fill="none" h="9355" w="1177">
                  <a:moveTo>
                    <a:pt x="1" y="0"/>
                  </a:moveTo>
                  <a:lnTo>
                    <a:pt x="1177" y="9354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37" name="Google Shape;2537;p52"/>
            <p:cNvSpPr/>
            <p:nvPr/>
          </p:nvSpPr>
          <p:spPr>
            <a:xfrm>
              <a:off x="2337208" y="-168580"/>
              <a:ext cx="174390" cy="426961"/>
            </a:xfrm>
            <a:custGeom>
              <a:rect b="b" l="l" r="r" t="t"/>
              <a:pathLst>
                <a:path extrusionOk="0" fill="none" h="8738" w="3569">
                  <a:moveTo>
                    <a:pt x="1" y="1"/>
                  </a:moveTo>
                  <a:lnTo>
                    <a:pt x="3569" y="8738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38" name="Google Shape;2538;p52"/>
            <p:cNvSpPr/>
            <p:nvPr/>
          </p:nvSpPr>
          <p:spPr>
            <a:xfrm>
              <a:off x="2191157" y="-81849"/>
              <a:ext cx="279005" cy="366615"/>
            </a:xfrm>
            <a:custGeom>
              <a:rect b="b" l="l" r="r" t="t"/>
              <a:pathLst>
                <a:path extrusionOk="0" fill="none" h="7503" w="5710">
                  <a:moveTo>
                    <a:pt x="0" y="0"/>
                  </a:moveTo>
                  <a:lnTo>
                    <a:pt x="5709" y="7503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39" name="Google Shape;2539;p52"/>
            <p:cNvSpPr/>
            <p:nvPr/>
          </p:nvSpPr>
          <p:spPr>
            <a:xfrm>
              <a:off x="2072420" y="39722"/>
              <a:ext cx="364759" cy="281790"/>
            </a:xfrm>
            <a:custGeom>
              <a:rect b="b" l="l" r="r" t="t"/>
              <a:pathLst>
                <a:path extrusionOk="0" fill="none" h="5767" w="7465">
                  <a:moveTo>
                    <a:pt x="0" y="0"/>
                  </a:moveTo>
                  <a:lnTo>
                    <a:pt x="7464" y="5767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40" name="Google Shape;2540;p52"/>
            <p:cNvSpPr/>
            <p:nvPr/>
          </p:nvSpPr>
          <p:spPr>
            <a:xfrm>
              <a:off x="1989500" y="187678"/>
              <a:ext cx="425055" cy="178153"/>
            </a:xfrm>
            <a:custGeom>
              <a:rect b="b" l="l" r="r" t="t"/>
              <a:pathLst>
                <a:path extrusionOk="0" fill="none" h="3646" w="8699">
                  <a:moveTo>
                    <a:pt x="0" y="0"/>
                  </a:moveTo>
                  <a:lnTo>
                    <a:pt x="8698" y="3645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41" name="Google Shape;2541;p52"/>
            <p:cNvSpPr/>
            <p:nvPr/>
          </p:nvSpPr>
          <p:spPr>
            <a:xfrm>
              <a:off x="1948016" y="351662"/>
              <a:ext cx="456180" cy="62251"/>
            </a:xfrm>
            <a:custGeom>
              <a:rect b="b" l="l" r="r" t="t"/>
              <a:pathLst>
                <a:path extrusionOk="0" fill="none" h="1274" w="9336">
                  <a:moveTo>
                    <a:pt x="1" y="0"/>
                  </a:moveTo>
                  <a:lnTo>
                    <a:pt x="9335" y="1273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42" name="Google Shape;2542;p52"/>
            <p:cNvSpPr/>
            <p:nvPr/>
          </p:nvSpPr>
          <p:spPr>
            <a:xfrm>
              <a:off x="1949921" y="462824"/>
              <a:ext cx="457109" cy="58488"/>
            </a:xfrm>
            <a:custGeom>
              <a:rect b="b" l="l" r="r" t="t"/>
              <a:pathLst>
                <a:path extrusionOk="0" fill="none" h="1197" w="9355">
                  <a:moveTo>
                    <a:pt x="0" y="1197"/>
                  </a:moveTo>
                  <a:lnTo>
                    <a:pt x="9354" y="1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43" name="Google Shape;2543;p52"/>
            <p:cNvSpPr/>
            <p:nvPr/>
          </p:nvSpPr>
          <p:spPr>
            <a:xfrm>
              <a:off x="1996097" y="509977"/>
              <a:ext cx="425983" cy="174390"/>
            </a:xfrm>
            <a:custGeom>
              <a:rect b="b" l="l" r="r" t="t"/>
              <a:pathLst>
                <a:path extrusionOk="0" fill="none" h="3569" w="8718">
                  <a:moveTo>
                    <a:pt x="0" y="3568"/>
                  </a:moveTo>
                  <a:lnTo>
                    <a:pt x="8718" y="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44" name="Google Shape;2544;p52"/>
            <p:cNvSpPr/>
            <p:nvPr/>
          </p:nvSpPr>
          <p:spPr>
            <a:xfrm>
              <a:off x="2081851" y="551413"/>
              <a:ext cx="367593" cy="279005"/>
            </a:xfrm>
            <a:custGeom>
              <a:rect b="b" l="l" r="r" t="t"/>
              <a:pathLst>
                <a:path extrusionOk="0" fill="none" h="5710" w="7523">
                  <a:moveTo>
                    <a:pt x="0" y="5710"/>
                  </a:moveTo>
                  <a:lnTo>
                    <a:pt x="7522" y="1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45" name="Google Shape;2545;p52"/>
            <p:cNvSpPr/>
            <p:nvPr/>
          </p:nvSpPr>
          <p:spPr>
            <a:xfrm>
              <a:off x="2203422" y="584395"/>
              <a:ext cx="281790" cy="363830"/>
            </a:xfrm>
            <a:custGeom>
              <a:rect b="b" l="l" r="r" t="t"/>
              <a:pathLst>
                <a:path extrusionOk="0" fill="none" h="7446" w="5767">
                  <a:moveTo>
                    <a:pt x="0" y="7446"/>
                  </a:moveTo>
                  <a:lnTo>
                    <a:pt x="5767" y="1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46" name="Google Shape;2546;p52"/>
            <p:cNvSpPr/>
            <p:nvPr/>
          </p:nvSpPr>
          <p:spPr>
            <a:xfrm>
              <a:off x="2351378" y="607018"/>
              <a:ext cx="178153" cy="424126"/>
            </a:xfrm>
            <a:custGeom>
              <a:rect b="b" l="l" r="r" t="t"/>
              <a:pathLst>
                <a:path extrusionOk="0" fill="none" h="8680" w="3646">
                  <a:moveTo>
                    <a:pt x="0" y="8680"/>
                  </a:moveTo>
                  <a:lnTo>
                    <a:pt x="3645" y="1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47" name="Google Shape;2547;p52"/>
            <p:cNvSpPr/>
            <p:nvPr/>
          </p:nvSpPr>
          <p:spPr>
            <a:xfrm>
              <a:off x="2515362" y="616449"/>
              <a:ext cx="62251" cy="457109"/>
            </a:xfrm>
            <a:custGeom>
              <a:rect b="b" l="l" r="r" t="t"/>
              <a:pathLst>
                <a:path extrusionOk="0" fill="none" h="9355" w="1274">
                  <a:moveTo>
                    <a:pt x="0" y="9355"/>
                  </a:moveTo>
                  <a:lnTo>
                    <a:pt x="1273" y="1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48" name="Google Shape;2548;p52"/>
            <p:cNvSpPr/>
            <p:nvPr/>
          </p:nvSpPr>
          <p:spPr>
            <a:xfrm>
              <a:off x="2626524" y="614592"/>
              <a:ext cx="58488" cy="457109"/>
            </a:xfrm>
            <a:custGeom>
              <a:rect b="b" l="l" r="r" t="t"/>
              <a:pathLst>
                <a:path extrusionOk="0" fill="none" h="9355" w="1197">
                  <a:moveTo>
                    <a:pt x="1197" y="9354"/>
                  </a:moveTo>
                  <a:lnTo>
                    <a:pt x="1" y="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49" name="Google Shape;2549;p52"/>
            <p:cNvSpPr/>
            <p:nvPr/>
          </p:nvSpPr>
          <p:spPr>
            <a:xfrm>
              <a:off x="2673677" y="598565"/>
              <a:ext cx="174390" cy="426961"/>
            </a:xfrm>
            <a:custGeom>
              <a:rect b="b" l="l" r="r" t="t"/>
              <a:pathLst>
                <a:path extrusionOk="0" fill="none" h="8738" w="3569">
                  <a:moveTo>
                    <a:pt x="3568" y="8737"/>
                  </a:moveTo>
                  <a:lnTo>
                    <a:pt x="0" y="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50" name="Google Shape;2550;p52"/>
            <p:cNvSpPr/>
            <p:nvPr/>
          </p:nvSpPr>
          <p:spPr>
            <a:xfrm>
              <a:off x="2715113" y="572179"/>
              <a:ext cx="279005" cy="366615"/>
            </a:xfrm>
            <a:custGeom>
              <a:rect b="b" l="l" r="r" t="t"/>
              <a:pathLst>
                <a:path extrusionOk="0" fill="none" h="7503" w="5710">
                  <a:moveTo>
                    <a:pt x="5710" y="7503"/>
                  </a:moveTo>
                  <a:lnTo>
                    <a:pt x="1" y="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51" name="Google Shape;2551;p52"/>
            <p:cNvSpPr/>
            <p:nvPr/>
          </p:nvSpPr>
          <p:spPr>
            <a:xfrm>
              <a:off x="2748095" y="535386"/>
              <a:ext cx="364759" cy="281839"/>
            </a:xfrm>
            <a:custGeom>
              <a:rect b="b" l="l" r="r" t="t"/>
              <a:pathLst>
                <a:path extrusionOk="0" fill="none" h="5768" w="7465">
                  <a:moveTo>
                    <a:pt x="7465" y="5768"/>
                  </a:moveTo>
                  <a:lnTo>
                    <a:pt x="1" y="1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52" name="Google Shape;2552;p52"/>
            <p:cNvSpPr/>
            <p:nvPr/>
          </p:nvSpPr>
          <p:spPr>
            <a:xfrm>
              <a:off x="2770718" y="491116"/>
              <a:ext cx="424126" cy="179081"/>
            </a:xfrm>
            <a:custGeom>
              <a:rect b="b" l="l" r="r" t="t"/>
              <a:pathLst>
                <a:path extrusionOk="0" fill="none" h="3665" w="8680">
                  <a:moveTo>
                    <a:pt x="8680" y="3665"/>
                  </a:moveTo>
                  <a:lnTo>
                    <a:pt x="1" y="1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53" name="Google Shape;2553;p52"/>
            <p:cNvSpPr/>
            <p:nvPr/>
          </p:nvSpPr>
          <p:spPr>
            <a:xfrm>
              <a:off x="2781077" y="443035"/>
              <a:ext cx="456180" cy="62251"/>
            </a:xfrm>
            <a:custGeom>
              <a:rect b="b" l="l" r="r" t="t"/>
              <a:pathLst>
                <a:path extrusionOk="0" fill="none" h="1274" w="9336">
                  <a:moveTo>
                    <a:pt x="9336" y="1274"/>
                  </a:moveTo>
                  <a:lnTo>
                    <a:pt x="1" y="1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54" name="Google Shape;2554;p52"/>
            <p:cNvSpPr/>
            <p:nvPr/>
          </p:nvSpPr>
          <p:spPr>
            <a:xfrm>
              <a:off x="2778292" y="335635"/>
              <a:ext cx="457109" cy="58440"/>
            </a:xfrm>
            <a:custGeom>
              <a:rect b="b" l="l" r="r" t="t"/>
              <a:pathLst>
                <a:path extrusionOk="0" fill="none" h="1196" w="9355">
                  <a:moveTo>
                    <a:pt x="9354" y="0"/>
                  </a:moveTo>
                  <a:lnTo>
                    <a:pt x="0" y="1196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55" name="Google Shape;2555;p52"/>
            <p:cNvSpPr/>
            <p:nvPr/>
          </p:nvSpPr>
          <p:spPr>
            <a:xfrm>
              <a:off x="2763194" y="172579"/>
              <a:ext cx="426032" cy="174390"/>
            </a:xfrm>
            <a:custGeom>
              <a:rect b="b" l="l" r="r" t="t"/>
              <a:pathLst>
                <a:path extrusionOk="0" fill="none" h="3569" w="8719">
                  <a:moveTo>
                    <a:pt x="8718" y="1"/>
                  </a:moveTo>
                  <a:lnTo>
                    <a:pt x="1" y="3569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56" name="Google Shape;2556;p52"/>
            <p:cNvSpPr/>
            <p:nvPr/>
          </p:nvSpPr>
          <p:spPr>
            <a:xfrm>
              <a:off x="2735879" y="27457"/>
              <a:ext cx="366615" cy="278076"/>
            </a:xfrm>
            <a:custGeom>
              <a:rect b="b" l="l" r="r" t="t"/>
              <a:pathLst>
                <a:path extrusionOk="0" fill="none" h="5691" w="7503">
                  <a:moveTo>
                    <a:pt x="7503" y="0"/>
                  </a:moveTo>
                  <a:lnTo>
                    <a:pt x="0" y="569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57" name="Google Shape;2557;p52"/>
            <p:cNvSpPr/>
            <p:nvPr/>
          </p:nvSpPr>
          <p:spPr>
            <a:xfrm>
              <a:off x="2699135" y="-91280"/>
              <a:ext cx="282767" cy="364759"/>
            </a:xfrm>
            <a:custGeom>
              <a:rect b="b" l="l" r="r" t="t"/>
              <a:pathLst>
                <a:path extrusionOk="0" fill="none" h="7465" w="5787">
                  <a:moveTo>
                    <a:pt x="5786" y="0"/>
                  </a:moveTo>
                  <a:lnTo>
                    <a:pt x="0" y="7464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58" name="Google Shape;2558;p52"/>
            <p:cNvSpPr/>
            <p:nvPr/>
          </p:nvSpPr>
          <p:spPr>
            <a:xfrm>
              <a:off x="2655744" y="-174200"/>
              <a:ext cx="178153" cy="425055"/>
            </a:xfrm>
            <a:custGeom>
              <a:rect b="b" l="l" r="r" t="t"/>
              <a:pathLst>
                <a:path extrusionOk="0" fill="none" h="8699" w="3646">
                  <a:moveTo>
                    <a:pt x="3646" y="0"/>
                  </a:moveTo>
                  <a:lnTo>
                    <a:pt x="1" y="8698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559" name="Google Shape;2559;p52"/>
          <p:cNvGrpSpPr/>
          <p:nvPr/>
        </p:nvGrpSpPr>
        <p:grpSpPr>
          <a:xfrm flipH="1">
            <a:off x="-467701" y="3429220"/>
            <a:ext cx="1965289" cy="517060"/>
            <a:chOff x="3539975" y="3523525"/>
            <a:chExt cx="745925" cy="196250"/>
          </a:xfrm>
        </p:grpSpPr>
        <p:sp>
          <p:nvSpPr>
            <p:cNvPr id="2560" name="Google Shape;2560;p52"/>
            <p:cNvSpPr/>
            <p:nvPr/>
          </p:nvSpPr>
          <p:spPr>
            <a:xfrm>
              <a:off x="3539975" y="3523525"/>
              <a:ext cx="196250" cy="196250"/>
            </a:xfrm>
            <a:custGeom>
              <a:rect b="b" l="l" r="r" t="t"/>
              <a:pathLst>
                <a:path extrusionOk="0" fill="none" h="7850" w="785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61" name="Google Shape;2561;p52"/>
            <p:cNvSpPr/>
            <p:nvPr/>
          </p:nvSpPr>
          <p:spPr>
            <a:xfrm>
              <a:off x="3576625" y="3523525"/>
              <a:ext cx="196250" cy="196250"/>
            </a:xfrm>
            <a:custGeom>
              <a:rect b="b" l="l" r="r" t="t"/>
              <a:pathLst>
                <a:path extrusionOk="0" fill="none" h="7850" w="785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62" name="Google Shape;2562;p52"/>
            <p:cNvSpPr/>
            <p:nvPr/>
          </p:nvSpPr>
          <p:spPr>
            <a:xfrm>
              <a:off x="3613250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1" y="0"/>
                  </a:moveTo>
                  <a:lnTo>
                    <a:pt x="7851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63" name="Google Shape;2563;p52"/>
            <p:cNvSpPr/>
            <p:nvPr/>
          </p:nvSpPr>
          <p:spPr>
            <a:xfrm>
              <a:off x="3649900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1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64" name="Google Shape;2564;p52"/>
            <p:cNvSpPr/>
            <p:nvPr/>
          </p:nvSpPr>
          <p:spPr>
            <a:xfrm>
              <a:off x="3686550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65" name="Google Shape;2565;p52"/>
            <p:cNvSpPr/>
            <p:nvPr/>
          </p:nvSpPr>
          <p:spPr>
            <a:xfrm>
              <a:off x="3723200" y="3523525"/>
              <a:ext cx="196250" cy="196250"/>
            </a:xfrm>
            <a:custGeom>
              <a:rect b="b" l="l" r="r" t="t"/>
              <a:pathLst>
                <a:path extrusionOk="0" fill="none" h="7850" w="785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66" name="Google Shape;2566;p52"/>
            <p:cNvSpPr/>
            <p:nvPr/>
          </p:nvSpPr>
          <p:spPr>
            <a:xfrm>
              <a:off x="3759825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1" y="0"/>
                  </a:moveTo>
                  <a:lnTo>
                    <a:pt x="7851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67" name="Google Shape;2567;p52"/>
            <p:cNvSpPr/>
            <p:nvPr/>
          </p:nvSpPr>
          <p:spPr>
            <a:xfrm>
              <a:off x="3796475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1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68" name="Google Shape;2568;p52"/>
            <p:cNvSpPr/>
            <p:nvPr/>
          </p:nvSpPr>
          <p:spPr>
            <a:xfrm>
              <a:off x="3833125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1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69" name="Google Shape;2569;p52"/>
            <p:cNvSpPr/>
            <p:nvPr/>
          </p:nvSpPr>
          <p:spPr>
            <a:xfrm>
              <a:off x="3869775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70" name="Google Shape;2570;p52"/>
            <p:cNvSpPr/>
            <p:nvPr/>
          </p:nvSpPr>
          <p:spPr>
            <a:xfrm>
              <a:off x="3906425" y="3523525"/>
              <a:ext cx="196250" cy="196250"/>
            </a:xfrm>
            <a:custGeom>
              <a:rect b="b" l="l" r="r" t="t"/>
              <a:pathLst>
                <a:path extrusionOk="0" fill="none" h="7850" w="785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71" name="Google Shape;2571;p52"/>
            <p:cNvSpPr/>
            <p:nvPr/>
          </p:nvSpPr>
          <p:spPr>
            <a:xfrm>
              <a:off x="3943050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1" y="0"/>
                  </a:moveTo>
                  <a:lnTo>
                    <a:pt x="7851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72" name="Google Shape;2572;p52"/>
            <p:cNvSpPr/>
            <p:nvPr/>
          </p:nvSpPr>
          <p:spPr>
            <a:xfrm>
              <a:off x="3979700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1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73" name="Google Shape;2573;p52"/>
            <p:cNvSpPr/>
            <p:nvPr/>
          </p:nvSpPr>
          <p:spPr>
            <a:xfrm>
              <a:off x="4016350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1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74" name="Google Shape;2574;p52"/>
            <p:cNvSpPr/>
            <p:nvPr/>
          </p:nvSpPr>
          <p:spPr>
            <a:xfrm>
              <a:off x="4053000" y="3523525"/>
              <a:ext cx="196250" cy="196250"/>
            </a:xfrm>
            <a:custGeom>
              <a:rect b="b" l="l" r="r" t="t"/>
              <a:pathLst>
                <a:path extrusionOk="0" fill="none" h="7850" w="785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75" name="Google Shape;2575;p52"/>
            <p:cNvSpPr/>
            <p:nvPr/>
          </p:nvSpPr>
          <p:spPr>
            <a:xfrm>
              <a:off x="4089650" y="3523525"/>
              <a:ext cx="196250" cy="196250"/>
            </a:xfrm>
            <a:custGeom>
              <a:rect b="b" l="l" r="r" t="t"/>
              <a:pathLst>
                <a:path extrusionOk="0" fill="none" h="7850" w="785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pic>
        <p:nvPicPr>
          <p:cNvPr id="2576" name="Google Shape;2576;p5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flipH="1">
            <a:off x="-403499" y="-646075"/>
            <a:ext cx="2527512" cy="2681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40.xml"/><Relationship Id="rId42" Type="http://schemas.openxmlformats.org/officeDocument/2006/relationships/slideLayout" Target="../slideLayouts/slideLayout42.xml"/><Relationship Id="rId41" Type="http://schemas.openxmlformats.org/officeDocument/2006/relationships/slideLayout" Target="../slideLayouts/slideLayout41.xml"/><Relationship Id="rId44" Type="http://schemas.openxmlformats.org/officeDocument/2006/relationships/slideLayout" Target="../slideLayouts/slideLayout44.xml"/><Relationship Id="rId43" Type="http://schemas.openxmlformats.org/officeDocument/2006/relationships/slideLayout" Target="../slideLayouts/slideLayout43.xml"/><Relationship Id="rId46" Type="http://schemas.openxmlformats.org/officeDocument/2006/relationships/slideLayout" Target="../slideLayouts/slideLayout46.xml"/><Relationship Id="rId45" Type="http://schemas.openxmlformats.org/officeDocument/2006/relationships/slideLayout" Target="../slideLayouts/slideLayout45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48" Type="http://schemas.openxmlformats.org/officeDocument/2006/relationships/slideLayout" Target="../slideLayouts/slideLayout48.xml"/><Relationship Id="rId47" Type="http://schemas.openxmlformats.org/officeDocument/2006/relationships/slideLayout" Target="../slideLayouts/slideLayout47.xml"/><Relationship Id="rId49" Type="http://schemas.openxmlformats.org/officeDocument/2006/relationships/slideLayout" Target="../slideLayouts/slideLayout4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31" Type="http://schemas.openxmlformats.org/officeDocument/2006/relationships/slideLayout" Target="../slideLayouts/slideLayout31.xml"/><Relationship Id="rId30" Type="http://schemas.openxmlformats.org/officeDocument/2006/relationships/slideLayout" Target="../slideLayouts/slideLayout30.xml"/><Relationship Id="rId33" Type="http://schemas.openxmlformats.org/officeDocument/2006/relationships/slideLayout" Target="../slideLayouts/slideLayout33.xml"/><Relationship Id="rId32" Type="http://schemas.openxmlformats.org/officeDocument/2006/relationships/slideLayout" Target="../slideLayouts/slideLayout32.xml"/><Relationship Id="rId35" Type="http://schemas.openxmlformats.org/officeDocument/2006/relationships/slideLayout" Target="../slideLayouts/slideLayout35.xml"/><Relationship Id="rId34" Type="http://schemas.openxmlformats.org/officeDocument/2006/relationships/slideLayout" Target="../slideLayouts/slideLayout34.xml"/><Relationship Id="rId37" Type="http://schemas.openxmlformats.org/officeDocument/2006/relationships/slideLayout" Target="../slideLayouts/slideLayout37.xml"/><Relationship Id="rId36" Type="http://schemas.openxmlformats.org/officeDocument/2006/relationships/slideLayout" Target="../slideLayouts/slideLayout36.xml"/><Relationship Id="rId39" Type="http://schemas.openxmlformats.org/officeDocument/2006/relationships/slideLayout" Target="../slideLayouts/slideLayout39.xml"/><Relationship Id="rId38" Type="http://schemas.openxmlformats.org/officeDocument/2006/relationships/slideLayout" Target="../slideLayouts/slideLayout38.xml"/><Relationship Id="rId20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29" Type="http://schemas.openxmlformats.org/officeDocument/2006/relationships/slideLayout" Target="../slideLayouts/slideLayout29.xml"/><Relationship Id="rId51" Type="http://schemas.openxmlformats.org/officeDocument/2006/relationships/slideLayout" Target="../slideLayouts/slideLayout51.xml"/><Relationship Id="rId50" Type="http://schemas.openxmlformats.org/officeDocument/2006/relationships/slideLayout" Target="../slideLayouts/slideLayout50.xml"/><Relationship Id="rId5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715500" y="538250"/>
            <a:ext cx="7713000" cy="4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Aldrich"/>
              <a:buNone/>
              <a:defRPr sz="2900">
                <a:solidFill>
                  <a:schemeClr val="lt1"/>
                </a:solidFill>
                <a:latin typeface="Aldrich"/>
                <a:ea typeface="Aldrich"/>
                <a:cs typeface="Aldrich"/>
                <a:sym typeface="Aldrich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Aldrich"/>
              <a:buNone/>
              <a:defRPr sz="2900">
                <a:solidFill>
                  <a:schemeClr val="lt1"/>
                </a:solidFill>
                <a:latin typeface="Aldrich"/>
                <a:ea typeface="Aldrich"/>
                <a:cs typeface="Aldrich"/>
                <a:sym typeface="Aldrich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Aldrich"/>
              <a:buNone/>
              <a:defRPr sz="2900">
                <a:solidFill>
                  <a:schemeClr val="lt1"/>
                </a:solidFill>
                <a:latin typeface="Aldrich"/>
                <a:ea typeface="Aldrich"/>
                <a:cs typeface="Aldrich"/>
                <a:sym typeface="Aldrich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Aldrich"/>
              <a:buNone/>
              <a:defRPr sz="2900">
                <a:solidFill>
                  <a:schemeClr val="lt1"/>
                </a:solidFill>
                <a:latin typeface="Aldrich"/>
                <a:ea typeface="Aldrich"/>
                <a:cs typeface="Aldrich"/>
                <a:sym typeface="Aldrich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Aldrich"/>
              <a:buNone/>
              <a:defRPr sz="2900">
                <a:solidFill>
                  <a:schemeClr val="lt1"/>
                </a:solidFill>
                <a:latin typeface="Aldrich"/>
                <a:ea typeface="Aldrich"/>
                <a:cs typeface="Aldrich"/>
                <a:sym typeface="Aldrich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Aldrich"/>
              <a:buNone/>
              <a:defRPr sz="2900">
                <a:solidFill>
                  <a:schemeClr val="lt1"/>
                </a:solidFill>
                <a:latin typeface="Aldrich"/>
                <a:ea typeface="Aldrich"/>
                <a:cs typeface="Aldrich"/>
                <a:sym typeface="Aldrich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Aldrich"/>
              <a:buNone/>
              <a:defRPr sz="2900">
                <a:solidFill>
                  <a:schemeClr val="lt1"/>
                </a:solidFill>
                <a:latin typeface="Aldrich"/>
                <a:ea typeface="Aldrich"/>
                <a:cs typeface="Aldrich"/>
                <a:sym typeface="Aldrich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Aldrich"/>
              <a:buNone/>
              <a:defRPr sz="2900">
                <a:solidFill>
                  <a:schemeClr val="lt1"/>
                </a:solidFill>
                <a:latin typeface="Aldrich"/>
                <a:ea typeface="Aldrich"/>
                <a:cs typeface="Aldrich"/>
                <a:sym typeface="Aldrich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Aldrich"/>
              <a:buNone/>
              <a:defRPr sz="2900">
                <a:solidFill>
                  <a:schemeClr val="lt1"/>
                </a:solidFill>
                <a:latin typeface="Aldrich"/>
                <a:ea typeface="Aldrich"/>
                <a:cs typeface="Aldrich"/>
                <a:sym typeface="Aldrich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715550" y="1152475"/>
            <a:ext cx="7713000" cy="345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Bai Jamjuree"/>
              <a:buChar char="●"/>
              <a:defRPr>
                <a:solidFill>
                  <a:schemeClr val="lt1"/>
                </a:solidFill>
                <a:latin typeface="Bai Jamjuree"/>
                <a:ea typeface="Bai Jamjuree"/>
                <a:cs typeface="Bai Jamjuree"/>
                <a:sym typeface="Bai Jamjuree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Bai Jamjuree"/>
              <a:buChar char="○"/>
              <a:defRPr>
                <a:solidFill>
                  <a:schemeClr val="lt1"/>
                </a:solidFill>
                <a:latin typeface="Bai Jamjuree"/>
                <a:ea typeface="Bai Jamjuree"/>
                <a:cs typeface="Bai Jamjuree"/>
                <a:sym typeface="Bai Jamjuree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Bai Jamjuree"/>
              <a:buChar char="■"/>
              <a:defRPr>
                <a:solidFill>
                  <a:schemeClr val="lt1"/>
                </a:solidFill>
                <a:latin typeface="Bai Jamjuree"/>
                <a:ea typeface="Bai Jamjuree"/>
                <a:cs typeface="Bai Jamjuree"/>
                <a:sym typeface="Bai Jamjuree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Bai Jamjuree"/>
              <a:buChar char="●"/>
              <a:defRPr>
                <a:solidFill>
                  <a:schemeClr val="lt1"/>
                </a:solidFill>
                <a:latin typeface="Bai Jamjuree"/>
                <a:ea typeface="Bai Jamjuree"/>
                <a:cs typeface="Bai Jamjuree"/>
                <a:sym typeface="Bai Jamjuree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Bai Jamjuree"/>
              <a:buChar char="○"/>
              <a:defRPr>
                <a:solidFill>
                  <a:schemeClr val="lt1"/>
                </a:solidFill>
                <a:latin typeface="Bai Jamjuree"/>
                <a:ea typeface="Bai Jamjuree"/>
                <a:cs typeface="Bai Jamjuree"/>
                <a:sym typeface="Bai Jamjuree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Bai Jamjuree"/>
              <a:buChar char="■"/>
              <a:defRPr>
                <a:solidFill>
                  <a:schemeClr val="lt1"/>
                </a:solidFill>
                <a:latin typeface="Bai Jamjuree"/>
                <a:ea typeface="Bai Jamjuree"/>
                <a:cs typeface="Bai Jamjuree"/>
                <a:sym typeface="Bai Jamjuree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Bai Jamjuree"/>
              <a:buChar char="●"/>
              <a:defRPr>
                <a:solidFill>
                  <a:schemeClr val="lt1"/>
                </a:solidFill>
                <a:latin typeface="Bai Jamjuree"/>
                <a:ea typeface="Bai Jamjuree"/>
                <a:cs typeface="Bai Jamjuree"/>
                <a:sym typeface="Bai Jamjuree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Bai Jamjuree"/>
              <a:buChar char="○"/>
              <a:defRPr>
                <a:solidFill>
                  <a:schemeClr val="lt1"/>
                </a:solidFill>
                <a:latin typeface="Bai Jamjuree"/>
                <a:ea typeface="Bai Jamjuree"/>
                <a:cs typeface="Bai Jamjuree"/>
                <a:sym typeface="Bai Jamjuree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Bai Jamjuree"/>
              <a:buChar char="■"/>
              <a:defRPr>
                <a:solidFill>
                  <a:schemeClr val="lt1"/>
                </a:solidFill>
                <a:latin typeface="Bai Jamjuree"/>
                <a:ea typeface="Bai Jamjuree"/>
                <a:cs typeface="Bai Jamjuree"/>
                <a:sym typeface="Bai Jamjuree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  <p:sldLayoutId id="2147483685" r:id="rId38"/>
    <p:sldLayoutId id="2147483686" r:id="rId39"/>
    <p:sldLayoutId id="2147483687" r:id="rId40"/>
    <p:sldLayoutId id="2147483688" r:id="rId41"/>
    <p:sldLayoutId id="2147483689" r:id="rId42"/>
    <p:sldLayoutId id="2147483690" r:id="rId43"/>
    <p:sldLayoutId id="2147483691" r:id="rId44"/>
    <p:sldLayoutId id="2147483692" r:id="rId45"/>
    <p:sldLayoutId id="2147483693" r:id="rId46"/>
    <p:sldLayoutId id="2147483694" r:id="rId47"/>
    <p:sldLayoutId id="2147483695" r:id="rId48"/>
    <p:sldLayoutId id="2147483696" r:id="rId49"/>
    <p:sldLayoutId id="2147483697" r:id="rId50"/>
    <p:sldLayoutId id="2147483698" r:id="rId51"/>
  </p:sldLayoutIdLst>
  <mc:AlternateContent>
    <mc:Choice Requires="p14">
      <p:transition spd="med" p14:dur="600">
        <p:fade thruBlk="1"/>
      </p:transition>
    </mc:Choice>
    <mc:Fallback>
      <p:transition spd="med">
        <p:fade/>
      </p:transition>
    </mc:Fallback>
  </mc:AlternateConten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6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0.png"/><Relationship Id="rId4" Type="http://schemas.openxmlformats.org/officeDocument/2006/relationships/image" Target="../media/image1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6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9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7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6.png"/><Relationship Id="rId4" Type="http://schemas.openxmlformats.org/officeDocument/2006/relationships/hyperlink" Target="https://docs.google.com/spreadsheets/d/1FQUWFL7kPh56JuleE8-AtKslUE-w_LMGJEh3ooxyfqw/copy#gid=2104027543" TargetMode="External"/><Relationship Id="rId5" Type="http://schemas.openxmlformats.org/officeDocument/2006/relationships/image" Target="../media/image17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4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Relationship Id="rId4" Type="http://schemas.openxmlformats.org/officeDocument/2006/relationships/image" Target="../media/image20.jpg"/><Relationship Id="rId5" Type="http://schemas.openxmlformats.org/officeDocument/2006/relationships/image" Target="../media/image30.jpg"/><Relationship Id="rId6" Type="http://schemas.openxmlformats.org/officeDocument/2006/relationships/image" Target="../media/image19.jpg"/><Relationship Id="rId7" Type="http://schemas.openxmlformats.org/officeDocument/2006/relationships/image" Target="../media/image22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8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9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9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7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6.png"/><Relationship Id="rId4" Type="http://schemas.openxmlformats.org/officeDocument/2006/relationships/hyperlink" Target="https://doi.org/10.3390/ai5020024" TargetMode="External"/><Relationship Id="rId5" Type="http://schemas.openxmlformats.org/officeDocument/2006/relationships/image" Target="../media/image21.png"/><Relationship Id="rId6" Type="http://schemas.openxmlformats.org/officeDocument/2006/relationships/hyperlink" Target="https://doi.org/10.3390/infrastructures10010003" TargetMode="Externa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4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6.png"/><Relationship Id="rId4" Type="http://schemas.openxmlformats.org/officeDocument/2006/relationships/image" Target="../media/image23.png"/><Relationship Id="rId5" Type="http://schemas.openxmlformats.org/officeDocument/2006/relationships/image" Target="../media/image29.png"/><Relationship Id="rId6" Type="http://schemas.openxmlformats.org/officeDocument/2006/relationships/image" Target="../media/image24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4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6.png"/><Relationship Id="rId4" Type="http://schemas.openxmlformats.org/officeDocument/2006/relationships/image" Target="../media/image32.png"/><Relationship Id="rId5" Type="http://schemas.openxmlformats.org/officeDocument/2006/relationships/image" Target="../media/image27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4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6.png"/><Relationship Id="rId4" Type="http://schemas.openxmlformats.org/officeDocument/2006/relationships/image" Target="../media/image28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5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6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6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1.xml"/><Relationship Id="rId2" Type="http://schemas.openxmlformats.org/officeDocument/2006/relationships/notesSlide" Target="../notesSlides/notesSlide20.xml"/><Relationship Id="rId3" Type="http://schemas.openxmlformats.org/officeDocument/2006/relationships/hyperlink" Target="https://doi.org/10.34740/kaggle/dsv/2772290" TargetMode="External"/><Relationship Id="rId4" Type="http://schemas.openxmlformats.org/officeDocument/2006/relationships/hyperlink" Target="https://doi.org/10.34740/kaggle/dsv/1884733" TargetMode="External"/><Relationship Id="rId5" Type="http://schemas.openxmlformats.org/officeDocument/2006/relationships/hyperlink" Target="https://doi.org/10.34740/kaggle/dsv/3108310" TargetMode="External"/><Relationship Id="rId6" Type="http://schemas.openxmlformats.org/officeDocument/2006/relationships/hyperlink" Target="https://doi.org/10.3390/infrastructures10010003" TargetMode="External"/><Relationship Id="rId7" Type="http://schemas.openxmlformats.org/officeDocument/2006/relationships/hyperlink" Target="https://doi.org/10.3390/ai5020024" TargetMode="Externa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80" name="Shape 25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1" name="Google Shape;2581;p53"/>
          <p:cNvSpPr txBox="1"/>
          <p:nvPr>
            <p:ph type="ctrTitle"/>
          </p:nvPr>
        </p:nvSpPr>
        <p:spPr>
          <a:xfrm>
            <a:off x="1248375" y="1617675"/>
            <a:ext cx="6647100" cy="17493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200"/>
              </a:spcAft>
              <a:buNone/>
            </a:pPr>
            <a:r>
              <a:rPr lang="en" sz="4900"/>
              <a:t>Welcome to CSE424</a:t>
            </a:r>
            <a:r>
              <a:rPr lang="en" sz="5100"/>
              <a:t> </a:t>
            </a:r>
            <a:r>
              <a:rPr lang="en" sz="4150">
                <a:solidFill>
                  <a:schemeClr val="dk2"/>
                </a:solidFill>
              </a:rPr>
              <a:t>Final Presentation</a:t>
            </a:r>
            <a:endParaRPr sz="4550">
              <a:solidFill>
                <a:schemeClr val="dk2"/>
              </a:solidFill>
            </a:endParaRPr>
          </a:p>
        </p:txBody>
      </p:sp>
      <p:sp>
        <p:nvSpPr>
          <p:cNvPr id="2582" name="Google Shape;2582;p53"/>
          <p:cNvSpPr txBox="1"/>
          <p:nvPr>
            <p:ph idx="1" type="subTitle"/>
          </p:nvPr>
        </p:nvSpPr>
        <p:spPr>
          <a:xfrm>
            <a:off x="1248525" y="3214491"/>
            <a:ext cx="6647100" cy="7995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Name: Sakib Rayhan Yeasin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ID: 24341218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Section: 2</a:t>
            </a:r>
            <a:endParaRPr/>
          </a:p>
        </p:txBody>
      </p:sp>
      <p:sp>
        <p:nvSpPr>
          <p:cNvPr id="2583" name="Google Shape;2583;p53"/>
          <p:cNvSpPr/>
          <p:nvPr/>
        </p:nvSpPr>
        <p:spPr>
          <a:xfrm>
            <a:off x="715550" y="2391735"/>
            <a:ext cx="555517" cy="554294"/>
          </a:xfrm>
          <a:custGeom>
            <a:rect b="b" l="l" r="r" t="t"/>
            <a:pathLst>
              <a:path extrusionOk="0" h="11337" w="11362">
                <a:moveTo>
                  <a:pt x="11362" y="5668"/>
                </a:moveTo>
                <a:cubicBezTo>
                  <a:pt x="11362" y="8798"/>
                  <a:pt x="8823" y="11337"/>
                  <a:pt x="5669" y="11337"/>
                </a:cubicBezTo>
                <a:cubicBezTo>
                  <a:pt x="2539" y="11337"/>
                  <a:pt x="1" y="8798"/>
                  <a:pt x="1" y="5668"/>
                </a:cubicBezTo>
                <a:cubicBezTo>
                  <a:pt x="1" y="2539"/>
                  <a:pt x="2539" y="0"/>
                  <a:pt x="5669" y="0"/>
                </a:cubicBezTo>
                <a:cubicBezTo>
                  <a:pt x="8823" y="0"/>
                  <a:pt x="11362" y="2539"/>
                  <a:pt x="11362" y="5668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584" name="Google Shape;2584;p53"/>
          <p:cNvCxnSpPr/>
          <p:nvPr/>
        </p:nvCxnSpPr>
        <p:spPr>
          <a:xfrm>
            <a:off x="1863750" y="3086650"/>
            <a:ext cx="54165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2" presetSubtype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25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258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5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88" name="Shape 25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9" name="Google Shape;2589;p54"/>
          <p:cNvSpPr txBox="1"/>
          <p:nvPr>
            <p:ph type="title"/>
          </p:nvPr>
        </p:nvSpPr>
        <p:spPr>
          <a:xfrm>
            <a:off x="1675750" y="2270400"/>
            <a:ext cx="6000900" cy="1275000"/>
          </a:xfrm>
          <a:prstGeom prst="rect">
            <a:avLst/>
          </a:prstGeom>
        </p:spPr>
        <p:txBody>
          <a:bodyPr anchorCtr="0" anchor="ctr" bIns="91425" lIns="91425" spcFirstLastPara="1" rIns="91425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dk2"/>
                </a:solidFill>
              </a:rPr>
              <a:t>Railway Track Fault Monitoring Using Deep Learning: An </a:t>
            </a:r>
            <a:r>
              <a:rPr lang="en" sz="1900">
                <a:solidFill>
                  <a:schemeClr val="dk2"/>
                </a:solidFill>
              </a:rPr>
              <a:t>Efficient Approach</a:t>
            </a:r>
            <a:r>
              <a:rPr lang="en" sz="1900">
                <a:solidFill>
                  <a:schemeClr val="dk2"/>
                </a:solidFill>
              </a:rPr>
              <a:t> to Modernizing Defect Detection</a:t>
            </a:r>
            <a:endParaRPr sz="3400"/>
          </a:p>
        </p:txBody>
      </p:sp>
      <p:sp>
        <p:nvSpPr>
          <p:cNvPr id="2590" name="Google Shape;2590;p54"/>
          <p:cNvSpPr txBox="1"/>
          <p:nvPr>
            <p:ph idx="2" type="title"/>
          </p:nvPr>
        </p:nvSpPr>
        <p:spPr>
          <a:xfrm>
            <a:off x="2519700" y="1422700"/>
            <a:ext cx="4296600" cy="9714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/>
              <a:t>Paper Title</a:t>
            </a:r>
            <a:endParaRPr sz="4000"/>
          </a:p>
        </p:txBody>
      </p:sp>
      <p:grpSp>
        <p:nvGrpSpPr>
          <p:cNvPr id="2591" name="Google Shape;2591;p54"/>
          <p:cNvGrpSpPr/>
          <p:nvPr/>
        </p:nvGrpSpPr>
        <p:grpSpPr>
          <a:xfrm flipH="1">
            <a:off x="1971613" y="1632121"/>
            <a:ext cx="793256" cy="182899"/>
            <a:chOff x="2685575" y="2835950"/>
            <a:chExt cx="433000" cy="99825"/>
          </a:xfrm>
        </p:grpSpPr>
        <p:sp>
          <p:nvSpPr>
            <p:cNvPr id="2592" name="Google Shape;2592;p54"/>
            <p:cNvSpPr/>
            <p:nvPr/>
          </p:nvSpPr>
          <p:spPr>
            <a:xfrm>
              <a:off x="3032250" y="2835950"/>
              <a:ext cx="86325" cy="99825"/>
            </a:xfrm>
            <a:custGeom>
              <a:rect b="b" l="l" r="r" t="t"/>
              <a:pathLst>
                <a:path extrusionOk="0" h="3993" w="3453">
                  <a:moveTo>
                    <a:pt x="3453" y="0"/>
                  </a:moveTo>
                  <a:lnTo>
                    <a:pt x="0" y="2006"/>
                  </a:lnTo>
                  <a:lnTo>
                    <a:pt x="3453" y="3993"/>
                  </a:lnTo>
                  <a:lnTo>
                    <a:pt x="3453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93" name="Google Shape;2593;p54"/>
            <p:cNvSpPr/>
            <p:nvPr/>
          </p:nvSpPr>
          <p:spPr>
            <a:xfrm>
              <a:off x="2917000" y="2835950"/>
              <a:ext cx="85850" cy="99825"/>
            </a:xfrm>
            <a:custGeom>
              <a:rect b="b" l="l" r="r" t="t"/>
              <a:pathLst>
                <a:path extrusionOk="0" h="3993" w="3434">
                  <a:moveTo>
                    <a:pt x="3434" y="0"/>
                  </a:moveTo>
                  <a:lnTo>
                    <a:pt x="1" y="2006"/>
                  </a:lnTo>
                  <a:lnTo>
                    <a:pt x="3434" y="3993"/>
                  </a:lnTo>
                  <a:lnTo>
                    <a:pt x="3434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94" name="Google Shape;2594;p54"/>
            <p:cNvSpPr/>
            <p:nvPr/>
          </p:nvSpPr>
          <p:spPr>
            <a:xfrm>
              <a:off x="2801300" y="2835950"/>
              <a:ext cx="86325" cy="99825"/>
            </a:xfrm>
            <a:custGeom>
              <a:rect b="b" l="l" r="r" t="t"/>
              <a:pathLst>
                <a:path extrusionOk="0" h="3993" w="3453">
                  <a:moveTo>
                    <a:pt x="3452" y="0"/>
                  </a:moveTo>
                  <a:lnTo>
                    <a:pt x="0" y="2006"/>
                  </a:lnTo>
                  <a:lnTo>
                    <a:pt x="3452" y="3993"/>
                  </a:lnTo>
                  <a:lnTo>
                    <a:pt x="3452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95" name="Google Shape;2595;p54"/>
            <p:cNvSpPr/>
            <p:nvPr/>
          </p:nvSpPr>
          <p:spPr>
            <a:xfrm>
              <a:off x="2685575" y="2835950"/>
              <a:ext cx="86325" cy="99825"/>
            </a:xfrm>
            <a:custGeom>
              <a:rect b="b" l="l" r="r" t="t"/>
              <a:pathLst>
                <a:path extrusionOk="0" h="3993" w="3453">
                  <a:moveTo>
                    <a:pt x="3453" y="0"/>
                  </a:moveTo>
                  <a:lnTo>
                    <a:pt x="0" y="2006"/>
                  </a:lnTo>
                  <a:lnTo>
                    <a:pt x="3453" y="3993"/>
                  </a:lnTo>
                  <a:lnTo>
                    <a:pt x="3453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596" name="Google Shape;2596;p54"/>
          <p:cNvSpPr/>
          <p:nvPr/>
        </p:nvSpPr>
        <p:spPr>
          <a:xfrm flipH="1" rot="10800000">
            <a:off x="6498641" y="596700"/>
            <a:ext cx="825452" cy="1673688"/>
          </a:xfrm>
          <a:custGeom>
            <a:rect b="b" l="l" r="r" t="t"/>
            <a:pathLst>
              <a:path extrusionOk="0" fill="none" h="34232" w="16883">
                <a:moveTo>
                  <a:pt x="16882" y="34232"/>
                </a:moveTo>
                <a:cubicBezTo>
                  <a:pt x="7517" y="34109"/>
                  <a:pt x="1" y="26494"/>
                  <a:pt x="1" y="17129"/>
                </a:cubicBezTo>
                <a:cubicBezTo>
                  <a:pt x="1" y="7764"/>
                  <a:pt x="7517" y="124"/>
                  <a:pt x="16882" y="1"/>
                </a:cubicBezTo>
              </a:path>
            </a:pathLst>
          </a:custGeom>
          <a:noFill/>
          <a:ln cap="flat" cmpd="sng" w="85025">
            <a:solidFill>
              <a:schemeClr val="lt1"/>
            </a:solidFill>
            <a:prstDash val="solid"/>
            <a:miter lim="24644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7" name="Google Shape;2597;p54"/>
          <p:cNvSpPr/>
          <p:nvPr/>
        </p:nvSpPr>
        <p:spPr>
          <a:xfrm flipH="1">
            <a:off x="7676711" y="2990985"/>
            <a:ext cx="555517" cy="554294"/>
          </a:xfrm>
          <a:custGeom>
            <a:rect b="b" l="l" r="r" t="t"/>
            <a:pathLst>
              <a:path extrusionOk="0" h="11337" w="11362">
                <a:moveTo>
                  <a:pt x="11362" y="5668"/>
                </a:moveTo>
                <a:cubicBezTo>
                  <a:pt x="11362" y="8798"/>
                  <a:pt x="8823" y="11337"/>
                  <a:pt x="5669" y="11337"/>
                </a:cubicBezTo>
                <a:cubicBezTo>
                  <a:pt x="2539" y="11337"/>
                  <a:pt x="1" y="8798"/>
                  <a:pt x="1" y="5668"/>
                </a:cubicBezTo>
                <a:cubicBezTo>
                  <a:pt x="1" y="2539"/>
                  <a:pt x="2539" y="0"/>
                  <a:pt x="5669" y="0"/>
                </a:cubicBezTo>
                <a:cubicBezTo>
                  <a:pt x="8823" y="0"/>
                  <a:pt x="11362" y="2539"/>
                  <a:pt x="11362" y="5668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598" name="Google Shape;2598;p54"/>
          <p:cNvCxnSpPr/>
          <p:nvPr/>
        </p:nvCxnSpPr>
        <p:spPr>
          <a:xfrm>
            <a:off x="1968150" y="3503161"/>
            <a:ext cx="52083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599" name="Google Shape;2599;p54"/>
          <p:cNvSpPr/>
          <p:nvPr/>
        </p:nvSpPr>
        <p:spPr>
          <a:xfrm>
            <a:off x="7770424" y="4641864"/>
            <a:ext cx="356100" cy="3561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0" name="Google Shape;2600;p54"/>
          <p:cNvSpPr/>
          <p:nvPr/>
        </p:nvSpPr>
        <p:spPr>
          <a:xfrm rot="-5400000">
            <a:off x="7837924" y="4715039"/>
            <a:ext cx="221100" cy="182100"/>
          </a:xfrm>
          <a:prstGeom prst="homePlate">
            <a:avLst>
              <a:gd fmla="val 50000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1" name="Google Shape;2601;p54">
            <a:hlinkClick/>
          </p:cNvPr>
          <p:cNvSpPr/>
          <p:nvPr/>
        </p:nvSpPr>
        <p:spPr>
          <a:xfrm>
            <a:off x="7770424" y="4641864"/>
            <a:ext cx="356100" cy="356100"/>
          </a:xfrm>
          <a:prstGeom prst="ellipse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2" name="Google Shape;2602;p54">
            <a:hlinkClick action="ppaction://hlinkshowjump?jump=previousslide"/>
          </p:cNvPr>
          <p:cNvSpPr/>
          <p:nvPr/>
        </p:nvSpPr>
        <p:spPr>
          <a:xfrm>
            <a:off x="7462717" y="4728472"/>
            <a:ext cx="158147" cy="182899"/>
          </a:xfrm>
          <a:custGeom>
            <a:rect b="b" l="l" r="r" t="t"/>
            <a:pathLst>
              <a:path extrusionOk="0" h="3993" w="3453">
                <a:moveTo>
                  <a:pt x="3453" y="0"/>
                </a:moveTo>
                <a:lnTo>
                  <a:pt x="0" y="2006"/>
                </a:lnTo>
                <a:lnTo>
                  <a:pt x="3453" y="3993"/>
                </a:lnTo>
                <a:lnTo>
                  <a:pt x="3453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3" name="Google Shape;2603;p54">
            <a:hlinkClick action="ppaction://hlinkshowjump?jump=nextslide"/>
          </p:cNvPr>
          <p:cNvSpPr/>
          <p:nvPr/>
        </p:nvSpPr>
        <p:spPr>
          <a:xfrm flipH="1">
            <a:off x="8276954" y="4728472"/>
            <a:ext cx="157277" cy="182899"/>
          </a:xfrm>
          <a:custGeom>
            <a:rect b="b" l="l" r="r" t="t"/>
            <a:pathLst>
              <a:path extrusionOk="0" h="3993" w="3434">
                <a:moveTo>
                  <a:pt x="3434" y="0"/>
                </a:moveTo>
                <a:lnTo>
                  <a:pt x="1" y="2006"/>
                </a:lnTo>
                <a:lnTo>
                  <a:pt x="3434" y="3993"/>
                </a:lnTo>
                <a:lnTo>
                  <a:pt x="3434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mph" presetID="8" presetSubtype="0">
                                  <p:stCondLst>
                                    <p:cond delay="0"/>
                                  </p:stCondLst>
                                  <p:childTnLst>
                                    <p:animRot by="-21600000">
                                      <p:cBhvr>
                                        <p:cTn dur="1000" fill="hold"/>
                                        <p:tgtEl>
                                          <p:spTgt spid="259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259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25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258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25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5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6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6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6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6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07" name="Shape 26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8" name="Google Shape;2608;p55"/>
          <p:cNvSpPr txBox="1"/>
          <p:nvPr>
            <p:ph type="title"/>
          </p:nvPr>
        </p:nvSpPr>
        <p:spPr>
          <a:xfrm>
            <a:off x="715500" y="317475"/>
            <a:ext cx="7713000" cy="4206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Dataset Overview</a:t>
            </a:r>
            <a:endParaRPr/>
          </a:p>
        </p:txBody>
      </p:sp>
      <p:grpSp>
        <p:nvGrpSpPr>
          <p:cNvPr id="2609" name="Google Shape;2609;p55"/>
          <p:cNvGrpSpPr/>
          <p:nvPr/>
        </p:nvGrpSpPr>
        <p:grpSpPr>
          <a:xfrm flipH="1" rot="-5400000">
            <a:off x="428552" y="1037357"/>
            <a:ext cx="289170" cy="284718"/>
            <a:chOff x="426000" y="3302025"/>
            <a:chExt cx="220875" cy="217475"/>
          </a:xfrm>
        </p:grpSpPr>
        <p:sp>
          <p:nvSpPr>
            <p:cNvPr id="2610" name="Google Shape;2610;p55"/>
            <p:cNvSpPr/>
            <p:nvPr/>
          </p:nvSpPr>
          <p:spPr>
            <a:xfrm>
              <a:off x="426000" y="3425950"/>
              <a:ext cx="214125" cy="93550"/>
            </a:xfrm>
            <a:custGeom>
              <a:rect b="b" l="l" r="r" t="t"/>
              <a:pathLst>
                <a:path extrusionOk="0" h="3742" w="8565">
                  <a:moveTo>
                    <a:pt x="1" y="0"/>
                  </a:moveTo>
                  <a:cubicBezTo>
                    <a:pt x="290" y="2141"/>
                    <a:pt x="2122" y="3742"/>
                    <a:pt x="4283" y="3742"/>
                  </a:cubicBezTo>
                  <a:cubicBezTo>
                    <a:pt x="6443" y="3742"/>
                    <a:pt x="8275" y="2141"/>
                    <a:pt x="856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11" name="Google Shape;2611;p55"/>
            <p:cNvSpPr/>
            <p:nvPr/>
          </p:nvSpPr>
          <p:spPr>
            <a:xfrm>
              <a:off x="432750" y="3302025"/>
              <a:ext cx="214125" cy="94050"/>
            </a:xfrm>
            <a:custGeom>
              <a:rect b="b" l="l" r="r" t="t"/>
              <a:pathLst>
                <a:path extrusionOk="0" h="3762" w="8565">
                  <a:moveTo>
                    <a:pt x="1" y="0"/>
                  </a:moveTo>
                  <a:cubicBezTo>
                    <a:pt x="271" y="2141"/>
                    <a:pt x="2103" y="3761"/>
                    <a:pt x="4283" y="3761"/>
                  </a:cubicBezTo>
                  <a:cubicBezTo>
                    <a:pt x="6443" y="3761"/>
                    <a:pt x="8275" y="2141"/>
                    <a:pt x="856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612" name="Google Shape;2612;p55"/>
          <p:cNvSpPr/>
          <p:nvPr/>
        </p:nvSpPr>
        <p:spPr>
          <a:xfrm>
            <a:off x="8150738" y="1117910"/>
            <a:ext cx="555517" cy="554294"/>
          </a:xfrm>
          <a:custGeom>
            <a:rect b="b" l="l" r="r" t="t"/>
            <a:pathLst>
              <a:path extrusionOk="0" h="11337" w="11362">
                <a:moveTo>
                  <a:pt x="11362" y="5668"/>
                </a:moveTo>
                <a:cubicBezTo>
                  <a:pt x="11362" y="8798"/>
                  <a:pt x="8823" y="11337"/>
                  <a:pt x="5669" y="11337"/>
                </a:cubicBezTo>
                <a:cubicBezTo>
                  <a:pt x="2539" y="11337"/>
                  <a:pt x="1" y="8798"/>
                  <a:pt x="1" y="5668"/>
                </a:cubicBezTo>
                <a:cubicBezTo>
                  <a:pt x="1" y="2539"/>
                  <a:pt x="2539" y="0"/>
                  <a:pt x="5669" y="0"/>
                </a:cubicBezTo>
                <a:cubicBezTo>
                  <a:pt x="8823" y="0"/>
                  <a:pt x="11362" y="2539"/>
                  <a:pt x="11362" y="5668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3" name="Google Shape;2613;p55"/>
          <p:cNvSpPr/>
          <p:nvPr/>
        </p:nvSpPr>
        <p:spPr>
          <a:xfrm>
            <a:off x="7770424" y="4641864"/>
            <a:ext cx="356100" cy="3561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4" name="Google Shape;2614;p55"/>
          <p:cNvSpPr/>
          <p:nvPr/>
        </p:nvSpPr>
        <p:spPr>
          <a:xfrm rot="-5400000">
            <a:off x="7837924" y="4715039"/>
            <a:ext cx="221100" cy="182100"/>
          </a:xfrm>
          <a:prstGeom prst="homePlate">
            <a:avLst>
              <a:gd fmla="val 50000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5" name="Google Shape;2615;p55">
            <a:hlinkClick/>
          </p:cNvPr>
          <p:cNvSpPr/>
          <p:nvPr/>
        </p:nvSpPr>
        <p:spPr>
          <a:xfrm>
            <a:off x="7770424" y="4641864"/>
            <a:ext cx="356100" cy="356100"/>
          </a:xfrm>
          <a:prstGeom prst="ellipse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6" name="Google Shape;2616;p55">
            <a:hlinkClick action="ppaction://hlinkshowjump?jump=previousslide"/>
          </p:cNvPr>
          <p:cNvSpPr/>
          <p:nvPr/>
        </p:nvSpPr>
        <p:spPr>
          <a:xfrm>
            <a:off x="7462717" y="4728472"/>
            <a:ext cx="158147" cy="182899"/>
          </a:xfrm>
          <a:custGeom>
            <a:rect b="b" l="l" r="r" t="t"/>
            <a:pathLst>
              <a:path extrusionOk="0" h="3993" w="3453">
                <a:moveTo>
                  <a:pt x="3453" y="0"/>
                </a:moveTo>
                <a:lnTo>
                  <a:pt x="0" y="2006"/>
                </a:lnTo>
                <a:lnTo>
                  <a:pt x="3453" y="3993"/>
                </a:lnTo>
                <a:lnTo>
                  <a:pt x="3453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7" name="Google Shape;2617;p55">
            <a:hlinkClick action="ppaction://hlinkshowjump?jump=nextslide"/>
          </p:cNvPr>
          <p:cNvSpPr/>
          <p:nvPr/>
        </p:nvSpPr>
        <p:spPr>
          <a:xfrm flipH="1">
            <a:off x="8276954" y="4728472"/>
            <a:ext cx="157277" cy="182899"/>
          </a:xfrm>
          <a:custGeom>
            <a:rect b="b" l="l" r="r" t="t"/>
            <a:pathLst>
              <a:path extrusionOk="0" h="3993" w="3434">
                <a:moveTo>
                  <a:pt x="3434" y="0"/>
                </a:moveTo>
                <a:lnTo>
                  <a:pt x="1" y="2006"/>
                </a:lnTo>
                <a:lnTo>
                  <a:pt x="3434" y="3993"/>
                </a:lnTo>
                <a:lnTo>
                  <a:pt x="3434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618" name="Google Shape;2618;p5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98350" y="1716650"/>
            <a:ext cx="6759075" cy="1704076"/>
          </a:xfrm>
          <a:prstGeom prst="rect">
            <a:avLst/>
          </a:prstGeom>
          <a:noFill/>
          <a:ln>
            <a:noFill/>
          </a:ln>
        </p:spPr>
      </p:pic>
      <p:sp>
        <p:nvSpPr>
          <p:cNvPr id="2619" name="Google Shape;2619;p55"/>
          <p:cNvSpPr txBox="1"/>
          <p:nvPr/>
        </p:nvSpPr>
        <p:spPr>
          <a:xfrm>
            <a:off x="1135400" y="878475"/>
            <a:ext cx="3939600" cy="84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chemeClr val="dk2"/>
                </a:solidFill>
                <a:latin typeface="Bai Jamjuree"/>
                <a:ea typeface="Bai Jamjuree"/>
                <a:cs typeface="Bai Jamjuree"/>
                <a:sym typeface="Bai Jamjuree"/>
              </a:rPr>
              <a:t>Image Classes:</a:t>
            </a:r>
            <a:endParaRPr b="1" sz="1700">
              <a:solidFill>
                <a:schemeClr val="dk2"/>
              </a:solidFill>
              <a:latin typeface="Bai Jamjuree"/>
              <a:ea typeface="Bai Jamjuree"/>
              <a:cs typeface="Bai Jamjuree"/>
              <a:sym typeface="Bai Jamjuree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Bai Jamjuree"/>
              <a:buAutoNum type="arabicPeriod"/>
            </a:pPr>
            <a:r>
              <a:rPr lang="en" sz="1300">
                <a:solidFill>
                  <a:schemeClr val="lt1"/>
                </a:solidFill>
                <a:latin typeface="Bai Jamjuree"/>
                <a:ea typeface="Bai Jamjuree"/>
                <a:cs typeface="Bai Jamjuree"/>
                <a:sym typeface="Bai Jamjuree"/>
              </a:rPr>
              <a:t>Defective </a:t>
            </a:r>
            <a:endParaRPr sz="1300">
              <a:solidFill>
                <a:schemeClr val="lt1"/>
              </a:solidFill>
              <a:latin typeface="Bai Jamjuree"/>
              <a:ea typeface="Bai Jamjuree"/>
              <a:cs typeface="Bai Jamjuree"/>
              <a:sym typeface="Bai Jamjuree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Bai Jamjuree"/>
              <a:buAutoNum type="arabicPeriod"/>
            </a:pPr>
            <a:r>
              <a:rPr lang="en" sz="1300">
                <a:solidFill>
                  <a:schemeClr val="lt1"/>
                </a:solidFill>
                <a:latin typeface="Bai Jamjuree"/>
                <a:ea typeface="Bai Jamjuree"/>
                <a:cs typeface="Bai Jamjuree"/>
                <a:sym typeface="Bai Jamjuree"/>
              </a:rPr>
              <a:t>Non Defective </a:t>
            </a:r>
            <a:endParaRPr sz="1300">
              <a:solidFill>
                <a:schemeClr val="lt1"/>
              </a:solidFill>
              <a:latin typeface="Bai Jamjuree"/>
              <a:ea typeface="Bai Jamjuree"/>
              <a:cs typeface="Bai Jamjuree"/>
              <a:sym typeface="Bai Jamjuree"/>
            </a:endParaRPr>
          </a:p>
        </p:txBody>
      </p:sp>
      <p:pic>
        <p:nvPicPr>
          <p:cNvPr id="2620" name="Google Shape;2620;p5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98350" y="3391975"/>
            <a:ext cx="6759069" cy="1704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260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26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26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260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6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6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6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6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6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24" name="Shape 26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5" name="Google Shape;2625;p56"/>
          <p:cNvSpPr txBox="1"/>
          <p:nvPr>
            <p:ph type="title"/>
          </p:nvPr>
        </p:nvSpPr>
        <p:spPr>
          <a:xfrm>
            <a:off x="715500" y="317475"/>
            <a:ext cx="7713000" cy="4206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Dataset Overview</a:t>
            </a:r>
            <a:endParaRPr/>
          </a:p>
        </p:txBody>
      </p:sp>
      <p:grpSp>
        <p:nvGrpSpPr>
          <p:cNvPr id="2626" name="Google Shape;2626;p56"/>
          <p:cNvGrpSpPr/>
          <p:nvPr/>
        </p:nvGrpSpPr>
        <p:grpSpPr>
          <a:xfrm flipH="1" rot="-5400000">
            <a:off x="428552" y="1037357"/>
            <a:ext cx="289170" cy="284718"/>
            <a:chOff x="426000" y="3302025"/>
            <a:chExt cx="220875" cy="217475"/>
          </a:xfrm>
        </p:grpSpPr>
        <p:sp>
          <p:nvSpPr>
            <p:cNvPr id="2627" name="Google Shape;2627;p56"/>
            <p:cNvSpPr/>
            <p:nvPr/>
          </p:nvSpPr>
          <p:spPr>
            <a:xfrm>
              <a:off x="426000" y="3425950"/>
              <a:ext cx="214125" cy="93550"/>
            </a:xfrm>
            <a:custGeom>
              <a:rect b="b" l="l" r="r" t="t"/>
              <a:pathLst>
                <a:path extrusionOk="0" h="3742" w="8565">
                  <a:moveTo>
                    <a:pt x="1" y="0"/>
                  </a:moveTo>
                  <a:cubicBezTo>
                    <a:pt x="290" y="2141"/>
                    <a:pt x="2122" y="3742"/>
                    <a:pt x="4283" y="3742"/>
                  </a:cubicBezTo>
                  <a:cubicBezTo>
                    <a:pt x="6443" y="3742"/>
                    <a:pt x="8275" y="2141"/>
                    <a:pt x="856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28" name="Google Shape;2628;p56"/>
            <p:cNvSpPr/>
            <p:nvPr/>
          </p:nvSpPr>
          <p:spPr>
            <a:xfrm>
              <a:off x="432750" y="3302025"/>
              <a:ext cx="214125" cy="94050"/>
            </a:xfrm>
            <a:custGeom>
              <a:rect b="b" l="l" r="r" t="t"/>
              <a:pathLst>
                <a:path extrusionOk="0" h="3762" w="8565">
                  <a:moveTo>
                    <a:pt x="1" y="0"/>
                  </a:moveTo>
                  <a:cubicBezTo>
                    <a:pt x="271" y="2141"/>
                    <a:pt x="2103" y="3761"/>
                    <a:pt x="4283" y="3761"/>
                  </a:cubicBezTo>
                  <a:cubicBezTo>
                    <a:pt x="6443" y="3761"/>
                    <a:pt x="8275" y="2141"/>
                    <a:pt x="856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629" name="Google Shape;2629;p56"/>
          <p:cNvSpPr/>
          <p:nvPr/>
        </p:nvSpPr>
        <p:spPr>
          <a:xfrm>
            <a:off x="8150738" y="1117910"/>
            <a:ext cx="555517" cy="554294"/>
          </a:xfrm>
          <a:custGeom>
            <a:rect b="b" l="l" r="r" t="t"/>
            <a:pathLst>
              <a:path extrusionOk="0" h="11337" w="11362">
                <a:moveTo>
                  <a:pt x="11362" y="5668"/>
                </a:moveTo>
                <a:cubicBezTo>
                  <a:pt x="11362" y="8798"/>
                  <a:pt x="8823" y="11337"/>
                  <a:pt x="5669" y="11337"/>
                </a:cubicBezTo>
                <a:cubicBezTo>
                  <a:pt x="2539" y="11337"/>
                  <a:pt x="1" y="8798"/>
                  <a:pt x="1" y="5668"/>
                </a:cubicBezTo>
                <a:cubicBezTo>
                  <a:pt x="1" y="2539"/>
                  <a:pt x="2539" y="0"/>
                  <a:pt x="5669" y="0"/>
                </a:cubicBezTo>
                <a:cubicBezTo>
                  <a:pt x="8823" y="0"/>
                  <a:pt x="11362" y="2539"/>
                  <a:pt x="11362" y="5668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0" name="Google Shape;2630;p56"/>
          <p:cNvSpPr/>
          <p:nvPr/>
        </p:nvSpPr>
        <p:spPr>
          <a:xfrm>
            <a:off x="7770424" y="4641864"/>
            <a:ext cx="356100" cy="3561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1" name="Google Shape;2631;p56"/>
          <p:cNvSpPr/>
          <p:nvPr/>
        </p:nvSpPr>
        <p:spPr>
          <a:xfrm rot="-5400000">
            <a:off x="7837924" y="4715039"/>
            <a:ext cx="221100" cy="182100"/>
          </a:xfrm>
          <a:prstGeom prst="homePlate">
            <a:avLst>
              <a:gd fmla="val 50000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2" name="Google Shape;2632;p56">
            <a:hlinkClick/>
          </p:cNvPr>
          <p:cNvSpPr/>
          <p:nvPr/>
        </p:nvSpPr>
        <p:spPr>
          <a:xfrm>
            <a:off x="7770424" y="4641864"/>
            <a:ext cx="356100" cy="356100"/>
          </a:xfrm>
          <a:prstGeom prst="ellipse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3" name="Google Shape;2633;p56">
            <a:hlinkClick action="ppaction://hlinkshowjump?jump=previousslide"/>
          </p:cNvPr>
          <p:cNvSpPr/>
          <p:nvPr/>
        </p:nvSpPr>
        <p:spPr>
          <a:xfrm>
            <a:off x="7462717" y="4728472"/>
            <a:ext cx="158147" cy="182899"/>
          </a:xfrm>
          <a:custGeom>
            <a:rect b="b" l="l" r="r" t="t"/>
            <a:pathLst>
              <a:path extrusionOk="0" h="3993" w="3453">
                <a:moveTo>
                  <a:pt x="3453" y="0"/>
                </a:moveTo>
                <a:lnTo>
                  <a:pt x="0" y="2006"/>
                </a:lnTo>
                <a:lnTo>
                  <a:pt x="3453" y="3993"/>
                </a:lnTo>
                <a:lnTo>
                  <a:pt x="3453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4" name="Google Shape;2634;p56">
            <a:hlinkClick action="ppaction://hlinkshowjump?jump=nextslide"/>
          </p:cNvPr>
          <p:cNvSpPr/>
          <p:nvPr/>
        </p:nvSpPr>
        <p:spPr>
          <a:xfrm flipH="1">
            <a:off x="8276954" y="4728472"/>
            <a:ext cx="157277" cy="182899"/>
          </a:xfrm>
          <a:custGeom>
            <a:rect b="b" l="l" r="r" t="t"/>
            <a:pathLst>
              <a:path extrusionOk="0" h="3993" w="3434">
                <a:moveTo>
                  <a:pt x="3434" y="0"/>
                </a:moveTo>
                <a:lnTo>
                  <a:pt x="1" y="2006"/>
                </a:lnTo>
                <a:lnTo>
                  <a:pt x="3434" y="3993"/>
                </a:lnTo>
                <a:lnTo>
                  <a:pt x="3434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5" name="Google Shape;2635;p56"/>
          <p:cNvSpPr txBox="1"/>
          <p:nvPr/>
        </p:nvSpPr>
        <p:spPr>
          <a:xfrm>
            <a:off x="930225" y="1871350"/>
            <a:ext cx="3939600" cy="170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chemeClr val="dk2"/>
                </a:solidFill>
                <a:latin typeface="Bai Jamjuree"/>
                <a:ea typeface="Bai Jamjuree"/>
                <a:cs typeface="Bai Jamjuree"/>
                <a:sym typeface="Bai Jamjuree"/>
              </a:rPr>
              <a:t>Dataset Balance Check</a:t>
            </a:r>
            <a:endParaRPr b="1" sz="1700">
              <a:solidFill>
                <a:schemeClr val="dk2"/>
              </a:solidFill>
              <a:latin typeface="Bai Jamjuree"/>
              <a:ea typeface="Bai Jamjuree"/>
              <a:cs typeface="Bai Jamjuree"/>
              <a:sym typeface="Bai Jamjure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lt1"/>
                </a:solidFill>
                <a:latin typeface="Bai Jamjuree"/>
                <a:ea typeface="Bai Jamjuree"/>
                <a:cs typeface="Bai Jamjuree"/>
                <a:sym typeface="Bai Jamjuree"/>
              </a:rPr>
              <a:t>After Merging 3 Datasets: </a:t>
            </a:r>
            <a:r>
              <a:rPr b="1" lang="en" sz="1700">
                <a:solidFill>
                  <a:schemeClr val="dk2"/>
                </a:solidFill>
                <a:latin typeface="Bai Jamjuree"/>
                <a:ea typeface="Bai Jamjuree"/>
                <a:cs typeface="Bai Jamjuree"/>
                <a:sym typeface="Bai Jamjuree"/>
              </a:rPr>
              <a:t> </a:t>
            </a:r>
            <a:endParaRPr b="1" sz="1700">
              <a:solidFill>
                <a:schemeClr val="dk2"/>
              </a:solidFill>
              <a:latin typeface="Bai Jamjuree"/>
              <a:ea typeface="Bai Jamjuree"/>
              <a:cs typeface="Bai Jamjuree"/>
              <a:sym typeface="Bai Jamjuree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Bai Jamjuree"/>
              <a:buAutoNum type="arabicPeriod"/>
            </a:pPr>
            <a:r>
              <a:rPr lang="en" sz="1300">
                <a:solidFill>
                  <a:schemeClr val="lt1"/>
                </a:solidFill>
                <a:latin typeface="Bai Jamjuree"/>
                <a:ea typeface="Bai Jamjuree"/>
                <a:cs typeface="Bai Jamjuree"/>
                <a:sym typeface="Bai Jamjuree"/>
              </a:rPr>
              <a:t>Number Defective Images: 1106</a:t>
            </a:r>
            <a:endParaRPr sz="1300">
              <a:solidFill>
                <a:schemeClr val="lt1"/>
              </a:solidFill>
              <a:latin typeface="Bai Jamjuree"/>
              <a:ea typeface="Bai Jamjuree"/>
              <a:cs typeface="Bai Jamjuree"/>
              <a:sym typeface="Bai Jamjuree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Bai Jamjuree"/>
              <a:buAutoNum type="arabicPeriod"/>
            </a:pPr>
            <a:r>
              <a:rPr lang="en" sz="1300">
                <a:solidFill>
                  <a:schemeClr val="lt1"/>
                </a:solidFill>
                <a:latin typeface="Bai Jamjuree"/>
                <a:ea typeface="Bai Jamjuree"/>
                <a:cs typeface="Bai Jamjuree"/>
                <a:sym typeface="Bai Jamjuree"/>
              </a:rPr>
              <a:t>Number Non Defective Images: 1072</a:t>
            </a:r>
            <a:endParaRPr sz="1300">
              <a:solidFill>
                <a:schemeClr val="lt1"/>
              </a:solidFill>
              <a:latin typeface="Bai Jamjuree"/>
              <a:ea typeface="Bai Jamjuree"/>
              <a:cs typeface="Bai Jamjuree"/>
              <a:sym typeface="Bai Jamjuree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Bai Jamjuree"/>
              <a:buAutoNum type="arabicPeriod"/>
            </a:pPr>
            <a:r>
              <a:rPr lang="en" sz="1300">
                <a:solidFill>
                  <a:schemeClr val="lt1"/>
                </a:solidFill>
                <a:latin typeface="Bai Jamjuree"/>
                <a:ea typeface="Bai Jamjuree"/>
                <a:cs typeface="Bai Jamjuree"/>
                <a:sym typeface="Bai Jamjuree"/>
              </a:rPr>
              <a:t>Total Images: 2178 </a:t>
            </a:r>
            <a:endParaRPr sz="1300">
              <a:solidFill>
                <a:schemeClr val="lt1"/>
              </a:solidFill>
              <a:latin typeface="Bai Jamjuree"/>
              <a:ea typeface="Bai Jamjuree"/>
              <a:cs typeface="Bai Jamjuree"/>
              <a:sym typeface="Bai Jamjure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lt1"/>
              </a:solidFill>
              <a:latin typeface="Bai Jamjuree"/>
              <a:ea typeface="Bai Jamjuree"/>
              <a:cs typeface="Bai Jamjuree"/>
              <a:sym typeface="Bai Jamjure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lt1"/>
                </a:solidFill>
                <a:latin typeface="Bai Jamjuree"/>
                <a:ea typeface="Bai Jamjuree"/>
                <a:cs typeface="Bai Jamjuree"/>
                <a:sym typeface="Bai Jamjuree"/>
              </a:rPr>
              <a:t>Imbalance Ratio: </a:t>
            </a:r>
            <a:r>
              <a:rPr b="1" lang="en" sz="1300">
                <a:solidFill>
                  <a:schemeClr val="lt1"/>
                </a:solidFill>
                <a:latin typeface="Bai Jamjuree"/>
                <a:ea typeface="Bai Jamjuree"/>
                <a:cs typeface="Bai Jamjuree"/>
                <a:sym typeface="Bai Jamjuree"/>
              </a:rPr>
              <a:t>1.03 : 1</a:t>
            </a:r>
            <a:endParaRPr b="1" sz="1300">
              <a:solidFill>
                <a:schemeClr val="lt1"/>
              </a:solidFill>
              <a:latin typeface="Bai Jamjuree"/>
              <a:ea typeface="Bai Jamjuree"/>
              <a:cs typeface="Bai Jamjuree"/>
              <a:sym typeface="Bai Jamjuree"/>
            </a:endParaRPr>
          </a:p>
        </p:txBody>
      </p:sp>
      <p:pic>
        <p:nvPicPr>
          <p:cNvPr id="2636" name="Google Shape;2636;p5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85050" y="1117900"/>
            <a:ext cx="3849176" cy="3367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26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26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26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26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6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6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6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6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6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40" name="Shape 26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1" name="Google Shape;2641;p57"/>
          <p:cNvSpPr/>
          <p:nvPr/>
        </p:nvSpPr>
        <p:spPr>
          <a:xfrm>
            <a:off x="1843073" y="3062830"/>
            <a:ext cx="555517" cy="554294"/>
          </a:xfrm>
          <a:custGeom>
            <a:rect b="b" l="l" r="r" t="t"/>
            <a:pathLst>
              <a:path extrusionOk="0" h="11337" w="11362">
                <a:moveTo>
                  <a:pt x="11362" y="5668"/>
                </a:moveTo>
                <a:cubicBezTo>
                  <a:pt x="11362" y="8798"/>
                  <a:pt x="8823" y="11337"/>
                  <a:pt x="5669" y="11337"/>
                </a:cubicBezTo>
                <a:cubicBezTo>
                  <a:pt x="2539" y="11337"/>
                  <a:pt x="1" y="8798"/>
                  <a:pt x="1" y="5668"/>
                </a:cubicBezTo>
                <a:cubicBezTo>
                  <a:pt x="1" y="2539"/>
                  <a:pt x="2539" y="0"/>
                  <a:pt x="5669" y="0"/>
                </a:cubicBezTo>
                <a:cubicBezTo>
                  <a:pt x="8823" y="0"/>
                  <a:pt x="11362" y="2539"/>
                  <a:pt x="11362" y="5668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42" name="Google Shape;2642;p57"/>
          <p:cNvSpPr/>
          <p:nvPr/>
        </p:nvSpPr>
        <p:spPr>
          <a:xfrm>
            <a:off x="1843073" y="2168015"/>
            <a:ext cx="555517" cy="554294"/>
          </a:xfrm>
          <a:custGeom>
            <a:rect b="b" l="l" r="r" t="t"/>
            <a:pathLst>
              <a:path extrusionOk="0" h="11337" w="11362">
                <a:moveTo>
                  <a:pt x="11362" y="5668"/>
                </a:moveTo>
                <a:cubicBezTo>
                  <a:pt x="11362" y="8798"/>
                  <a:pt x="8823" y="11337"/>
                  <a:pt x="5669" y="11337"/>
                </a:cubicBezTo>
                <a:cubicBezTo>
                  <a:pt x="2539" y="11337"/>
                  <a:pt x="1" y="8798"/>
                  <a:pt x="1" y="5668"/>
                </a:cubicBezTo>
                <a:cubicBezTo>
                  <a:pt x="1" y="2539"/>
                  <a:pt x="2539" y="0"/>
                  <a:pt x="5669" y="0"/>
                </a:cubicBezTo>
                <a:cubicBezTo>
                  <a:pt x="8823" y="0"/>
                  <a:pt x="11362" y="2539"/>
                  <a:pt x="11362" y="5668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43" name="Google Shape;2643;p57"/>
          <p:cNvSpPr/>
          <p:nvPr/>
        </p:nvSpPr>
        <p:spPr>
          <a:xfrm>
            <a:off x="1843073" y="3957644"/>
            <a:ext cx="555517" cy="554294"/>
          </a:xfrm>
          <a:custGeom>
            <a:rect b="b" l="l" r="r" t="t"/>
            <a:pathLst>
              <a:path extrusionOk="0" h="11337" w="11362">
                <a:moveTo>
                  <a:pt x="11362" y="5668"/>
                </a:moveTo>
                <a:cubicBezTo>
                  <a:pt x="11362" y="8798"/>
                  <a:pt x="8823" y="11337"/>
                  <a:pt x="5669" y="11337"/>
                </a:cubicBezTo>
                <a:cubicBezTo>
                  <a:pt x="2539" y="11337"/>
                  <a:pt x="1" y="8798"/>
                  <a:pt x="1" y="5668"/>
                </a:cubicBezTo>
                <a:cubicBezTo>
                  <a:pt x="1" y="2539"/>
                  <a:pt x="2539" y="0"/>
                  <a:pt x="5669" y="0"/>
                </a:cubicBezTo>
                <a:cubicBezTo>
                  <a:pt x="8823" y="0"/>
                  <a:pt x="11362" y="2539"/>
                  <a:pt x="11362" y="5668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44" name="Google Shape;2644;p57"/>
          <p:cNvSpPr/>
          <p:nvPr/>
        </p:nvSpPr>
        <p:spPr>
          <a:xfrm>
            <a:off x="1843073" y="1273201"/>
            <a:ext cx="555517" cy="554294"/>
          </a:xfrm>
          <a:custGeom>
            <a:rect b="b" l="l" r="r" t="t"/>
            <a:pathLst>
              <a:path extrusionOk="0" h="11337" w="11362">
                <a:moveTo>
                  <a:pt x="11362" y="5668"/>
                </a:moveTo>
                <a:cubicBezTo>
                  <a:pt x="11362" y="8798"/>
                  <a:pt x="8823" y="11337"/>
                  <a:pt x="5669" y="11337"/>
                </a:cubicBezTo>
                <a:cubicBezTo>
                  <a:pt x="2539" y="11337"/>
                  <a:pt x="1" y="8798"/>
                  <a:pt x="1" y="5668"/>
                </a:cubicBezTo>
                <a:cubicBezTo>
                  <a:pt x="1" y="2539"/>
                  <a:pt x="2539" y="0"/>
                  <a:pt x="5669" y="0"/>
                </a:cubicBezTo>
                <a:cubicBezTo>
                  <a:pt x="8823" y="0"/>
                  <a:pt x="11362" y="2539"/>
                  <a:pt x="11362" y="5668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45" name="Google Shape;2645;p57"/>
          <p:cNvSpPr txBox="1"/>
          <p:nvPr>
            <p:ph idx="17" type="title"/>
          </p:nvPr>
        </p:nvSpPr>
        <p:spPr>
          <a:xfrm>
            <a:off x="715500" y="435875"/>
            <a:ext cx="7713000" cy="4206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Dataset Overview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46" name="Google Shape;2646;p57"/>
          <p:cNvSpPr txBox="1"/>
          <p:nvPr>
            <p:ph type="title"/>
          </p:nvPr>
        </p:nvSpPr>
        <p:spPr>
          <a:xfrm>
            <a:off x="1709981" y="1194994"/>
            <a:ext cx="821700" cy="554400"/>
          </a:xfrm>
          <a:prstGeom prst="rect">
            <a:avLst/>
          </a:prstGeom>
        </p:spPr>
        <p:txBody>
          <a:bodyPr anchorCtr="0" anchor="t" bIns="91425" lIns="91425" spcFirstLastPara="1" rIns="91425" wrap="square" tIns="1828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01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2647" name="Google Shape;2647;p57"/>
          <p:cNvSpPr txBox="1"/>
          <p:nvPr>
            <p:ph idx="1" type="subTitle"/>
          </p:nvPr>
        </p:nvSpPr>
        <p:spPr>
          <a:xfrm>
            <a:off x="2531705" y="1168325"/>
            <a:ext cx="3987900" cy="3546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2000"/>
              <a:t>No Duplicate Images Found</a:t>
            </a:r>
            <a:endParaRPr sz="2000"/>
          </a:p>
        </p:txBody>
      </p:sp>
      <p:sp>
        <p:nvSpPr>
          <p:cNvPr id="2648" name="Google Shape;2648;p57"/>
          <p:cNvSpPr txBox="1"/>
          <p:nvPr>
            <p:ph idx="2" type="subTitle"/>
          </p:nvPr>
        </p:nvSpPr>
        <p:spPr>
          <a:xfrm>
            <a:off x="2531700" y="1522925"/>
            <a:ext cx="4266900" cy="2514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/>
              <a:t>All images in the dataset are unique, ensuring model training won’t be biased by repeated samples.</a:t>
            </a:r>
            <a:endParaRPr sz="1200"/>
          </a:p>
        </p:txBody>
      </p:sp>
      <p:sp>
        <p:nvSpPr>
          <p:cNvPr id="2649" name="Google Shape;2649;p57"/>
          <p:cNvSpPr txBox="1"/>
          <p:nvPr>
            <p:ph idx="3" type="title"/>
          </p:nvPr>
        </p:nvSpPr>
        <p:spPr>
          <a:xfrm>
            <a:off x="1709981" y="2089809"/>
            <a:ext cx="821700" cy="554400"/>
          </a:xfrm>
          <a:prstGeom prst="rect">
            <a:avLst/>
          </a:prstGeom>
        </p:spPr>
        <p:txBody>
          <a:bodyPr anchorCtr="0" anchor="t" bIns="91425" lIns="91425" spcFirstLastPara="1" rIns="91425" wrap="square" tIns="1828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02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2650" name="Google Shape;2650;p57"/>
          <p:cNvSpPr txBox="1"/>
          <p:nvPr>
            <p:ph idx="4" type="subTitle"/>
          </p:nvPr>
        </p:nvSpPr>
        <p:spPr>
          <a:xfrm>
            <a:off x="2531705" y="2139342"/>
            <a:ext cx="3987900" cy="3546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2000"/>
              <a:t>No Corrupt Images Found</a:t>
            </a:r>
            <a:endParaRPr sz="2000"/>
          </a:p>
        </p:txBody>
      </p:sp>
      <p:sp>
        <p:nvSpPr>
          <p:cNvPr id="2651" name="Google Shape;2651;p57"/>
          <p:cNvSpPr txBox="1"/>
          <p:nvPr>
            <p:ph idx="5" type="subTitle"/>
          </p:nvPr>
        </p:nvSpPr>
        <p:spPr>
          <a:xfrm>
            <a:off x="2531688" y="2493949"/>
            <a:ext cx="3987900" cy="2514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/>
              <a:t>A</a:t>
            </a:r>
            <a:r>
              <a:rPr lang="en" sz="1200"/>
              <a:t>ll files are readable and properly formatted</a:t>
            </a:r>
            <a:endParaRPr sz="1200"/>
          </a:p>
        </p:txBody>
      </p:sp>
      <p:sp>
        <p:nvSpPr>
          <p:cNvPr id="2652" name="Google Shape;2652;p57"/>
          <p:cNvSpPr txBox="1"/>
          <p:nvPr>
            <p:ph idx="6" type="title"/>
          </p:nvPr>
        </p:nvSpPr>
        <p:spPr>
          <a:xfrm>
            <a:off x="1709981" y="2984623"/>
            <a:ext cx="821700" cy="554400"/>
          </a:xfrm>
          <a:prstGeom prst="rect">
            <a:avLst/>
          </a:prstGeom>
        </p:spPr>
        <p:txBody>
          <a:bodyPr anchorCtr="0" anchor="t" bIns="91425" lIns="91425" spcFirstLastPara="1" rIns="91425" wrap="square" tIns="1828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03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2653" name="Google Shape;2653;p57"/>
          <p:cNvSpPr txBox="1"/>
          <p:nvPr>
            <p:ph idx="7" type="subTitle"/>
          </p:nvPr>
        </p:nvSpPr>
        <p:spPr>
          <a:xfrm>
            <a:off x="2531705" y="3034159"/>
            <a:ext cx="3987900" cy="3546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2000"/>
              <a:t>No Unusual Images Detected</a:t>
            </a:r>
            <a:endParaRPr sz="2000"/>
          </a:p>
        </p:txBody>
      </p:sp>
      <p:sp>
        <p:nvSpPr>
          <p:cNvPr id="2654" name="Google Shape;2654;p57"/>
          <p:cNvSpPr txBox="1"/>
          <p:nvPr>
            <p:ph idx="8" type="subTitle"/>
          </p:nvPr>
        </p:nvSpPr>
        <p:spPr>
          <a:xfrm>
            <a:off x="2531702" y="3388775"/>
            <a:ext cx="4670700" cy="2514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/>
              <a:t>No images are excessively dark, bright, or low contrast</a:t>
            </a:r>
            <a:endParaRPr sz="1200"/>
          </a:p>
        </p:txBody>
      </p:sp>
      <p:sp>
        <p:nvSpPr>
          <p:cNvPr id="2655" name="Google Shape;2655;p57"/>
          <p:cNvSpPr txBox="1"/>
          <p:nvPr>
            <p:ph idx="9" type="title"/>
          </p:nvPr>
        </p:nvSpPr>
        <p:spPr>
          <a:xfrm>
            <a:off x="1709981" y="3879438"/>
            <a:ext cx="821700" cy="554400"/>
          </a:xfrm>
          <a:prstGeom prst="rect">
            <a:avLst/>
          </a:prstGeom>
        </p:spPr>
        <p:txBody>
          <a:bodyPr anchorCtr="0" anchor="t" bIns="91425" lIns="91425" spcFirstLastPara="1" rIns="91425" wrap="square" tIns="1828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04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2656" name="Google Shape;2656;p57"/>
          <p:cNvSpPr txBox="1"/>
          <p:nvPr>
            <p:ph idx="13" type="subTitle"/>
          </p:nvPr>
        </p:nvSpPr>
        <p:spPr>
          <a:xfrm>
            <a:off x="2531705" y="3928977"/>
            <a:ext cx="3987900" cy="3546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2000"/>
              <a:t>Pixel Value Range: 0 to 255</a:t>
            </a:r>
            <a:endParaRPr sz="2000"/>
          </a:p>
        </p:txBody>
      </p:sp>
      <p:sp>
        <p:nvSpPr>
          <p:cNvPr id="2657" name="Google Shape;2657;p57"/>
          <p:cNvSpPr txBox="1"/>
          <p:nvPr>
            <p:ph idx="14" type="subTitle"/>
          </p:nvPr>
        </p:nvSpPr>
        <p:spPr>
          <a:xfrm>
            <a:off x="2531700" y="4283575"/>
            <a:ext cx="4588500" cy="2514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/>
              <a:t>Pixel values appear to be in STANDARD RGB format</a:t>
            </a:r>
            <a:endParaRPr sz="1200"/>
          </a:p>
        </p:txBody>
      </p:sp>
      <p:grpSp>
        <p:nvGrpSpPr>
          <p:cNvPr id="2658" name="Google Shape;2658;p57"/>
          <p:cNvGrpSpPr/>
          <p:nvPr/>
        </p:nvGrpSpPr>
        <p:grpSpPr>
          <a:xfrm>
            <a:off x="7635233" y="3899371"/>
            <a:ext cx="793256" cy="182899"/>
            <a:chOff x="2685575" y="2835950"/>
            <a:chExt cx="433000" cy="99825"/>
          </a:xfrm>
        </p:grpSpPr>
        <p:sp>
          <p:nvSpPr>
            <p:cNvPr id="2659" name="Google Shape;2659;p57"/>
            <p:cNvSpPr/>
            <p:nvPr/>
          </p:nvSpPr>
          <p:spPr>
            <a:xfrm>
              <a:off x="3032250" y="2835950"/>
              <a:ext cx="86325" cy="99825"/>
            </a:xfrm>
            <a:custGeom>
              <a:rect b="b" l="l" r="r" t="t"/>
              <a:pathLst>
                <a:path extrusionOk="0" h="3993" w="3453">
                  <a:moveTo>
                    <a:pt x="3453" y="0"/>
                  </a:moveTo>
                  <a:lnTo>
                    <a:pt x="0" y="2006"/>
                  </a:lnTo>
                  <a:lnTo>
                    <a:pt x="3453" y="3993"/>
                  </a:lnTo>
                  <a:lnTo>
                    <a:pt x="3453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60" name="Google Shape;2660;p57"/>
            <p:cNvSpPr/>
            <p:nvPr/>
          </p:nvSpPr>
          <p:spPr>
            <a:xfrm>
              <a:off x="2917000" y="2835950"/>
              <a:ext cx="85850" cy="99825"/>
            </a:xfrm>
            <a:custGeom>
              <a:rect b="b" l="l" r="r" t="t"/>
              <a:pathLst>
                <a:path extrusionOk="0" h="3993" w="3434">
                  <a:moveTo>
                    <a:pt x="3434" y="0"/>
                  </a:moveTo>
                  <a:lnTo>
                    <a:pt x="1" y="2006"/>
                  </a:lnTo>
                  <a:lnTo>
                    <a:pt x="3434" y="3993"/>
                  </a:lnTo>
                  <a:lnTo>
                    <a:pt x="3434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61" name="Google Shape;2661;p57"/>
            <p:cNvSpPr/>
            <p:nvPr/>
          </p:nvSpPr>
          <p:spPr>
            <a:xfrm>
              <a:off x="2801300" y="2835950"/>
              <a:ext cx="86325" cy="99825"/>
            </a:xfrm>
            <a:custGeom>
              <a:rect b="b" l="l" r="r" t="t"/>
              <a:pathLst>
                <a:path extrusionOk="0" h="3993" w="3453">
                  <a:moveTo>
                    <a:pt x="3452" y="0"/>
                  </a:moveTo>
                  <a:lnTo>
                    <a:pt x="0" y="2006"/>
                  </a:lnTo>
                  <a:lnTo>
                    <a:pt x="3452" y="3993"/>
                  </a:lnTo>
                  <a:lnTo>
                    <a:pt x="3452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62" name="Google Shape;2662;p57"/>
            <p:cNvSpPr/>
            <p:nvPr/>
          </p:nvSpPr>
          <p:spPr>
            <a:xfrm>
              <a:off x="2685575" y="2835950"/>
              <a:ext cx="86325" cy="99825"/>
            </a:xfrm>
            <a:custGeom>
              <a:rect b="b" l="l" r="r" t="t"/>
              <a:pathLst>
                <a:path extrusionOk="0" h="3993" w="3453">
                  <a:moveTo>
                    <a:pt x="3453" y="0"/>
                  </a:moveTo>
                  <a:lnTo>
                    <a:pt x="0" y="2006"/>
                  </a:lnTo>
                  <a:lnTo>
                    <a:pt x="3453" y="3993"/>
                  </a:lnTo>
                  <a:lnTo>
                    <a:pt x="3453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663" name="Google Shape;2663;p57"/>
          <p:cNvSpPr/>
          <p:nvPr/>
        </p:nvSpPr>
        <p:spPr>
          <a:xfrm>
            <a:off x="7619147" y="1918450"/>
            <a:ext cx="825452" cy="1673688"/>
          </a:xfrm>
          <a:custGeom>
            <a:rect b="b" l="l" r="r" t="t"/>
            <a:pathLst>
              <a:path extrusionOk="0" fill="none" h="34232" w="16883">
                <a:moveTo>
                  <a:pt x="16882" y="34232"/>
                </a:moveTo>
                <a:cubicBezTo>
                  <a:pt x="7517" y="34109"/>
                  <a:pt x="1" y="26494"/>
                  <a:pt x="1" y="17129"/>
                </a:cubicBezTo>
                <a:cubicBezTo>
                  <a:pt x="1" y="7764"/>
                  <a:pt x="7517" y="124"/>
                  <a:pt x="16882" y="1"/>
                </a:cubicBezTo>
              </a:path>
            </a:pathLst>
          </a:custGeom>
          <a:noFill/>
          <a:ln cap="flat" cmpd="sng" w="85025">
            <a:solidFill>
              <a:schemeClr val="lt1"/>
            </a:solidFill>
            <a:prstDash val="solid"/>
            <a:miter lim="24644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4" name="Google Shape;2664;p57"/>
          <p:cNvSpPr/>
          <p:nvPr/>
        </p:nvSpPr>
        <p:spPr>
          <a:xfrm>
            <a:off x="1187375" y="2571760"/>
            <a:ext cx="555517" cy="554294"/>
          </a:xfrm>
          <a:custGeom>
            <a:rect b="b" l="l" r="r" t="t"/>
            <a:pathLst>
              <a:path extrusionOk="0" h="11337" w="11362">
                <a:moveTo>
                  <a:pt x="11362" y="5668"/>
                </a:moveTo>
                <a:cubicBezTo>
                  <a:pt x="11362" y="8798"/>
                  <a:pt x="8823" y="11337"/>
                  <a:pt x="5669" y="11337"/>
                </a:cubicBezTo>
                <a:cubicBezTo>
                  <a:pt x="2539" y="11337"/>
                  <a:pt x="1" y="8798"/>
                  <a:pt x="1" y="5668"/>
                </a:cubicBezTo>
                <a:cubicBezTo>
                  <a:pt x="1" y="2539"/>
                  <a:pt x="2539" y="0"/>
                  <a:pt x="5669" y="0"/>
                </a:cubicBezTo>
                <a:cubicBezTo>
                  <a:pt x="8823" y="0"/>
                  <a:pt x="11362" y="2539"/>
                  <a:pt x="11362" y="5668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665" name="Google Shape;2665;p5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79427" y="-1358450"/>
            <a:ext cx="2527512" cy="2681250"/>
          </a:xfrm>
          <a:prstGeom prst="rect">
            <a:avLst/>
          </a:prstGeom>
          <a:noFill/>
          <a:ln>
            <a:noFill/>
          </a:ln>
        </p:spPr>
      </p:pic>
      <p:sp>
        <p:nvSpPr>
          <p:cNvPr id="2666" name="Google Shape;2666;p57"/>
          <p:cNvSpPr/>
          <p:nvPr/>
        </p:nvSpPr>
        <p:spPr>
          <a:xfrm>
            <a:off x="7770424" y="4641864"/>
            <a:ext cx="356100" cy="3561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7" name="Google Shape;2667;p57"/>
          <p:cNvSpPr/>
          <p:nvPr/>
        </p:nvSpPr>
        <p:spPr>
          <a:xfrm rot="-5400000">
            <a:off x="7837924" y="4715039"/>
            <a:ext cx="221100" cy="182100"/>
          </a:xfrm>
          <a:prstGeom prst="homePlate">
            <a:avLst>
              <a:gd fmla="val 50000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8" name="Google Shape;2668;p57">
            <a:hlinkClick/>
          </p:cNvPr>
          <p:cNvSpPr/>
          <p:nvPr/>
        </p:nvSpPr>
        <p:spPr>
          <a:xfrm>
            <a:off x="7770424" y="4641864"/>
            <a:ext cx="356100" cy="356100"/>
          </a:xfrm>
          <a:prstGeom prst="ellipse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9" name="Google Shape;2669;p57">
            <a:hlinkClick action="ppaction://hlinkshowjump?jump=previousslide"/>
          </p:cNvPr>
          <p:cNvSpPr/>
          <p:nvPr/>
        </p:nvSpPr>
        <p:spPr>
          <a:xfrm>
            <a:off x="7462717" y="4728472"/>
            <a:ext cx="158147" cy="182899"/>
          </a:xfrm>
          <a:custGeom>
            <a:rect b="b" l="l" r="r" t="t"/>
            <a:pathLst>
              <a:path extrusionOk="0" h="3993" w="3453">
                <a:moveTo>
                  <a:pt x="3453" y="0"/>
                </a:moveTo>
                <a:lnTo>
                  <a:pt x="0" y="2006"/>
                </a:lnTo>
                <a:lnTo>
                  <a:pt x="3453" y="3993"/>
                </a:lnTo>
                <a:lnTo>
                  <a:pt x="3453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70" name="Google Shape;2670;p57">
            <a:hlinkClick action="ppaction://hlinkshowjump?jump=nextslide"/>
          </p:cNvPr>
          <p:cNvSpPr/>
          <p:nvPr/>
        </p:nvSpPr>
        <p:spPr>
          <a:xfrm flipH="1">
            <a:off x="8276954" y="4728472"/>
            <a:ext cx="157277" cy="182899"/>
          </a:xfrm>
          <a:custGeom>
            <a:rect b="b" l="l" r="r" t="t"/>
            <a:pathLst>
              <a:path extrusionOk="0" h="3993" w="3434">
                <a:moveTo>
                  <a:pt x="3434" y="0"/>
                </a:moveTo>
                <a:lnTo>
                  <a:pt x="1" y="2006"/>
                </a:lnTo>
                <a:lnTo>
                  <a:pt x="3434" y="3993"/>
                </a:lnTo>
                <a:lnTo>
                  <a:pt x="3434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6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6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6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6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6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6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6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6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6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6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6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6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26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26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26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264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264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264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264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264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264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6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6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6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6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6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74" name="Shape 26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75" name="Google Shape;2675;p58"/>
          <p:cNvGrpSpPr/>
          <p:nvPr/>
        </p:nvGrpSpPr>
        <p:grpSpPr>
          <a:xfrm>
            <a:off x="-722389" y="2333274"/>
            <a:ext cx="1039906" cy="679800"/>
            <a:chOff x="4082325" y="3790650"/>
            <a:chExt cx="1039906" cy="679800"/>
          </a:xfrm>
        </p:grpSpPr>
        <p:sp>
          <p:nvSpPr>
            <p:cNvPr id="2676" name="Google Shape;2676;p58"/>
            <p:cNvSpPr/>
            <p:nvPr/>
          </p:nvSpPr>
          <p:spPr>
            <a:xfrm>
              <a:off x="4082325" y="3790650"/>
              <a:ext cx="1039906" cy="94858"/>
            </a:xfrm>
            <a:custGeom>
              <a:rect b="b" l="l" r="r" t="t"/>
              <a:pathLst>
                <a:path extrusionOk="0" fill="none" h="1448" w="15874">
                  <a:moveTo>
                    <a:pt x="1" y="1"/>
                  </a:moveTo>
                  <a:cubicBezTo>
                    <a:pt x="1138" y="1"/>
                    <a:pt x="1138" y="1447"/>
                    <a:pt x="2276" y="1447"/>
                  </a:cubicBezTo>
                  <a:cubicBezTo>
                    <a:pt x="3395" y="1447"/>
                    <a:pt x="3395" y="1"/>
                    <a:pt x="4533" y="1"/>
                  </a:cubicBezTo>
                  <a:cubicBezTo>
                    <a:pt x="5671" y="1"/>
                    <a:pt x="5671" y="1447"/>
                    <a:pt x="6809" y="1447"/>
                  </a:cubicBezTo>
                  <a:cubicBezTo>
                    <a:pt x="7947" y="1447"/>
                    <a:pt x="7947" y="1"/>
                    <a:pt x="9065" y="1"/>
                  </a:cubicBezTo>
                  <a:cubicBezTo>
                    <a:pt x="10203" y="1"/>
                    <a:pt x="10203" y="1447"/>
                    <a:pt x="11341" y="1447"/>
                  </a:cubicBezTo>
                  <a:cubicBezTo>
                    <a:pt x="12479" y="1447"/>
                    <a:pt x="12479" y="1"/>
                    <a:pt x="13617" y="1"/>
                  </a:cubicBezTo>
                  <a:cubicBezTo>
                    <a:pt x="14736" y="1"/>
                    <a:pt x="14736" y="1447"/>
                    <a:pt x="15873" y="1447"/>
                  </a:cubicBezTo>
                </a:path>
              </a:pathLst>
            </a:custGeom>
            <a:solidFill>
              <a:schemeClr val="lt1"/>
            </a:solidFill>
            <a:ln cap="flat" cmpd="sng" w="12050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77" name="Google Shape;2677;p58"/>
            <p:cNvSpPr/>
            <p:nvPr/>
          </p:nvSpPr>
          <p:spPr>
            <a:xfrm>
              <a:off x="4082325" y="4083808"/>
              <a:ext cx="1039906" cy="94793"/>
            </a:xfrm>
            <a:custGeom>
              <a:rect b="b" l="l" r="r" t="t"/>
              <a:pathLst>
                <a:path extrusionOk="0" fill="none" h="1447" w="15874">
                  <a:moveTo>
                    <a:pt x="1" y="0"/>
                  </a:moveTo>
                  <a:cubicBezTo>
                    <a:pt x="1138" y="0"/>
                    <a:pt x="1138" y="1447"/>
                    <a:pt x="2276" y="1447"/>
                  </a:cubicBezTo>
                  <a:cubicBezTo>
                    <a:pt x="3395" y="1447"/>
                    <a:pt x="3395" y="0"/>
                    <a:pt x="4533" y="0"/>
                  </a:cubicBezTo>
                  <a:cubicBezTo>
                    <a:pt x="5671" y="0"/>
                    <a:pt x="5671" y="1447"/>
                    <a:pt x="6809" y="1447"/>
                  </a:cubicBezTo>
                  <a:cubicBezTo>
                    <a:pt x="7947" y="1447"/>
                    <a:pt x="7947" y="0"/>
                    <a:pt x="9065" y="0"/>
                  </a:cubicBezTo>
                  <a:cubicBezTo>
                    <a:pt x="10203" y="0"/>
                    <a:pt x="10203" y="1447"/>
                    <a:pt x="11341" y="1447"/>
                  </a:cubicBezTo>
                  <a:cubicBezTo>
                    <a:pt x="12479" y="1447"/>
                    <a:pt x="12479" y="0"/>
                    <a:pt x="13617" y="0"/>
                  </a:cubicBezTo>
                  <a:cubicBezTo>
                    <a:pt x="14736" y="0"/>
                    <a:pt x="14736" y="1447"/>
                    <a:pt x="15873" y="1447"/>
                  </a:cubicBezTo>
                </a:path>
              </a:pathLst>
            </a:custGeom>
            <a:solidFill>
              <a:schemeClr val="lt1"/>
            </a:solidFill>
            <a:ln cap="flat" cmpd="sng" w="12050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78" name="Google Shape;2678;p58"/>
            <p:cNvSpPr/>
            <p:nvPr/>
          </p:nvSpPr>
          <p:spPr>
            <a:xfrm>
              <a:off x="4082325" y="4375657"/>
              <a:ext cx="1039906" cy="94793"/>
            </a:xfrm>
            <a:custGeom>
              <a:rect b="b" l="l" r="r" t="t"/>
              <a:pathLst>
                <a:path extrusionOk="0" fill="none" h="1447" w="15874">
                  <a:moveTo>
                    <a:pt x="1" y="0"/>
                  </a:moveTo>
                  <a:cubicBezTo>
                    <a:pt x="1138" y="0"/>
                    <a:pt x="1138" y="1447"/>
                    <a:pt x="2276" y="1447"/>
                  </a:cubicBezTo>
                  <a:cubicBezTo>
                    <a:pt x="3395" y="1447"/>
                    <a:pt x="3395" y="0"/>
                    <a:pt x="4533" y="0"/>
                  </a:cubicBezTo>
                  <a:cubicBezTo>
                    <a:pt x="5671" y="0"/>
                    <a:pt x="5671" y="1447"/>
                    <a:pt x="6809" y="1447"/>
                  </a:cubicBezTo>
                  <a:cubicBezTo>
                    <a:pt x="7947" y="1447"/>
                    <a:pt x="7947" y="0"/>
                    <a:pt x="9065" y="0"/>
                  </a:cubicBezTo>
                  <a:cubicBezTo>
                    <a:pt x="10203" y="0"/>
                    <a:pt x="10203" y="1447"/>
                    <a:pt x="11341" y="1447"/>
                  </a:cubicBezTo>
                  <a:cubicBezTo>
                    <a:pt x="12479" y="1447"/>
                    <a:pt x="12479" y="0"/>
                    <a:pt x="13617" y="0"/>
                  </a:cubicBezTo>
                  <a:cubicBezTo>
                    <a:pt x="14736" y="0"/>
                    <a:pt x="14736" y="1447"/>
                    <a:pt x="15873" y="1447"/>
                  </a:cubicBezTo>
                </a:path>
              </a:pathLst>
            </a:custGeom>
            <a:solidFill>
              <a:schemeClr val="lt1"/>
            </a:solidFill>
            <a:ln cap="flat" cmpd="sng" w="12050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679" name="Google Shape;2679;p58"/>
          <p:cNvGrpSpPr/>
          <p:nvPr/>
        </p:nvGrpSpPr>
        <p:grpSpPr>
          <a:xfrm flipH="1" rot="10800000">
            <a:off x="7462721" y="680494"/>
            <a:ext cx="793256" cy="182899"/>
            <a:chOff x="2685575" y="2835950"/>
            <a:chExt cx="433000" cy="99825"/>
          </a:xfrm>
        </p:grpSpPr>
        <p:sp>
          <p:nvSpPr>
            <p:cNvPr id="2680" name="Google Shape;2680;p58"/>
            <p:cNvSpPr/>
            <p:nvPr/>
          </p:nvSpPr>
          <p:spPr>
            <a:xfrm>
              <a:off x="3032250" y="2835950"/>
              <a:ext cx="86325" cy="99825"/>
            </a:xfrm>
            <a:custGeom>
              <a:rect b="b" l="l" r="r" t="t"/>
              <a:pathLst>
                <a:path extrusionOk="0" h="3993" w="3453">
                  <a:moveTo>
                    <a:pt x="3453" y="0"/>
                  </a:moveTo>
                  <a:lnTo>
                    <a:pt x="0" y="2006"/>
                  </a:lnTo>
                  <a:lnTo>
                    <a:pt x="3453" y="3993"/>
                  </a:lnTo>
                  <a:lnTo>
                    <a:pt x="3453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81" name="Google Shape;2681;p58"/>
            <p:cNvSpPr/>
            <p:nvPr/>
          </p:nvSpPr>
          <p:spPr>
            <a:xfrm>
              <a:off x="2917000" y="2835950"/>
              <a:ext cx="85850" cy="99825"/>
            </a:xfrm>
            <a:custGeom>
              <a:rect b="b" l="l" r="r" t="t"/>
              <a:pathLst>
                <a:path extrusionOk="0" h="3993" w="3434">
                  <a:moveTo>
                    <a:pt x="3434" y="0"/>
                  </a:moveTo>
                  <a:lnTo>
                    <a:pt x="1" y="2006"/>
                  </a:lnTo>
                  <a:lnTo>
                    <a:pt x="3434" y="3993"/>
                  </a:lnTo>
                  <a:lnTo>
                    <a:pt x="3434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82" name="Google Shape;2682;p58"/>
            <p:cNvSpPr/>
            <p:nvPr/>
          </p:nvSpPr>
          <p:spPr>
            <a:xfrm>
              <a:off x="2801300" y="2835950"/>
              <a:ext cx="86325" cy="99825"/>
            </a:xfrm>
            <a:custGeom>
              <a:rect b="b" l="l" r="r" t="t"/>
              <a:pathLst>
                <a:path extrusionOk="0" h="3993" w="3453">
                  <a:moveTo>
                    <a:pt x="3452" y="0"/>
                  </a:moveTo>
                  <a:lnTo>
                    <a:pt x="0" y="2006"/>
                  </a:lnTo>
                  <a:lnTo>
                    <a:pt x="3452" y="3993"/>
                  </a:lnTo>
                  <a:lnTo>
                    <a:pt x="3452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83" name="Google Shape;2683;p58"/>
            <p:cNvSpPr/>
            <p:nvPr/>
          </p:nvSpPr>
          <p:spPr>
            <a:xfrm>
              <a:off x="2685575" y="2835950"/>
              <a:ext cx="86325" cy="99825"/>
            </a:xfrm>
            <a:custGeom>
              <a:rect b="b" l="l" r="r" t="t"/>
              <a:pathLst>
                <a:path extrusionOk="0" h="3993" w="3453">
                  <a:moveTo>
                    <a:pt x="3453" y="0"/>
                  </a:moveTo>
                  <a:lnTo>
                    <a:pt x="0" y="2006"/>
                  </a:lnTo>
                  <a:lnTo>
                    <a:pt x="3453" y="3993"/>
                  </a:lnTo>
                  <a:lnTo>
                    <a:pt x="3453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aphicFrame>
        <p:nvGraphicFramePr>
          <p:cNvPr id="2684" name="Google Shape;2684;p58"/>
          <p:cNvGraphicFramePr/>
          <p:nvPr/>
        </p:nvGraphicFramePr>
        <p:xfrm>
          <a:off x="398700" y="153629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{579A2327-23B5-4BA6-82C2-469AD99666FD}</a:tableStyleId>
              </a:tblPr>
              <a:tblGrid>
                <a:gridCol w="907400"/>
                <a:gridCol w="973050"/>
                <a:gridCol w="1139425"/>
              </a:tblGrid>
              <a:tr h="3352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chemeClr val="dk2"/>
                          </a:solidFill>
                          <a:latin typeface="Aldrich"/>
                          <a:ea typeface="Aldrich"/>
                          <a:cs typeface="Aldrich"/>
                          <a:sym typeface="Aldrich"/>
                        </a:rPr>
                        <a:t>Height</a:t>
                      </a:r>
                      <a:endParaRPr b="1" sz="1000">
                        <a:solidFill>
                          <a:schemeClr val="dk2"/>
                        </a:solidFill>
                        <a:latin typeface="Aldrich"/>
                        <a:ea typeface="Aldrich"/>
                        <a:cs typeface="Aldrich"/>
                        <a:sym typeface="Aldrich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chemeClr val="dk2"/>
                          </a:solidFill>
                          <a:latin typeface="Bai Jamjuree"/>
                          <a:ea typeface="Bai Jamjuree"/>
                          <a:cs typeface="Bai Jamjuree"/>
                          <a:sym typeface="Bai Jamjuree"/>
                        </a:rPr>
                        <a:t>Width</a:t>
                      </a:r>
                      <a:endParaRPr b="1" sz="1000">
                        <a:solidFill>
                          <a:schemeClr val="dk2"/>
                        </a:solidFill>
                        <a:latin typeface="Bai Jamjuree"/>
                        <a:ea typeface="Bai Jamjuree"/>
                        <a:cs typeface="Bai Jamjuree"/>
                        <a:sym typeface="Bai Jamjuree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chemeClr val="dk2"/>
                          </a:solidFill>
                          <a:latin typeface="Bai Jamjuree"/>
                          <a:ea typeface="Bai Jamjuree"/>
                          <a:cs typeface="Bai Jamjuree"/>
                          <a:sym typeface="Bai Jamjuree"/>
                        </a:rPr>
                        <a:t>Count</a:t>
                      </a:r>
                      <a:endParaRPr b="1" sz="1000">
                        <a:solidFill>
                          <a:schemeClr val="dk2"/>
                        </a:solidFill>
                        <a:latin typeface="Bai Jamjuree"/>
                        <a:ea typeface="Bai Jamjuree"/>
                        <a:cs typeface="Bai Jamjuree"/>
                        <a:sym typeface="Bai Jamjuree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52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lt1"/>
                          </a:solidFill>
                          <a:latin typeface="Aldrich"/>
                          <a:ea typeface="Aldrich"/>
                          <a:cs typeface="Aldrich"/>
                          <a:sym typeface="Aldrich"/>
                        </a:rPr>
                        <a:t>4000</a:t>
                      </a:r>
                      <a:endParaRPr sz="1000">
                        <a:solidFill>
                          <a:schemeClr val="lt1"/>
                        </a:solidFill>
                        <a:latin typeface="Aldrich"/>
                        <a:ea typeface="Aldrich"/>
                        <a:cs typeface="Aldrich"/>
                        <a:sym typeface="Aldrich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lt1"/>
                          </a:solidFill>
                          <a:latin typeface="Aldrich"/>
                          <a:ea typeface="Aldrich"/>
                          <a:cs typeface="Aldrich"/>
                          <a:sym typeface="Aldrich"/>
                        </a:rPr>
                        <a:t>3000</a:t>
                      </a:r>
                      <a:endParaRPr sz="1000">
                        <a:solidFill>
                          <a:schemeClr val="lt1"/>
                        </a:solidFill>
                        <a:latin typeface="Aldrich"/>
                        <a:ea typeface="Aldrich"/>
                        <a:cs typeface="Aldrich"/>
                        <a:sym typeface="Aldrich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lt1"/>
                          </a:solidFill>
                          <a:latin typeface="Aldrich"/>
                          <a:ea typeface="Aldrich"/>
                          <a:cs typeface="Aldrich"/>
                          <a:sym typeface="Aldrich"/>
                        </a:rPr>
                        <a:t>1749</a:t>
                      </a:r>
                      <a:endParaRPr sz="1000">
                        <a:solidFill>
                          <a:schemeClr val="lt1"/>
                        </a:solidFill>
                        <a:latin typeface="Aldrich"/>
                        <a:ea typeface="Aldrich"/>
                        <a:cs typeface="Aldrich"/>
                        <a:sym typeface="Aldrich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52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lt1"/>
                          </a:solidFill>
                          <a:latin typeface="Aldrich"/>
                          <a:ea typeface="Aldrich"/>
                          <a:cs typeface="Aldrich"/>
                          <a:sym typeface="Aldrich"/>
                        </a:rPr>
                        <a:t>3000</a:t>
                      </a:r>
                      <a:endParaRPr sz="1000">
                        <a:solidFill>
                          <a:schemeClr val="lt1"/>
                        </a:solidFill>
                        <a:latin typeface="Aldrich"/>
                        <a:ea typeface="Aldrich"/>
                        <a:cs typeface="Aldrich"/>
                        <a:sym typeface="Aldrich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lt1"/>
                          </a:solidFill>
                          <a:latin typeface="Aldrich"/>
                          <a:ea typeface="Aldrich"/>
                          <a:cs typeface="Aldrich"/>
                          <a:sym typeface="Aldrich"/>
                        </a:rPr>
                        <a:t>4000</a:t>
                      </a:r>
                      <a:endParaRPr sz="1000">
                        <a:solidFill>
                          <a:schemeClr val="lt1"/>
                        </a:solidFill>
                        <a:latin typeface="Aldrich"/>
                        <a:ea typeface="Aldrich"/>
                        <a:cs typeface="Aldrich"/>
                        <a:sym typeface="Aldrich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lt1"/>
                          </a:solidFill>
                          <a:latin typeface="Aldrich"/>
                          <a:ea typeface="Aldrich"/>
                          <a:cs typeface="Aldrich"/>
                          <a:sym typeface="Aldrich"/>
                        </a:rPr>
                        <a:t>59</a:t>
                      </a:r>
                      <a:endParaRPr sz="1000">
                        <a:solidFill>
                          <a:schemeClr val="lt1"/>
                        </a:solidFill>
                        <a:latin typeface="Aldrich"/>
                        <a:ea typeface="Aldrich"/>
                        <a:cs typeface="Aldrich"/>
                        <a:sym typeface="Aldrich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52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lt1"/>
                          </a:solidFill>
                          <a:latin typeface="Aldrich"/>
                          <a:ea typeface="Aldrich"/>
                          <a:cs typeface="Aldrich"/>
                          <a:sym typeface="Aldrich"/>
                        </a:rPr>
                        <a:t>960</a:t>
                      </a:r>
                      <a:endParaRPr sz="1000">
                        <a:solidFill>
                          <a:schemeClr val="lt1"/>
                        </a:solidFill>
                        <a:latin typeface="Aldrich"/>
                        <a:ea typeface="Aldrich"/>
                        <a:cs typeface="Aldrich"/>
                        <a:sym typeface="Aldrich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lt1"/>
                          </a:solidFill>
                          <a:latin typeface="Aldrich"/>
                          <a:ea typeface="Aldrich"/>
                          <a:cs typeface="Aldrich"/>
                          <a:sym typeface="Aldrich"/>
                        </a:rPr>
                        <a:t>720</a:t>
                      </a:r>
                      <a:endParaRPr sz="1000">
                        <a:solidFill>
                          <a:schemeClr val="lt1"/>
                        </a:solidFill>
                        <a:latin typeface="Aldrich"/>
                        <a:ea typeface="Aldrich"/>
                        <a:cs typeface="Aldrich"/>
                        <a:sym typeface="Aldrich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lt1"/>
                          </a:solidFill>
                          <a:latin typeface="Aldrich"/>
                          <a:ea typeface="Aldrich"/>
                          <a:cs typeface="Aldrich"/>
                          <a:sym typeface="Aldrich"/>
                        </a:rPr>
                        <a:t>33</a:t>
                      </a:r>
                      <a:endParaRPr sz="1000">
                        <a:solidFill>
                          <a:schemeClr val="lt1"/>
                        </a:solidFill>
                        <a:latin typeface="Aldrich"/>
                        <a:ea typeface="Aldrich"/>
                        <a:cs typeface="Aldrich"/>
                        <a:sym typeface="Aldrich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55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lt1"/>
                          </a:solidFill>
                          <a:latin typeface="Aldrich"/>
                          <a:ea typeface="Aldrich"/>
                          <a:cs typeface="Aldrich"/>
                          <a:sym typeface="Aldrich"/>
                        </a:rPr>
                        <a:t>275</a:t>
                      </a:r>
                      <a:endParaRPr sz="1000">
                        <a:solidFill>
                          <a:schemeClr val="lt1"/>
                        </a:solidFill>
                        <a:latin typeface="Aldrich"/>
                        <a:ea typeface="Aldrich"/>
                        <a:cs typeface="Aldrich"/>
                        <a:sym typeface="Aldrich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lt1"/>
                          </a:solidFill>
                          <a:latin typeface="Aldrich"/>
                          <a:ea typeface="Aldrich"/>
                          <a:cs typeface="Aldrich"/>
                          <a:sym typeface="Aldrich"/>
                        </a:rPr>
                        <a:t>183</a:t>
                      </a:r>
                      <a:endParaRPr sz="1000">
                        <a:solidFill>
                          <a:schemeClr val="lt1"/>
                        </a:solidFill>
                        <a:latin typeface="Aldrich"/>
                        <a:ea typeface="Aldrich"/>
                        <a:cs typeface="Aldrich"/>
                        <a:sym typeface="Aldrich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lt1"/>
                          </a:solidFill>
                          <a:latin typeface="Aldrich"/>
                          <a:ea typeface="Aldrich"/>
                          <a:cs typeface="Aldrich"/>
                          <a:sym typeface="Aldrich"/>
                        </a:rPr>
                        <a:t>28</a:t>
                      </a:r>
                      <a:endParaRPr sz="1000">
                        <a:solidFill>
                          <a:schemeClr val="lt1"/>
                        </a:solidFill>
                        <a:latin typeface="Aldrich"/>
                        <a:ea typeface="Aldrich"/>
                        <a:cs typeface="Aldrich"/>
                        <a:sym typeface="Aldrich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52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lt1"/>
                          </a:solidFill>
                          <a:latin typeface="Aldrich"/>
                          <a:ea typeface="Aldrich"/>
                          <a:cs typeface="Aldrich"/>
                          <a:sym typeface="Aldrich"/>
                        </a:rPr>
                        <a:t>8000</a:t>
                      </a:r>
                      <a:endParaRPr sz="1000">
                        <a:solidFill>
                          <a:schemeClr val="lt1"/>
                        </a:solidFill>
                        <a:latin typeface="Aldrich"/>
                        <a:ea typeface="Aldrich"/>
                        <a:cs typeface="Aldrich"/>
                        <a:sym typeface="Aldrich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lt1"/>
                          </a:solidFill>
                          <a:latin typeface="Aldrich"/>
                          <a:ea typeface="Aldrich"/>
                          <a:cs typeface="Aldrich"/>
                          <a:sym typeface="Aldrich"/>
                        </a:rPr>
                        <a:t>6000</a:t>
                      </a:r>
                      <a:endParaRPr sz="1000">
                        <a:solidFill>
                          <a:schemeClr val="lt1"/>
                        </a:solidFill>
                        <a:latin typeface="Aldrich"/>
                        <a:ea typeface="Aldrich"/>
                        <a:cs typeface="Aldrich"/>
                        <a:sym typeface="Aldrich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lt1"/>
                          </a:solidFill>
                          <a:latin typeface="Aldrich"/>
                          <a:ea typeface="Aldrich"/>
                          <a:cs typeface="Aldrich"/>
                          <a:sym typeface="Aldrich"/>
                        </a:rPr>
                        <a:t>25</a:t>
                      </a:r>
                      <a:endParaRPr sz="1000">
                        <a:solidFill>
                          <a:schemeClr val="lt1"/>
                        </a:solidFill>
                        <a:latin typeface="Aldrich"/>
                        <a:ea typeface="Aldrich"/>
                        <a:cs typeface="Aldrich"/>
                        <a:sym typeface="Aldrich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685" name="Google Shape;2685;p58"/>
          <p:cNvSpPr/>
          <p:nvPr/>
        </p:nvSpPr>
        <p:spPr>
          <a:xfrm>
            <a:off x="7770424" y="4641864"/>
            <a:ext cx="356100" cy="3561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86" name="Google Shape;2686;p58"/>
          <p:cNvSpPr/>
          <p:nvPr/>
        </p:nvSpPr>
        <p:spPr>
          <a:xfrm rot="-5400000">
            <a:off x="7837924" y="4715039"/>
            <a:ext cx="221100" cy="182100"/>
          </a:xfrm>
          <a:prstGeom prst="homePlate">
            <a:avLst>
              <a:gd fmla="val 50000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87" name="Google Shape;2687;p58">
            <a:hlinkClick/>
          </p:cNvPr>
          <p:cNvSpPr/>
          <p:nvPr/>
        </p:nvSpPr>
        <p:spPr>
          <a:xfrm>
            <a:off x="7770424" y="4641864"/>
            <a:ext cx="356100" cy="356100"/>
          </a:xfrm>
          <a:prstGeom prst="ellipse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88" name="Google Shape;2688;p58">
            <a:hlinkClick action="ppaction://hlinkshowjump?jump=previousslide"/>
          </p:cNvPr>
          <p:cNvSpPr/>
          <p:nvPr/>
        </p:nvSpPr>
        <p:spPr>
          <a:xfrm>
            <a:off x="7462717" y="4728472"/>
            <a:ext cx="158147" cy="182899"/>
          </a:xfrm>
          <a:custGeom>
            <a:rect b="b" l="l" r="r" t="t"/>
            <a:pathLst>
              <a:path extrusionOk="0" h="3993" w="3453">
                <a:moveTo>
                  <a:pt x="3453" y="0"/>
                </a:moveTo>
                <a:lnTo>
                  <a:pt x="0" y="2006"/>
                </a:lnTo>
                <a:lnTo>
                  <a:pt x="3453" y="3993"/>
                </a:lnTo>
                <a:lnTo>
                  <a:pt x="3453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89" name="Google Shape;2689;p58">
            <a:hlinkClick action="ppaction://hlinkshowjump?jump=nextslide"/>
          </p:cNvPr>
          <p:cNvSpPr/>
          <p:nvPr/>
        </p:nvSpPr>
        <p:spPr>
          <a:xfrm flipH="1">
            <a:off x="8276954" y="4728472"/>
            <a:ext cx="157277" cy="182899"/>
          </a:xfrm>
          <a:custGeom>
            <a:rect b="b" l="l" r="r" t="t"/>
            <a:pathLst>
              <a:path extrusionOk="0" h="3993" w="3434">
                <a:moveTo>
                  <a:pt x="3434" y="0"/>
                </a:moveTo>
                <a:lnTo>
                  <a:pt x="1" y="2006"/>
                </a:lnTo>
                <a:lnTo>
                  <a:pt x="3434" y="3993"/>
                </a:lnTo>
                <a:lnTo>
                  <a:pt x="3434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90" name="Google Shape;2690;p58"/>
          <p:cNvSpPr txBox="1"/>
          <p:nvPr/>
        </p:nvSpPr>
        <p:spPr>
          <a:xfrm>
            <a:off x="292525" y="1074600"/>
            <a:ext cx="4147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2"/>
                </a:solidFill>
                <a:latin typeface="Bai Jamjuree"/>
                <a:ea typeface="Bai Jamjuree"/>
                <a:cs typeface="Bai Jamjuree"/>
                <a:sym typeface="Bai Jamjuree"/>
              </a:rPr>
              <a:t>Image Dimensions (Top-5)</a:t>
            </a:r>
            <a:endParaRPr b="1" sz="1800">
              <a:solidFill>
                <a:schemeClr val="dk2"/>
              </a:solidFill>
              <a:latin typeface="Bai Jamjuree"/>
              <a:ea typeface="Bai Jamjuree"/>
              <a:cs typeface="Bai Jamjuree"/>
              <a:sym typeface="Bai Jamjuree"/>
            </a:endParaRPr>
          </a:p>
        </p:txBody>
      </p:sp>
      <p:graphicFrame>
        <p:nvGraphicFramePr>
          <p:cNvPr id="2691" name="Google Shape;2691;p58"/>
          <p:cNvGraphicFramePr/>
          <p:nvPr/>
        </p:nvGraphicFramePr>
        <p:xfrm>
          <a:off x="152400" y="1524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{9B331E54-34D4-4D80-91F4-2A16977004CE}</a:tableStyleId>
              </a:tblPr>
              <a:tblGrid>
                <a:gridCol w="19050"/>
              </a:tblGrid>
              <a:tr h="190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2692" name="Google Shape;2692;p58"/>
          <p:cNvSpPr txBox="1"/>
          <p:nvPr/>
        </p:nvSpPr>
        <p:spPr>
          <a:xfrm>
            <a:off x="317525" y="3555700"/>
            <a:ext cx="3939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Bai Jamjuree"/>
                <a:ea typeface="Bai Jamjuree"/>
                <a:cs typeface="Bai Jamjuree"/>
                <a:sym typeface="Bai Jamjuree"/>
              </a:rPr>
              <a:t>Total Unique Dimensions:	38</a:t>
            </a:r>
            <a:endParaRPr sz="1200">
              <a:solidFill>
                <a:schemeClr val="lt1"/>
              </a:solidFill>
              <a:latin typeface="Bai Jamjuree"/>
              <a:ea typeface="Bai Jamjuree"/>
              <a:cs typeface="Bai Jamjuree"/>
              <a:sym typeface="Bai Jamjuree"/>
            </a:endParaRPr>
          </a:p>
        </p:txBody>
      </p:sp>
      <p:sp>
        <p:nvSpPr>
          <p:cNvPr id="2693" name="Google Shape;2693;p58"/>
          <p:cNvSpPr txBox="1"/>
          <p:nvPr>
            <p:ph type="title"/>
          </p:nvPr>
        </p:nvSpPr>
        <p:spPr>
          <a:xfrm>
            <a:off x="715500" y="317475"/>
            <a:ext cx="7713000" cy="4206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Dataset Overview</a:t>
            </a:r>
            <a:endParaRPr/>
          </a:p>
        </p:txBody>
      </p:sp>
      <p:pic>
        <p:nvPicPr>
          <p:cNvPr id="2694" name="Google Shape;2694;p5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87600" y="1244025"/>
            <a:ext cx="5010250" cy="2596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26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26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6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6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6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6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6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6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98" name="Shape 26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9" name="Google Shape;2699;p59"/>
          <p:cNvSpPr txBox="1"/>
          <p:nvPr>
            <p:ph type="title"/>
          </p:nvPr>
        </p:nvSpPr>
        <p:spPr>
          <a:xfrm>
            <a:off x="715500" y="462050"/>
            <a:ext cx="7713000" cy="4206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/>
              <a:t>Methodology</a:t>
            </a:r>
            <a:endParaRPr b="1" sz="3000"/>
          </a:p>
        </p:txBody>
      </p:sp>
      <p:grpSp>
        <p:nvGrpSpPr>
          <p:cNvPr id="2700" name="Google Shape;2700;p59"/>
          <p:cNvGrpSpPr/>
          <p:nvPr/>
        </p:nvGrpSpPr>
        <p:grpSpPr>
          <a:xfrm rot="-281942">
            <a:off x="3695784" y="2020872"/>
            <a:ext cx="1752386" cy="1746764"/>
            <a:chOff x="6039282" y="1042577"/>
            <a:chExt cx="734315" cy="731929"/>
          </a:xfrm>
        </p:grpSpPr>
        <p:sp>
          <p:nvSpPr>
            <p:cNvPr id="2701" name="Google Shape;2701;p59"/>
            <p:cNvSpPr/>
            <p:nvPr/>
          </p:nvSpPr>
          <p:spPr>
            <a:xfrm>
              <a:off x="6045348" y="1300071"/>
              <a:ext cx="131951" cy="65352"/>
            </a:xfrm>
            <a:custGeom>
              <a:rect b="b" l="l" r="r" t="t"/>
              <a:pathLst>
                <a:path extrusionOk="0" h="701" w="1414">
                  <a:moveTo>
                    <a:pt x="108" y="0"/>
                  </a:moveTo>
                  <a:lnTo>
                    <a:pt x="51" y="224"/>
                  </a:lnTo>
                  <a:cubicBezTo>
                    <a:pt x="29" y="303"/>
                    <a:pt x="7" y="375"/>
                    <a:pt x="0" y="455"/>
                  </a:cubicBezTo>
                  <a:lnTo>
                    <a:pt x="1342" y="700"/>
                  </a:lnTo>
                  <a:cubicBezTo>
                    <a:pt x="1349" y="650"/>
                    <a:pt x="1363" y="599"/>
                    <a:pt x="1378" y="549"/>
                  </a:cubicBezTo>
                  <a:lnTo>
                    <a:pt x="1414" y="397"/>
                  </a:lnTo>
                  <a:lnTo>
                    <a:pt x="108" y="0"/>
                  </a:lnTo>
                  <a:close/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02" name="Google Shape;2702;p59"/>
            <p:cNvSpPr/>
            <p:nvPr/>
          </p:nvSpPr>
          <p:spPr>
            <a:xfrm>
              <a:off x="6080342" y="1201250"/>
              <a:ext cx="127938" cy="96863"/>
            </a:xfrm>
            <a:custGeom>
              <a:rect b="b" l="l" r="r" t="t"/>
              <a:pathLst>
                <a:path extrusionOk="0" h="1039" w="1371">
                  <a:moveTo>
                    <a:pt x="245" y="0"/>
                  </a:moveTo>
                  <a:cubicBezTo>
                    <a:pt x="159" y="137"/>
                    <a:pt x="72" y="267"/>
                    <a:pt x="0" y="404"/>
                  </a:cubicBezTo>
                  <a:lnTo>
                    <a:pt x="1219" y="1039"/>
                  </a:lnTo>
                  <a:cubicBezTo>
                    <a:pt x="1262" y="945"/>
                    <a:pt x="1320" y="866"/>
                    <a:pt x="1371" y="772"/>
                  </a:cubicBezTo>
                  <a:lnTo>
                    <a:pt x="245" y="0"/>
                  </a:lnTo>
                  <a:close/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03" name="Google Shape;2703;p59"/>
            <p:cNvSpPr/>
            <p:nvPr/>
          </p:nvSpPr>
          <p:spPr>
            <a:xfrm>
              <a:off x="6144918" y="1121167"/>
              <a:ext cx="112541" cy="119145"/>
            </a:xfrm>
            <a:custGeom>
              <a:rect b="b" l="l" r="r" t="t"/>
              <a:pathLst>
                <a:path extrusionOk="0" h="1278" w="1206">
                  <a:moveTo>
                    <a:pt x="347" y="1"/>
                  </a:moveTo>
                  <a:cubicBezTo>
                    <a:pt x="224" y="95"/>
                    <a:pt x="116" y="210"/>
                    <a:pt x="1" y="318"/>
                  </a:cubicBezTo>
                  <a:lnTo>
                    <a:pt x="974" y="1278"/>
                  </a:lnTo>
                  <a:cubicBezTo>
                    <a:pt x="1046" y="1205"/>
                    <a:pt x="1126" y="1133"/>
                    <a:pt x="1205" y="1068"/>
                  </a:cubicBezTo>
                  <a:lnTo>
                    <a:pt x="347" y="1"/>
                  </a:lnTo>
                  <a:close/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04" name="Google Shape;2704;p59"/>
            <p:cNvSpPr/>
            <p:nvPr/>
          </p:nvSpPr>
          <p:spPr>
            <a:xfrm>
              <a:off x="6232449" y="1066723"/>
              <a:ext cx="86879" cy="130518"/>
            </a:xfrm>
            <a:custGeom>
              <a:rect b="b" l="l" r="r" t="t"/>
              <a:pathLst>
                <a:path extrusionOk="0" h="1400" w="931">
                  <a:moveTo>
                    <a:pt x="426" y="1"/>
                  </a:moveTo>
                  <a:cubicBezTo>
                    <a:pt x="354" y="22"/>
                    <a:pt x="282" y="58"/>
                    <a:pt x="209" y="94"/>
                  </a:cubicBezTo>
                  <a:lnTo>
                    <a:pt x="0" y="195"/>
                  </a:lnTo>
                  <a:lnTo>
                    <a:pt x="649" y="1400"/>
                  </a:lnTo>
                  <a:lnTo>
                    <a:pt x="786" y="1335"/>
                  </a:lnTo>
                  <a:cubicBezTo>
                    <a:pt x="830" y="1306"/>
                    <a:pt x="880" y="1285"/>
                    <a:pt x="931" y="1270"/>
                  </a:cubicBezTo>
                  <a:lnTo>
                    <a:pt x="426" y="1"/>
                  </a:lnTo>
                  <a:close/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05" name="Google Shape;2705;p59"/>
            <p:cNvSpPr/>
            <p:nvPr/>
          </p:nvSpPr>
          <p:spPr>
            <a:xfrm>
              <a:off x="6335379" y="1042577"/>
              <a:ext cx="53284" cy="130518"/>
            </a:xfrm>
            <a:custGeom>
              <a:rect b="b" l="l" r="r" t="t"/>
              <a:pathLst>
                <a:path extrusionOk="0" h="1400" w="571">
                  <a:moveTo>
                    <a:pt x="470" y="0"/>
                  </a:moveTo>
                  <a:cubicBezTo>
                    <a:pt x="390" y="0"/>
                    <a:pt x="311" y="7"/>
                    <a:pt x="239" y="22"/>
                  </a:cubicBezTo>
                  <a:lnTo>
                    <a:pt x="1" y="58"/>
                  </a:lnTo>
                  <a:lnTo>
                    <a:pt x="268" y="1399"/>
                  </a:lnTo>
                  <a:lnTo>
                    <a:pt x="419" y="1378"/>
                  </a:lnTo>
                  <a:cubicBezTo>
                    <a:pt x="470" y="1370"/>
                    <a:pt x="520" y="1363"/>
                    <a:pt x="571" y="1363"/>
                  </a:cubicBezTo>
                  <a:lnTo>
                    <a:pt x="470" y="0"/>
                  </a:lnTo>
                  <a:close/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06" name="Google Shape;2706;p59"/>
            <p:cNvSpPr/>
            <p:nvPr/>
          </p:nvSpPr>
          <p:spPr>
            <a:xfrm>
              <a:off x="6431682" y="1043229"/>
              <a:ext cx="56550" cy="131824"/>
            </a:xfrm>
            <a:custGeom>
              <a:rect b="b" l="l" r="r" t="t"/>
              <a:pathLst>
                <a:path extrusionOk="0" h="1414" w="606">
                  <a:moveTo>
                    <a:pt x="144" y="0"/>
                  </a:moveTo>
                  <a:lnTo>
                    <a:pt x="0" y="1356"/>
                  </a:lnTo>
                  <a:cubicBezTo>
                    <a:pt x="101" y="1378"/>
                    <a:pt x="202" y="1385"/>
                    <a:pt x="303" y="1414"/>
                  </a:cubicBezTo>
                  <a:lnTo>
                    <a:pt x="606" y="80"/>
                  </a:lnTo>
                  <a:cubicBezTo>
                    <a:pt x="454" y="36"/>
                    <a:pt x="296" y="22"/>
                    <a:pt x="144" y="0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07" name="Google Shape;2707;p59"/>
            <p:cNvSpPr/>
            <p:nvPr/>
          </p:nvSpPr>
          <p:spPr>
            <a:xfrm>
              <a:off x="6500924" y="1070731"/>
              <a:ext cx="89678" cy="130612"/>
            </a:xfrm>
            <a:custGeom>
              <a:rect b="b" l="l" r="r" t="t"/>
              <a:pathLst>
                <a:path extrusionOk="0" h="1401" w="961">
                  <a:moveTo>
                    <a:pt x="542" y="1"/>
                  </a:moveTo>
                  <a:lnTo>
                    <a:pt x="1" y="1256"/>
                  </a:lnTo>
                  <a:lnTo>
                    <a:pt x="138" y="1321"/>
                  </a:lnTo>
                  <a:cubicBezTo>
                    <a:pt x="181" y="1343"/>
                    <a:pt x="232" y="1371"/>
                    <a:pt x="275" y="1400"/>
                  </a:cubicBezTo>
                  <a:lnTo>
                    <a:pt x="960" y="210"/>
                  </a:lnTo>
                  <a:cubicBezTo>
                    <a:pt x="895" y="174"/>
                    <a:pt x="823" y="131"/>
                    <a:pt x="751" y="102"/>
                  </a:cubicBezTo>
                  <a:lnTo>
                    <a:pt x="542" y="1"/>
                  </a:lnTo>
                  <a:close/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08" name="Google Shape;2708;p59"/>
            <p:cNvSpPr/>
            <p:nvPr/>
          </p:nvSpPr>
          <p:spPr>
            <a:xfrm>
              <a:off x="6561580" y="1127973"/>
              <a:ext cx="114501" cy="117746"/>
            </a:xfrm>
            <a:custGeom>
              <a:rect b="b" l="l" r="r" t="t"/>
              <a:pathLst>
                <a:path extrusionOk="0" h="1263" w="1227">
                  <a:moveTo>
                    <a:pt x="887" y="0"/>
                  </a:moveTo>
                  <a:lnTo>
                    <a:pt x="0" y="1046"/>
                  </a:lnTo>
                  <a:cubicBezTo>
                    <a:pt x="79" y="1111"/>
                    <a:pt x="152" y="1183"/>
                    <a:pt x="224" y="1262"/>
                  </a:cubicBezTo>
                  <a:lnTo>
                    <a:pt x="1226" y="332"/>
                  </a:lnTo>
                  <a:cubicBezTo>
                    <a:pt x="1118" y="209"/>
                    <a:pt x="1003" y="101"/>
                    <a:pt x="887" y="0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09" name="Google Shape;2709;p59"/>
            <p:cNvSpPr/>
            <p:nvPr/>
          </p:nvSpPr>
          <p:spPr>
            <a:xfrm>
              <a:off x="6636887" y="1310792"/>
              <a:ext cx="132697" cy="61996"/>
            </a:xfrm>
            <a:custGeom>
              <a:rect b="b" l="l" r="r" t="t"/>
              <a:pathLst>
                <a:path extrusionOk="0" h="665" w="1422">
                  <a:moveTo>
                    <a:pt x="1321" y="1"/>
                  </a:moveTo>
                  <a:lnTo>
                    <a:pt x="1" y="361"/>
                  </a:lnTo>
                  <a:lnTo>
                    <a:pt x="44" y="506"/>
                  </a:lnTo>
                  <a:cubicBezTo>
                    <a:pt x="51" y="556"/>
                    <a:pt x="59" y="614"/>
                    <a:pt x="66" y="664"/>
                  </a:cubicBezTo>
                  <a:lnTo>
                    <a:pt x="1422" y="462"/>
                  </a:lnTo>
                  <a:cubicBezTo>
                    <a:pt x="1407" y="383"/>
                    <a:pt x="1400" y="304"/>
                    <a:pt x="1378" y="232"/>
                  </a:cubicBezTo>
                  <a:lnTo>
                    <a:pt x="1321" y="1"/>
                  </a:lnTo>
                  <a:close/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10" name="Google Shape;2710;p59"/>
            <p:cNvSpPr/>
            <p:nvPr/>
          </p:nvSpPr>
          <p:spPr>
            <a:xfrm>
              <a:off x="6642953" y="1415020"/>
              <a:ext cx="130645" cy="47826"/>
            </a:xfrm>
            <a:custGeom>
              <a:rect b="b" l="l" r="r" t="t"/>
              <a:pathLst>
                <a:path extrusionOk="0" h="513" w="1400">
                  <a:moveTo>
                    <a:pt x="30" y="1"/>
                  </a:moveTo>
                  <a:cubicBezTo>
                    <a:pt x="30" y="109"/>
                    <a:pt x="15" y="210"/>
                    <a:pt x="1" y="311"/>
                  </a:cubicBezTo>
                  <a:lnTo>
                    <a:pt x="1357" y="513"/>
                  </a:lnTo>
                  <a:cubicBezTo>
                    <a:pt x="1378" y="354"/>
                    <a:pt x="1393" y="203"/>
                    <a:pt x="1400" y="44"/>
                  </a:cubicBezTo>
                  <a:lnTo>
                    <a:pt x="30" y="1"/>
                  </a:lnTo>
                  <a:close/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11" name="Google Shape;2711;p59"/>
            <p:cNvSpPr/>
            <p:nvPr/>
          </p:nvSpPr>
          <p:spPr>
            <a:xfrm>
              <a:off x="6622143" y="1485687"/>
              <a:ext cx="131951" cy="81388"/>
            </a:xfrm>
            <a:custGeom>
              <a:rect b="b" l="l" r="r" t="t"/>
              <a:pathLst>
                <a:path extrusionOk="0" h="873" w="1414">
                  <a:moveTo>
                    <a:pt x="123" y="0"/>
                  </a:moveTo>
                  <a:lnTo>
                    <a:pt x="65" y="144"/>
                  </a:lnTo>
                  <a:cubicBezTo>
                    <a:pt x="51" y="195"/>
                    <a:pt x="22" y="238"/>
                    <a:pt x="0" y="281"/>
                  </a:cubicBezTo>
                  <a:lnTo>
                    <a:pt x="1234" y="873"/>
                  </a:lnTo>
                  <a:cubicBezTo>
                    <a:pt x="1270" y="801"/>
                    <a:pt x="1306" y="736"/>
                    <a:pt x="1335" y="664"/>
                  </a:cubicBezTo>
                  <a:lnTo>
                    <a:pt x="1414" y="440"/>
                  </a:lnTo>
                  <a:lnTo>
                    <a:pt x="123" y="0"/>
                  </a:lnTo>
                  <a:close/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12" name="Google Shape;2712;p59"/>
            <p:cNvSpPr/>
            <p:nvPr/>
          </p:nvSpPr>
          <p:spPr>
            <a:xfrm>
              <a:off x="6582390" y="1548895"/>
              <a:ext cx="121219" cy="108983"/>
            </a:xfrm>
            <a:custGeom>
              <a:rect b="b" l="l" r="r" t="t"/>
              <a:pathLst>
                <a:path extrusionOk="0" h="1169" w="1299">
                  <a:moveTo>
                    <a:pt x="195" y="0"/>
                  </a:moveTo>
                  <a:lnTo>
                    <a:pt x="102" y="123"/>
                  </a:lnTo>
                  <a:lnTo>
                    <a:pt x="1" y="238"/>
                  </a:lnTo>
                  <a:lnTo>
                    <a:pt x="1003" y="1168"/>
                  </a:lnTo>
                  <a:lnTo>
                    <a:pt x="1155" y="988"/>
                  </a:lnTo>
                  <a:lnTo>
                    <a:pt x="1299" y="801"/>
                  </a:lnTo>
                  <a:lnTo>
                    <a:pt x="195" y="0"/>
                  </a:lnTo>
                  <a:close/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13" name="Google Shape;2713;p59"/>
            <p:cNvSpPr/>
            <p:nvPr/>
          </p:nvSpPr>
          <p:spPr>
            <a:xfrm>
              <a:off x="6526586" y="1599238"/>
              <a:ext cx="100316" cy="126510"/>
            </a:xfrm>
            <a:custGeom>
              <a:rect b="b" l="l" r="r" t="t"/>
              <a:pathLst>
                <a:path extrusionOk="0" h="1357" w="1075">
                  <a:moveTo>
                    <a:pt x="252" y="1"/>
                  </a:moveTo>
                  <a:cubicBezTo>
                    <a:pt x="209" y="37"/>
                    <a:pt x="173" y="66"/>
                    <a:pt x="130" y="95"/>
                  </a:cubicBezTo>
                  <a:lnTo>
                    <a:pt x="0" y="174"/>
                  </a:lnTo>
                  <a:lnTo>
                    <a:pt x="685" y="1357"/>
                  </a:lnTo>
                  <a:lnTo>
                    <a:pt x="880" y="1234"/>
                  </a:lnTo>
                  <a:cubicBezTo>
                    <a:pt x="952" y="1191"/>
                    <a:pt x="1010" y="1141"/>
                    <a:pt x="1075" y="1097"/>
                  </a:cubicBezTo>
                  <a:lnTo>
                    <a:pt x="252" y="1"/>
                  </a:lnTo>
                  <a:close/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14" name="Google Shape;2714;p59"/>
            <p:cNvSpPr/>
            <p:nvPr/>
          </p:nvSpPr>
          <p:spPr>
            <a:xfrm>
              <a:off x="6459957" y="1632893"/>
              <a:ext cx="70735" cy="132570"/>
            </a:xfrm>
            <a:custGeom>
              <a:rect b="b" l="l" r="r" t="t"/>
              <a:pathLst>
                <a:path extrusionOk="0" h="1422" w="758">
                  <a:moveTo>
                    <a:pt x="296" y="1"/>
                  </a:moveTo>
                  <a:cubicBezTo>
                    <a:pt x="195" y="37"/>
                    <a:pt x="101" y="73"/>
                    <a:pt x="0" y="94"/>
                  </a:cubicBezTo>
                  <a:lnTo>
                    <a:pt x="303" y="1421"/>
                  </a:lnTo>
                  <a:cubicBezTo>
                    <a:pt x="454" y="1393"/>
                    <a:pt x="606" y="1342"/>
                    <a:pt x="757" y="1292"/>
                  </a:cubicBezTo>
                  <a:lnTo>
                    <a:pt x="296" y="1"/>
                  </a:lnTo>
                  <a:close/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15" name="Google Shape;2715;p59"/>
            <p:cNvSpPr/>
            <p:nvPr/>
          </p:nvSpPr>
          <p:spPr>
            <a:xfrm>
              <a:off x="6379145" y="1646318"/>
              <a:ext cx="43859" cy="128188"/>
            </a:xfrm>
            <a:custGeom>
              <a:rect b="b" l="l" r="r" t="t"/>
              <a:pathLst>
                <a:path extrusionOk="0" h="1375" w="470">
                  <a:moveTo>
                    <a:pt x="102" y="1"/>
                  </a:moveTo>
                  <a:lnTo>
                    <a:pt x="1" y="1364"/>
                  </a:lnTo>
                  <a:cubicBezTo>
                    <a:pt x="113" y="1369"/>
                    <a:pt x="221" y="1374"/>
                    <a:pt x="331" y="1374"/>
                  </a:cubicBezTo>
                  <a:cubicBezTo>
                    <a:pt x="377" y="1374"/>
                    <a:pt x="423" y="1373"/>
                    <a:pt x="469" y="1371"/>
                  </a:cubicBezTo>
                  <a:lnTo>
                    <a:pt x="412" y="1"/>
                  </a:lnTo>
                  <a:cubicBezTo>
                    <a:pt x="361" y="4"/>
                    <a:pt x="309" y="6"/>
                    <a:pt x="257" y="6"/>
                  </a:cubicBezTo>
                  <a:cubicBezTo>
                    <a:pt x="204" y="6"/>
                    <a:pt x="152" y="4"/>
                    <a:pt x="102" y="1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16" name="Google Shape;2716;p59"/>
            <p:cNvSpPr/>
            <p:nvPr/>
          </p:nvSpPr>
          <p:spPr>
            <a:xfrm>
              <a:off x="6272109" y="1630842"/>
              <a:ext cx="74187" cy="131917"/>
            </a:xfrm>
            <a:custGeom>
              <a:rect b="b" l="l" r="r" t="t"/>
              <a:pathLst>
                <a:path extrusionOk="0" h="1415" w="795">
                  <a:moveTo>
                    <a:pt x="506" y="1"/>
                  </a:moveTo>
                  <a:lnTo>
                    <a:pt x="1" y="1270"/>
                  </a:lnTo>
                  <a:cubicBezTo>
                    <a:pt x="145" y="1328"/>
                    <a:pt x="296" y="1379"/>
                    <a:pt x="448" y="1415"/>
                  </a:cubicBezTo>
                  <a:lnTo>
                    <a:pt x="794" y="95"/>
                  </a:lnTo>
                  <a:cubicBezTo>
                    <a:pt x="693" y="66"/>
                    <a:pt x="599" y="37"/>
                    <a:pt x="506" y="1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17" name="Google Shape;2717;p59"/>
            <p:cNvSpPr/>
            <p:nvPr/>
          </p:nvSpPr>
          <p:spPr>
            <a:xfrm>
              <a:off x="6177205" y="1595229"/>
              <a:ext cx="103769" cy="125205"/>
            </a:xfrm>
            <a:custGeom>
              <a:rect b="b" l="l" r="r" t="t"/>
              <a:pathLst>
                <a:path extrusionOk="0" h="1343" w="1112">
                  <a:moveTo>
                    <a:pt x="859" y="1"/>
                  </a:moveTo>
                  <a:lnTo>
                    <a:pt x="1" y="1068"/>
                  </a:lnTo>
                  <a:cubicBezTo>
                    <a:pt x="123" y="1169"/>
                    <a:pt x="253" y="1256"/>
                    <a:pt x="390" y="1342"/>
                  </a:cubicBezTo>
                  <a:lnTo>
                    <a:pt x="1112" y="174"/>
                  </a:lnTo>
                  <a:cubicBezTo>
                    <a:pt x="1018" y="123"/>
                    <a:pt x="938" y="66"/>
                    <a:pt x="859" y="1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18" name="Google Shape;2718;p59"/>
            <p:cNvSpPr/>
            <p:nvPr/>
          </p:nvSpPr>
          <p:spPr>
            <a:xfrm>
              <a:off x="6103205" y="1542835"/>
              <a:ext cx="123272" cy="106932"/>
            </a:xfrm>
            <a:custGeom>
              <a:rect b="b" l="l" r="r" t="t"/>
              <a:pathLst>
                <a:path extrusionOk="0" h="1147" w="1321">
                  <a:moveTo>
                    <a:pt x="1126" y="0"/>
                  </a:moveTo>
                  <a:lnTo>
                    <a:pt x="0" y="772"/>
                  </a:lnTo>
                  <a:lnTo>
                    <a:pt x="137" y="959"/>
                  </a:lnTo>
                  <a:lnTo>
                    <a:pt x="210" y="1053"/>
                  </a:lnTo>
                  <a:lnTo>
                    <a:pt x="289" y="1147"/>
                  </a:lnTo>
                  <a:lnTo>
                    <a:pt x="1320" y="245"/>
                  </a:lnTo>
                  <a:lnTo>
                    <a:pt x="1263" y="188"/>
                  </a:lnTo>
                  <a:lnTo>
                    <a:pt x="1219" y="123"/>
                  </a:lnTo>
                  <a:lnTo>
                    <a:pt x="1126" y="0"/>
                  </a:lnTo>
                  <a:close/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19" name="Google Shape;2719;p59"/>
            <p:cNvSpPr/>
            <p:nvPr/>
          </p:nvSpPr>
          <p:spPr>
            <a:xfrm>
              <a:off x="6055426" y="1478881"/>
              <a:ext cx="131951" cy="78777"/>
            </a:xfrm>
            <a:custGeom>
              <a:rect b="b" l="l" r="r" t="t"/>
              <a:pathLst>
                <a:path extrusionOk="0" h="845" w="1414">
                  <a:moveTo>
                    <a:pt x="1306" y="1"/>
                  </a:moveTo>
                  <a:lnTo>
                    <a:pt x="0" y="405"/>
                  </a:lnTo>
                  <a:cubicBezTo>
                    <a:pt x="51" y="549"/>
                    <a:pt x="101" y="701"/>
                    <a:pt x="166" y="845"/>
                  </a:cubicBezTo>
                  <a:lnTo>
                    <a:pt x="1414" y="282"/>
                  </a:lnTo>
                  <a:cubicBezTo>
                    <a:pt x="1371" y="196"/>
                    <a:pt x="1342" y="95"/>
                    <a:pt x="1306" y="1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20" name="Google Shape;2720;p59"/>
            <p:cNvSpPr/>
            <p:nvPr/>
          </p:nvSpPr>
          <p:spPr>
            <a:xfrm>
              <a:off x="6039282" y="1408308"/>
              <a:ext cx="129338" cy="43817"/>
            </a:xfrm>
            <a:custGeom>
              <a:rect b="b" l="l" r="r" t="t"/>
              <a:pathLst>
                <a:path extrusionOk="0" h="470" w="1386">
                  <a:moveTo>
                    <a:pt x="0" y="1"/>
                  </a:moveTo>
                  <a:cubicBezTo>
                    <a:pt x="7" y="152"/>
                    <a:pt x="7" y="311"/>
                    <a:pt x="29" y="469"/>
                  </a:cubicBezTo>
                  <a:lnTo>
                    <a:pt x="1385" y="304"/>
                  </a:lnTo>
                  <a:cubicBezTo>
                    <a:pt x="1371" y="203"/>
                    <a:pt x="1378" y="102"/>
                    <a:pt x="1363" y="1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21" name="Google Shape;2721;p59"/>
            <p:cNvSpPr/>
            <p:nvPr/>
          </p:nvSpPr>
          <p:spPr>
            <a:xfrm>
              <a:off x="6608612" y="1210666"/>
              <a:ext cx="128685" cy="93507"/>
            </a:xfrm>
            <a:custGeom>
              <a:rect b="b" l="l" r="r" t="t"/>
              <a:pathLst>
                <a:path extrusionOk="0" h="1003" w="1379">
                  <a:moveTo>
                    <a:pt x="1155" y="0"/>
                  </a:moveTo>
                  <a:lnTo>
                    <a:pt x="1" y="736"/>
                  </a:lnTo>
                  <a:lnTo>
                    <a:pt x="80" y="866"/>
                  </a:lnTo>
                  <a:cubicBezTo>
                    <a:pt x="102" y="909"/>
                    <a:pt x="131" y="959"/>
                    <a:pt x="145" y="1003"/>
                  </a:cubicBezTo>
                  <a:lnTo>
                    <a:pt x="1379" y="411"/>
                  </a:lnTo>
                  <a:cubicBezTo>
                    <a:pt x="1342" y="339"/>
                    <a:pt x="1314" y="267"/>
                    <a:pt x="1278" y="202"/>
                  </a:cubicBezTo>
                  <a:lnTo>
                    <a:pt x="1155" y="0"/>
                  </a:lnTo>
                  <a:close/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722" name="Google Shape;2722;p59"/>
          <p:cNvSpPr txBox="1"/>
          <p:nvPr/>
        </p:nvSpPr>
        <p:spPr>
          <a:xfrm>
            <a:off x="3578987" y="1094950"/>
            <a:ext cx="1986000" cy="42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solidFill>
                  <a:schemeClr val="dk2"/>
                </a:solidFill>
                <a:latin typeface="Aldrich"/>
                <a:ea typeface="Aldrich"/>
                <a:cs typeface="Aldrich"/>
                <a:sym typeface="Aldrich"/>
              </a:rPr>
              <a:t>1st step</a:t>
            </a:r>
            <a:endParaRPr sz="2100">
              <a:solidFill>
                <a:schemeClr val="dk2"/>
              </a:solidFill>
              <a:latin typeface="Aldrich"/>
              <a:ea typeface="Aldrich"/>
              <a:cs typeface="Aldrich"/>
              <a:sym typeface="Aldrich"/>
            </a:endParaRPr>
          </a:p>
        </p:txBody>
      </p:sp>
      <p:sp>
        <p:nvSpPr>
          <p:cNvPr id="2723" name="Google Shape;2723;p59"/>
          <p:cNvSpPr txBox="1"/>
          <p:nvPr/>
        </p:nvSpPr>
        <p:spPr>
          <a:xfrm>
            <a:off x="3579025" y="1498178"/>
            <a:ext cx="1986000" cy="23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  <a:latin typeface="Bai Jamjuree"/>
                <a:ea typeface="Bai Jamjuree"/>
                <a:cs typeface="Bai Jamjuree"/>
                <a:sym typeface="Bai Jamjuree"/>
              </a:rPr>
              <a:t>Data Splitting</a:t>
            </a:r>
            <a:endParaRPr b="1">
              <a:solidFill>
                <a:schemeClr val="lt1"/>
              </a:solidFill>
              <a:latin typeface="Bai Jamjuree"/>
              <a:ea typeface="Bai Jamjuree"/>
              <a:cs typeface="Bai Jamjuree"/>
              <a:sym typeface="Bai Jamjuree"/>
            </a:endParaRPr>
          </a:p>
        </p:txBody>
      </p:sp>
      <p:sp>
        <p:nvSpPr>
          <p:cNvPr id="2724" name="Google Shape;2724;p59"/>
          <p:cNvSpPr txBox="1"/>
          <p:nvPr/>
        </p:nvSpPr>
        <p:spPr>
          <a:xfrm>
            <a:off x="1489737" y="1925500"/>
            <a:ext cx="1986000" cy="42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solidFill>
                  <a:schemeClr val="dk2"/>
                </a:solidFill>
                <a:latin typeface="Aldrich"/>
                <a:ea typeface="Aldrich"/>
                <a:cs typeface="Aldrich"/>
                <a:sym typeface="Aldrich"/>
              </a:rPr>
              <a:t>2nd</a:t>
            </a:r>
            <a:r>
              <a:rPr lang="en" sz="2100">
                <a:solidFill>
                  <a:schemeClr val="dk2"/>
                </a:solidFill>
                <a:latin typeface="Aldrich"/>
                <a:ea typeface="Aldrich"/>
                <a:cs typeface="Aldrich"/>
                <a:sym typeface="Aldrich"/>
              </a:rPr>
              <a:t> step</a:t>
            </a:r>
            <a:endParaRPr sz="2100">
              <a:solidFill>
                <a:schemeClr val="dk2"/>
              </a:solidFill>
              <a:latin typeface="Aldrich"/>
              <a:ea typeface="Aldrich"/>
              <a:cs typeface="Aldrich"/>
              <a:sym typeface="Aldrich"/>
            </a:endParaRPr>
          </a:p>
        </p:txBody>
      </p:sp>
      <p:sp>
        <p:nvSpPr>
          <p:cNvPr id="2725" name="Google Shape;2725;p59"/>
          <p:cNvSpPr txBox="1"/>
          <p:nvPr/>
        </p:nvSpPr>
        <p:spPr>
          <a:xfrm>
            <a:off x="1489763" y="2328736"/>
            <a:ext cx="1986000" cy="23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  <a:latin typeface="Bai Jamjuree"/>
                <a:ea typeface="Bai Jamjuree"/>
                <a:cs typeface="Bai Jamjuree"/>
                <a:sym typeface="Bai Jamjuree"/>
              </a:rPr>
              <a:t>Data Pre-processing</a:t>
            </a:r>
            <a:endParaRPr b="1">
              <a:solidFill>
                <a:schemeClr val="lt1"/>
              </a:solidFill>
              <a:latin typeface="Bai Jamjuree"/>
              <a:ea typeface="Bai Jamjuree"/>
              <a:cs typeface="Bai Jamjuree"/>
              <a:sym typeface="Bai Jamjuree"/>
            </a:endParaRPr>
          </a:p>
        </p:txBody>
      </p:sp>
      <p:sp>
        <p:nvSpPr>
          <p:cNvPr id="2726" name="Google Shape;2726;p59"/>
          <p:cNvSpPr txBox="1"/>
          <p:nvPr/>
        </p:nvSpPr>
        <p:spPr>
          <a:xfrm>
            <a:off x="1489712" y="3200263"/>
            <a:ext cx="1986000" cy="42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solidFill>
                  <a:schemeClr val="dk2"/>
                </a:solidFill>
                <a:latin typeface="Aldrich"/>
                <a:ea typeface="Aldrich"/>
                <a:cs typeface="Aldrich"/>
                <a:sym typeface="Aldrich"/>
              </a:rPr>
              <a:t>3rd</a:t>
            </a:r>
            <a:r>
              <a:rPr lang="en" sz="2100">
                <a:solidFill>
                  <a:schemeClr val="dk2"/>
                </a:solidFill>
                <a:latin typeface="Aldrich"/>
                <a:ea typeface="Aldrich"/>
                <a:cs typeface="Aldrich"/>
                <a:sym typeface="Aldrich"/>
              </a:rPr>
              <a:t> step</a:t>
            </a:r>
            <a:endParaRPr sz="2100">
              <a:solidFill>
                <a:schemeClr val="dk2"/>
              </a:solidFill>
              <a:latin typeface="Aldrich"/>
              <a:ea typeface="Aldrich"/>
              <a:cs typeface="Aldrich"/>
              <a:sym typeface="Aldrich"/>
            </a:endParaRPr>
          </a:p>
        </p:txBody>
      </p:sp>
      <p:sp>
        <p:nvSpPr>
          <p:cNvPr id="2727" name="Google Shape;2727;p59"/>
          <p:cNvSpPr txBox="1"/>
          <p:nvPr/>
        </p:nvSpPr>
        <p:spPr>
          <a:xfrm>
            <a:off x="1489750" y="3603499"/>
            <a:ext cx="1986000" cy="23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  <a:latin typeface="Bai Jamjuree"/>
                <a:ea typeface="Bai Jamjuree"/>
                <a:cs typeface="Bai Jamjuree"/>
                <a:sym typeface="Bai Jamjuree"/>
              </a:rPr>
              <a:t>Data Augmentation</a:t>
            </a:r>
            <a:endParaRPr b="1">
              <a:solidFill>
                <a:schemeClr val="lt1"/>
              </a:solidFill>
              <a:latin typeface="Bai Jamjuree"/>
              <a:ea typeface="Bai Jamjuree"/>
              <a:cs typeface="Bai Jamjuree"/>
              <a:sym typeface="Bai Jamjuree"/>
            </a:endParaRPr>
          </a:p>
        </p:txBody>
      </p:sp>
      <p:sp>
        <p:nvSpPr>
          <p:cNvPr id="2728" name="Google Shape;2728;p59"/>
          <p:cNvSpPr txBox="1"/>
          <p:nvPr/>
        </p:nvSpPr>
        <p:spPr>
          <a:xfrm>
            <a:off x="3579012" y="3953938"/>
            <a:ext cx="1986000" cy="42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solidFill>
                  <a:schemeClr val="dk2"/>
                </a:solidFill>
                <a:latin typeface="Aldrich"/>
                <a:ea typeface="Aldrich"/>
                <a:cs typeface="Aldrich"/>
                <a:sym typeface="Aldrich"/>
              </a:rPr>
              <a:t>4th</a:t>
            </a:r>
            <a:r>
              <a:rPr lang="en" sz="2100">
                <a:solidFill>
                  <a:schemeClr val="dk2"/>
                </a:solidFill>
                <a:latin typeface="Aldrich"/>
                <a:ea typeface="Aldrich"/>
                <a:cs typeface="Aldrich"/>
                <a:sym typeface="Aldrich"/>
              </a:rPr>
              <a:t> step</a:t>
            </a:r>
            <a:endParaRPr sz="2100">
              <a:solidFill>
                <a:schemeClr val="dk2"/>
              </a:solidFill>
              <a:latin typeface="Aldrich"/>
              <a:ea typeface="Aldrich"/>
              <a:cs typeface="Aldrich"/>
              <a:sym typeface="Aldrich"/>
            </a:endParaRPr>
          </a:p>
        </p:txBody>
      </p:sp>
      <p:sp>
        <p:nvSpPr>
          <p:cNvPr id="2729" name="Google Shape;2729;p59"/>
          <p:cNvSpPr txBox="1"/>
          <p:nvPr/>
        </p:nvSpPr>
        <p:spPr>
          <a:xfrm>
            <a:off x="3350450" y="4357175"/>
            <a:ext cx="2370000" cy="42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  <a:latin typeface="Bai Jamjuree"/>
                <a:ea typeface="Bai Jamjuree"/>
                <a:cs typeface="Bai Jamjuree"/>
                <a:sym typeface="Bai Jamjuree"/>
              </a:rPr>
              <a:t>Model Build, Compile, Fit</a:t>
            </a:r>
            <a:endParaRPr b="1">
              <a:solidFill>
                <a:schemeClr val="lt1"/>
              </a:solidFill>
              <a:latin typeface="Bai Jamjuree"/>
              <a:ea typeface="Bai Jamjuree"/>
              <a:cs typeface="Bai Jamjuree"/>
              <a:sym typeface="Bai Jamjuree"/>
            </a:endParaRPr>
          </a:p>
        </p:txBody>
      </p:sp>
      <p:cxnSp>
        <p:nvCxnSpPr>
          <p:cNvPr id="2730" name="Google Shape;2730;p59"/>
          <p:cNvCxnSpPr>
            <a:endCxn id="2724" idx="0"/>
          </p:cNvCxnSpPr>
          <p:nvPr/>
        </p:nvCxnSpPr>
        <p:spPr>
          <a:xfrm flipH="1">
            <a:off x="2482737" y="1305100"/>
            <a:ext cx="1096200" cy="620400"/>
          </a:xfrm>
          <a:prstGeom prst="bentConnector2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731" name="Google Shape;2731;p59"/>
          <p:cNvCxnSpPr/>
          <p:nvPr/>
        </p:nvCxnSpPr>
        <p:spPr>
          <a:xfrm flipH="1" rot="-5400000">
            <a:off x="2235062" y="2894713"/>
            <a:ext cx="494700" cy="600"/>
          </a:xfrm>
          <a:prstGeom prst="bentConnector3">
            <a:avLst>
              <a:gd fmla="val 50000" name="adj1"/>
            </a:avLst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732" name="Google Shape;2732;p59"/>
          <p:cNvCxnSpPr>
            <a:endCxn id="2728" idx="1"/>
          </p:cNvCxnSpPr>
          <p:nvPr/>
        </p:nvCxnSpPr>
        <p:spPr>
          <a:xfrm>
            <a:off x="2481012" y="3955138"/>
            <a:ext cx="1098000" cy="209100"/>
          </a:xfrm>
          <a:prstGeom prst="bentConnector3">
            <a:avLst>
              <a:gd fmla="val -450" name="adj1"/>
            </a:avLst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733" name="Google Shape;2733;p59"/>
          <p:cNvCxnSpPr>
            <a:stCxn id="2728" idx="3"/>
            <a:endCxn id="2734" idx="2"/>
          </p:cNvCxnSpPr>
          <p:nvPr/>
        </p:nvCxnSpPr>
        <p:spPr>
          <a:xfrm flipH="1" rot="10800000">
            <a:off x="5565012" y="3097138"/>
            <a:ext cx="943800" cy="1067100"/>
          </a:xfrm>
          <a:prstGeom prst="bentConnector2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735" name="Google Shape;2735;p59"/>
          <p:cNvSpPr/>
          <p:nvPr/>
        </p:nvSpPr>
        <p:spPr>
          <a:xfrm>
            <a:off x="4294217" y="2617885"/>
            <a:ext cx="555517" cy="554294"/>
          </a:xfrm>
          <a:custGeom>
            <a:rect b="b" l="l" r="r" t="t"/>
            <a:pathLst>
              <a:path extrusionOk="0" h="11337" w="11362">
                <a:moveTo>
                  <a:pt x="11362" y="5668"/>
                </a:moveTo>
                <a:cubicBezTo>
                  <a:pt x="11362" y="8798"/>
                  <a:pt x="8823" y="11337"/>
                  <a:pt x="5669" y="11337"/>
                </a:cubicBezTo>
                <a:cubicBezTo>
                  <a:pt x="2539" y="11337"/>
                  <a:pt x="1" y="8798"/>
                  <a:pt x="1" y="5668"/>
                </a:cubicBezTo>
                <a:cubicBezTo>
                  <a:pt x="1" y="2539"/>
                  <a:pt x="2539" y="0"/>
                  <a:pt x="5669" y="0"/>
                </a:cubicBezTo>
                <a:cubicBezTo>
                  <a:pt x="8823" y="0"/>
                  <a:pt x="11362" y="2539"/>
                  <a:pt x="11362" y="5668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736" name="Google Shape;2736;p59"/>
          <p:cNvGrpSpPr/>
          <p:nvPr/>
        </p:nvGrpSpPr>
        <p:grpSpPr>
          <a:xfrm>
            <a:off x="4413556" y="2749221"/>
            <a:ext cx="311764" cy="312622"/>
            <a:chOff x="-1333200" y="2770450"/>
            <a:chExt cx="291450" cy="292225"/>
          </a:xfrm>
        </p:grpSpPr>
        <p:sp>
          <p:nvSpPr>
            <p:cNvPr id="2737" name="Google Shape;2737;p59"/>
            <p:cNvSpPr/>
            <p:nvPr/>
          </p:nvSpPr>
          <p:spPr>
            <a:xfrm>
              <a:off x="-1299325" y="2808250"/>
              <a:ext cx="222925" cy="134725"/>
            </a:xfrm>
            <a:custGeom>
              <a:rect b="b" l="l" r="r" t="t"/>
              <a:pathLst>
                <a:path extrusionOk="0" h="5389" w="8917">
                  <a:moveTo>
                    <a:pt x="7877" y="631"/>
                  </a:moveTo>
                  <a:cubicBezTo>
                    <a:pt x="8066" y="631"/>
                    <a:pt x="8223" y="789"/>
                    <a:pt x="8223" y="978"/>
                  </a:cubicBezTo>
                  <a:cubicBezTo>
                    <a:pt x="8223" y="1167"/>
                    <a:pt x="8066" y="1324"/>
                    <a:pt x="7877" y="1324"/>
                  </a:cubicBezTo>
                  <a:cubicBezTo>
                    <a:pt x="7656" y="1324"/>
                    <a:pt x="7498" y="1167"/>
                    <a:pt x="7498" y="978"/>
                  </a:cubicBezTo>
                  <a:cubicBezTo>
                    <a:pt x="7498" y="789"/>
                    <a:pt x="7656" y="631"/>
                    <a:pt x="7877" y="631"/>
                  </a:cubicBezTo>
                  <a:close/>
                  <a:moveTo>
                    <a:pt x="3056" y="1293"/>
                  </a:moveTo>
                  <a:cubicBezTo>
                    <a:pt x="3245" y="1293"/>
                    <a:pt x="3403" y="1450"/>
                    <a:pt x="3403" y="1639"/>
                  </a:cubicBezTo>
                  <a:cubicBezTo>
                    <a:pt x="3403" y="1828"/>
                    <a:pt x="3245" y="1986"/>
                    <a:pt x="3056" y="1986"/>
                  </a:cubicBezTo>
                  <a:cubicBezTo>
                    <a:pt x="2867" y="1986"/>
                    <a:pt x="2710" y="1828"/>
                    <a:pt x="2710" y="1639"/>
                  </a:cubicBezTo>
                  <a:cubicBezTo>
                    <a:pt x="2741" y="1450"/>
                    <a:pt x="2899" y="1293"/>
                    <a:pt x="3056" y="1293"/>
                  </a:cubicBezTo>
                  <a:close/>
                  <a:moveTo>
                    <a:pt x="5797" y="3340"/>
                  </a:moveTo>
                  <a:cubicBezTo>
                    <a:pt x="6018" y="3340"/>
                    <a:pt x="6175" y="3498"/>
                    <a:pt x="6175" y="3687"/>
                  </a:cubicBezTo>
                  <a:cubicBezTo>
                    <a:pt x="6175" y="3876"/>
                    <a:pt x="6018" y="4034"/>
                    <a:pt x="5797" y="4034"/>
                  </a:cubicBezTo>
                  <a:cubicBezTo>
                    <a:pt x="5608" y="4034"/>
                    <a:pt x="5451" y="3876"/>
                    <a:pt x="5451" y="3687"/>
                  </a:cubicBezTo>
                  <a:cubicBezTo>
                    <a:pt x="5451" y="3498"/>
                    <a:pt x="5608" y="3340"/>
                    <a:pt x="5797" y="3340"/>
                  </a:cubicBezTo>
                  <a:close/>
                  <a:moveTo>
                    <a:pt x="1008" y="4034"/>
                  </a:moveTo>
                  <a:cubicBezTo>
                    <a:pt x="1198" y="4034"/>
                    <a:pt x="1355" y="4191"/>
                    <a:pt x="1355" y="4412"/>
                  </a:cubicBezTo>
                  <a:cubicBezTo>
                    <a:pt x="1355" y="4601"/>
                    <a:pt x="1198" y="4758"/>
                    <a:pt x="1008" y="4758"/>
                  </a:cubicBezTo>
                  <a:cubicBezTo>
                    <a:pt x="819" y="4758"/>
                    <a:pt x="662" y="4601"/>
                    <a:pt x="662" y="4412"/>
                  </a:cubicBezTo>
                  <a:cubicBezTo>
                    <a:pt x="662" y="4191"/>
                    <a:pt x="819" y="4034"/>
                    <a:pt x="1008" y="4034"/>
                  </a:cubicBezTo>
                  <a:close/>
                  <a:moveTo>
                    <a:pt x="7908" y="1"/>
                  </a:moveTo>
                  <a:cubicBezTo>
                    <a:pt x="7341" y="1"/>
                    <a:pt x="6868" y="474"/>
                    <a:pt x="6868" y="1009"/>
                  </a:cubicBezTo>
                  <a:cubicBezTo>
                    <a:pt x="6868" y="1198"/>
                    <a:pt x="6963" y="1419"/>
                    <a:pt x="7026" y="1576"/>
                  </a:cubicBezTo>
                  <a:lnTo>
                    <a:pt x="6112" y="2742"/>
                  </a:lnTo>
                  <a:cubicBezTo>
                    <a:pt x="6032" y="2722"/>
                    <a:pt x="5943" y="2711"/>
                    <a:pt x="5850" y="2711"/>
                  </a:cubicBezTo>
                  <a:cubicBezTo>
                    <a:pt x="5650" y="2711"/>
                    <a:pt x="5434" y="2760"/>
                    <a:pt x="5262" y="2868"/>
                  </a:cubicBezTo>
                  <a:lnTo>
                    <a:pt x="4096" y="1954"/>
                  </a:lnTo>
                  <a:cubicBezTo>
                    <a:pt x="4127" y="1891"/>
                    <a:pt x="4127" y="1765"/>
                    <a:pt x="4127" y="1639"/>
                  </a:cubicBezTo>
                  <a:cubicBezTo>
                    <a:pt x="4127" y="1104"/>
                    <a:pt x="3655" y="631"/>
                    <a:pt x="3088" y="631"/>
                  </a:cubicBezTo>
                  <a:cubicBezTo>
                    <a:pt x="2552" y="631"/>
                    <a:pt x="2080" y="1104"/>
                    <a:pt x="2080" y="1639"/>
                  </a:cubicBezTo>
                  <a:cubicBezTo>
                    <a:pt x="2080" y="1828"/>
                    <a:pt x="2143" y="2049"/>
                    <a:pt x="2237" y="2206"/>
                  </a:cubicBezTo>
                  <a:lnTo>
                    <a:pt x="1324" y="3372"/>
                  </a:lnTo>
                  <a:cubicBezTo>
                    <a:pt x="1261" y="3340"/>
                    <a:pt x="1134" y="3340"/>
                    <a:pt x="1008" y="3340"/>
                  </a:cubicBezTo>
                  <a:cubicBezTo>
                    <a:pt x="441" y="3340"/>
                    <a:pt x="0" y="3813"/>
                    <a:pt x="0" y="4349"/>
                  </a:cubicBezTo>
                  <a:cubicBezTo>
                    <a:pt x="0" y="4947"/>
                    <a:pt x="441" y="5388"/>
                    <a:pt x="1008" y="5388"/>
                  </a:cubicBezTo>
                  <a:cubicBezTo>
                    <a:pt x="1576" y="5388"/>
                    <a:pt x="2017" y="4916"/>
                    <a:pt x="2017" y="4349"/>
                  </a:cubicBezTo>
                  <a:cubicBezTo>
                    <a:pt x="2017" y="4160"/>
                    <a:pt x="1954" y="3971"/>
                    <a:pt x="1859" y="3813"/>
                  </a:cubicBezTo>
                  <a:lnTo>
                    <a:pt x="2773" y="2616"/>
                  </a:lnTo>
                  <a:cubicBezTo>
                    <a:pt x="2875" y="2650"/>
                    <a:pt x="2980" y="2667"/>
                    <a:pt x="3087" y="2667"/>
                  </a:cubicBezTo>
                  <a:cubicBezTo>
                    <a:pt x="3278" y="2667"/>
                    <a:pt x="3473" y="2611"/>
                    <a:pt x="3655" y="2490"/>
                  </a:cubicBezTo>
                  <a:lnTo>
                    <a:pt x="4821" y="3403"/>
                  </a:lnTo>
                  <a:cubicBezTo>
                    <a:pt x="4789" y="3498"/>
                    <a:pt x="4789" y="3624"/>
                    <a:pt x="4789" y="3719"/>
                  </a:cubicBezTo>
                  <a:cubicBezTo>
                    <a:pt x="4789" y="4286"/>
                    <a:pt x="5262" y="4758"/>
                    <a:pt x="5797" y="4758"/>
                  </a:cubicBezTo>
                  <a:cubicBezTo>
                    <a:pt x="6364" y="4758"/>
                    <a:pt x="6837" y="4286"/>
                    <a:pt x="6837" y="3719"/>
                  </a:cubicBezTo>
                  <a:cubicBezTo>
                    <a:pt x="6837" y="3529"/>
                    <a:pt x="6742" y="3340"/>
                    <a:pt x="6679" y="3183"/>
                  </a:cubicBezTo>
                  <a:lnTo>
                    <a:pt x="7593" y="1986"/>
                  </a:lnTo>
                  <a:cubicBezTo>
                    <a:pt x="7656" y="2049"/>
                    <a:pt x="7782" y="2049"/>
                    <a:pt x="7908" y="2049"/>
                  </a:cubicBezTo>
                  <a:cubicBezTo>
                    <a:pt x="8444" y="2049"/>
                    <a:pt x="8916" y="1576"/>
                    <a:pt x="8916" y="1009"/>
                  </a:cubicBezTo>
                  <a:cubicBezTo>
                    <a:pt x="8916" y="474"/>
                    <a:pt x="8444" y="1"/>
                    <a:pt x="790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38" name="Google Shape;2738;p59"/>
            <p:cNvSpPr/>
            <p:nvPr/>
          </p:nvSpPr>
          <p:spPr>
            <a:xfrm>
              <a:off x="-1333200" y="2770450"/>
              <a:ext cx="291450" cy="292225"/>
            </a:xfrm>
            <a:custGeom>
              <a:rect b="b" l="l" r="r" t="t"/>
              <a:pathLst>
                <a:path extrusionOk="0" h="11689" w="11658">
                  <a:moveTo>
                    <a:pt x="10586" y="725"/>
                  </a:moveTo>
                  <a:cubicBezTo>
                    <a:pt x="10807" y="725"/>
                    <a:pt x="10964" y="883"/>
                    <a:pt x="10964" y="1072"/>
                  </a:cubicBezTo>
                  <a:lnTo>
                    <a:pt x="10964" y="7593"/>
                  </a:lnTo>
                  <a:lnTo>
                    <a:pt x="631" y="7593"/>
                  </a:lnTo>
                  <a:lnTo>
                    <a:pt x="631" y="1072"/>
                  </a:lnTo>
                  <a:cubicBezTo>
                    <a:pt x="662" y="883"/>
                    <a:pt x="820" y="725"/>
                    <a:pt x="977" y="725"/>
                  </a:cubicBezTo>
                  <a:close/>
                  <a:moveTo>
                    <a:pt x="10996" y="8286"/>
                  </a:moveTo>
                  <a:lnTo>
                    <a:pt x="10996" y="8633"/>
                  </a:lnTo>
                  <a:cubicBezTo>
                    <a:pt x="10996" y="8822"/>
                    <a:pt x="10838" y="8980"/>
                    <a:pt x="10618" y="8980"/>
                  </a:cubicBezTo>
                  <a:lnTo>
                    <a:pt x="1009" y="8980"/>
                  </a:lnTo>
                  <a:cubicBezTo>
                    <a:pt x="820" y="8980"/>
                    <a:pt x="662" y="8822"/>
                    <a:pt x="662" y="8633"/>
                  </a:cubicBezTo>
                  <a:lnTo>
                    <a:pt x="662" y="8286"/>
                  </a:lnTo>
                  <a:close/>
                  <a:moveTo>
                    <a:pt x="6617" y="9641"/>
                  </a:moveTo>
                  <a:lnTo>
                    <a:pt x="6932" y="11027"/>
                  </a:lnTo>
                  <a:lnTo>
                    <a:pt x="4632" y="11027"/>
                  </a:lnTo>
                  <a:lnTo>
                    <a:pt x="4947" y="9641"/>
                  </a:lnTo>
                  <a:close/>
                  <a:moveTo>
                    <a:pt x="1009" y="1"/>
                  </a:moveTo>
                  <a:cubicBezTo>
                    <a:pt x="473" y="1"/>
                    <a:pt x="1" y="473"/>
                    <a:pt x="1" y="1040"/>
                  </a:cubicBezTo>
                  <a:lnTo>
                    <a:pt x="1" y="8570"/>
                  </a:lnTo>
                  <a:cubicBezTo>
                    <a:pt x="1" y="9137"/>
                    <a:pt x="473" y="9610"/>
                    <a:pt x="1009" y="9610"/>
                  </a:cubicBezTo>
                  <a:lnTo>
                    <a:pt x="4285" y="9610"/>
                  </a:lnTo>
                  <a:lnTo>
                    <a:pt x="3970" y="10996"/>
                  </a:lnTo>
                  <a:lnTo>
                    <a:pt x="3057" y="10996"/>
                  </a:lnTo>
                  <a:cubicBezTo>
                    <a:pt x="2868" y="10996"/>
                    <a:pt x="2710" y="11153"/>
                    <a:pt x="2710" y="11342"/>
                  </a:cubicBezTo>
                  <a:cubicBezTo>
                    <a:pt x="2710" y="11531"/>
                    <a:pt x="2868" y="11689"/>
                    <a:pt x="3057" y="11689"/>
                  </a:cubicBezTo>
                  <a:lnTo>
                    <a:pt x="8538" y="11689"/>
                  </a:lnTo>
                  <a:cubicBezTo>
                    <a:pt x="8727" y="11689"/>
                    <a:pt x="8885" y="11531"/>
                    <a:pt x="8885" y="11342"/>
                  </a:cubicBezTo>
                  <a:cubicBezTo>
                    <a:pt x="8885" y="11153"/>
                    <a:pt x="8727" y="10996"/>
                    <a:pt x="8538" y="10996"/>
                  </a:cubicBezTo>
                  <a:lnTo>
                    <a:pt x="7625" y="10996"/>
                  </a:lnTo>
                  <a:lnTo>
                    <a:pt x="7310" y="9610"/>
                  </a:lnTo>
                  <a:lnTo>
                    <a:pt x="10618" y="9610"/>
                  </a:lnTo>
                  <a:cubicBezTo>
                    <a:pt x="11185" y="9610"/>
                    <a:pt x="11657" y="9137"/>
                    <a:pt x="11657" y="8570"/>
                  </a:cubicBezTo>
                  <a:lnTo>
                    <a:pt x="11657" y="1040"/>
                  </a:lnTo>
                  <a:cubicBezTo>
                    <a:pt x="11657" y="473"/>
                    <a:pt x="11185" y="1"/>
                    <a:pt x="1061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739" name="Google Shape;2739;p59"/>
          <p:cNvGrpSpPr/>
          <p:nvPr/>
        </p:nvGrpSpPr>
        <p:grpSpPr>
          <a:xfrm>
            <a:off x="7246258" y="1170071"/>
            <a:ext cx="793256" cy="182899"/>
            <a:chOff x="2685575" y="2835950"/>
            <a:chExt cx="433000" cy="99825"/>
          </a:xfrm>
        </p:grpSpPr>
        <p:sp>
          <p:nvSpPr>
            <p:cNvPr id="2740" name="Google Shape;2740;p59"/>
            <p:cNvSpPr/>
            <p:nvPr/>
          </p:nvSpPr>
          <p:spPr>
            <a:xfrm>
              <a:off x="3032250" y="2835950"/>
              <a:ext cx="86325" cy="99825"/>
            </a:xfrm>
            <a:custGeom>
              <a:rect b="b" l="l" r="r" t="t"/>
              <a:pathLst>
                <a:path extrusionOk="0" h="3993" w="3453">
                  <a:moveTo>
                    <a:pt x="3453" y="0"/>
                  </a:moveTo>
                  <a:lnTo>
                    <a:pt x="0" y="2006"/>
                  </a:lnTo>
                  <a:lnTo>
                    <a:pt x="3453" y="3993"/>
                  </a:lnTo>
                  <a:lnTo>
                    <a:pt x="3453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41" name="Google Shape;2741;p59"/>
            <p:cNvSpPr/>
            <p:nvPr/>
          </p:nvSpPr>
          <p:spPr>
            <a:xfrm>
              <a:off x="2917000" y="2835950"/>
              <a:ext cx="85850" cy="99825"/>
            </a:xfrm>
            <a:custGeom>
              <a:rect b="b" l="l" r="r" t="t"/>
              <a:pathLst>
                <a:path extrusionOk="0" h="3993" w="3434">
                  <a:moveTo>
                    <a:pt x="3434" y="0"/>
                  </a:moveTo>
                  <a:lnTo>
                    <a:pt x="1" y="2006"/>
                  </a:lnTo>
                  <a:lnTo>
                    <a:pt x="3434" y="3993"/>
                  </a:lnTo>
                  <a:lnTo>
                    <a:pt x="3434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42" name="Google Shape;2742;p59"/>
            <p:cNvSpPr/>
            <p:nvPr/>
          </p:nvSpPr>
          <p:spPr>
            <a:xfrm>
              <a:off x="2801300" y="2835950"/>
              <a:ext cx="86325" cy="99825"/>
            </a:xfrm>
            <a:custGeom>
              <a:rect b="b" l="l" r="r" t="t"/>
              <a:pathLst>
                <a:path extrusionOk="0" h="3993" w="3453">
                  <a:moveTo>
                    <a:pt x="3452" y="0"/>
                  </a:moveTo>
                  <a:lnTo>
                    <a:pt x="0" y="2006"/>
                  </a:lnTo>
                  <a:lnTo>
                    <a:pt x="3452" y="3993"/>
                  </a:lnTo>
                  <a:lnTo>
                    <a:pt x="3452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43" name="Google Shape;2743;p59"/>
            <p:cNvSpPr/>
            <p:nvPr/>
          </p:nvSpPr>
          <p:spPr>
            <a:xfrm>
              <a:off x="2685575" y="2835950"/>
              <a:ext cx="86325" cy="99825"/>
            </a:xfrm>
            <a:custGeom>
              <a:rect b="b" l="l" r="r" t="t"/>
              <a:pathLst>
                <a:path extrusionOk="0" h="3993" w="3453">
                  <a:moveTo>
                    <a:pt x="3453" y="0"/>
                  </a:moveTo>
                  <a:lnTo>
                    <a:pt x="0" y="2006"/>
                  </a:lnTo>
                  <a:lnTo>
                    <a:pt x="3453" y="3993"/>
                  </a:lnTo>
                  <a:lnTo>
                    <a:pt x="3453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744" name="Google Shape;2744;p59"/>
          <p:cNvSpPr/>
          <p:nvPr/>
        </p:nvSpPr>
        <p:spPr>
          <a:xfrm>
            <a:off x="7770424" y="4641864"/>
            <a:ext cx="356100" cy="3561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45" name="Google Shape;2745;p59"/>
          <p:cNvSpPr/>
          <p:nvPr/>
        </p:nvSpPr>
        <p:spPr>
          <a:xfrm rot="-5400000">
            <a:off x="7837924" y="4715039"/>
            <a:ext cx="221100" cy="182100"/>
          </a:xfrm>
          <a:prstGeom prst="homePlate">
            <a:avLst>
              <a:gd fmla="val 50000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46" name="Google Shape;2746;p59">
            <a:hlinkClick/>
          </p:cNvPr>
          <p:cNvSpPr/>
          <p:nvPr/>
        </p:nvSpPr>
        <p:spPr>
          <a:xfrm>
            <a:off x="7770424" y="4641864"/>
            <a:ext cx="356100" cy="356100"/>
          </a:xfrm>
          <a:prstGeom prst="ellipse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47" name="Google Shape;2747;p59">
            <a:hlinkClick action="ppaction://hlinkshowjump?jump=previousslide"/>
          </p:cNvPr>
          <p:cNvSpPr/>
          <p:nvPr/>
        </p:nvSpPr>
        <p:spPr>
          <a:xfrm>
            <a:off x="7462717" y="4728472"/>
            <a:ext cx="158147" cy="182899"/>
          </a:xfrm>
          <a:custGeom>
            <a:rect b="b" l="l" r="r" t="t"/>
            <a:pathLst>
              <a:path extrusionOk="0" h="3993" w="3453">
                <a:moveTo>
                  <a:pt x="3453" y="0"/>
                </a:moveTo>
                <a:lnTo>
                  <a:pt x="0" y="2006"/>
                </a:lnTo>
                <a:lnTo>
                  <a:pt x="3453" y="3993"/>
                </a:lnTo>
                <a:lnTo>
                  <a:pt x="3453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48" name="Google Shape;2748;p59">
            <a:hlinkClick action="ppaction://hlinkshowjump?jump=nextslide"/>
          </p:cNvPr>
          <p:cNvSpPr/>
          <p:nvPr/>
        </p:nvSpPr>
        <p:spPr>
          <a:xfrm flipH="1">
            <a:off x="8276954" y="4728472"/>
            <a:ext cx="157277" cy="182899"/>
          </a:xfrm>
          <a:custGeom>
            <a:rect b="b" l="l" r="r" t="t"/>
            <a:pathLst>
              <a:path extrusionOk="0" h="3993" w="3434">
                <a:moveTo>
                  <a:pt x="3434" y="0"/>
                </a:moveTo>
                <a:lnTo>
                  <a:pt x="1" y="2006"/>
                </a:lnTo>
                <a:lnTo>
                  <a:pt x="3434" y="3993"/>
                </a:lnTo>
                <a:lnTo>
                  <a:pt x="3434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49" name="Google Shape;2749;p59"/>
          <p:cNvSpPr txBox="1"/>
          <p:nvPr/>
        </p:nvSpPr>
        <p:spPr>
          <a:xfrm>
            <a:off x="5542587" y="2393938"/>
            <a:ext cx="1986000" cy="42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solidFill>
                  <a:schemeClr val="dk2"/>
                </a:solidFill>
                <a:latin typeface="Aldrich"/>
                <a:ea typeface="Aldrich"/>
                <a:cs typeface="Aldrich"/>
                <a:sym typeface="Aldrich"/>
              </a:rPr>
              <a:t>5</a:t>
            </a:r>
            <a:r>
              <a:rPr lang="en" sz="2100">
                <a:solidFill>
                  <a:schemeClr val="dk2"/>
                </a:solidFill>
                <a:latin typeface="Aldrich"/>
                <a:ea typeface="Aldrich"/>
                <a:cs typeface="Aldrich"/>
                <a:sym typeface="Aldrich"/>
              </a:rPr>
              <a:t>th step</a:t>
            </a:r>
            <a:endParaRPr sz="2100">
              <a:solidFill>
                <a:schemeClr val="dk2"/>
              </a:solidFill>
              <a:latin typeface="Aldrich"/>
              <a:ea typeface="Aldrich"/>
              <a:cs typeface="Aldrich"/>
              <a:sym typeface="Aldrich"/>
            </a:endParaRPr>
          </a:p>
        </p:txBody>
      </p:sp>
      <p:sp>
        <p:nvSpPr>
          <p:cNvPr id="2750" name="Google Shape;2750;p59"/>
          <p:cNvSpPr txBox="1"/>
          <p:nvPr/>
        </p:nvSpPr>
        <p:spPr>
          <a:xfrm>
            <a:off x="5390225" y="2797175"/>
            <a:ext cx="2304000" cy="42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  <a:latin typeface="Bai Jamjuree"/>
                <a:ea typeface="Bai Jamjuree"/>
                <a:cs typeface="Bai Jamjuree"/>
                <a:sym typeface="Bai Jamjuree"/>
              </a:rPr>
              <a:t>Model Evaluate</a:t>
            </a:r>
            <a:endParaRPr b="1">
              <a:solidFill>
                <a:schemeClr val="lt1"/>
              </a:solidFill>
              <a:latin typeface="Bai Jamjuree"/>
              <a:ea typeface="Bai Jamjuree"/>
              <a:cs typeface="Bai Jamjuree"/>
              <a:sym typeface="Bai Jamjuree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mph" presetID="8" presetSubtype="0">
                                  <p:stCondLst>
                                    <p:cond delay="0"/>
                                  </p:stCondLst>
                                  <p:childTnLst>
                                    <p:animRot by="-21600000">
                                      <p:cBhvr>
                                        <p:cTn dur="1000" fill="hold"/>
                                        <p:tgtEl>
                                          <p:spTgt spid="270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7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27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27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7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7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7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7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7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7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7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7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7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7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7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7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27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269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7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7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7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7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7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54" name="Shape 27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5" name="Google Shape;2755;p60"/>
          <p:cNvSpPr txBox="1"/>
          <p:nvPr>
            <p:ph type="title"/>
          </p:nvPr>
        </p:nvSpPr>
        <p:spPr>
          <a:xfrm>
            <a:off x="715500" y="538250"/>
            <a:ext cx="7713000" cy="4206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 Splitting</a:t>
            </a:r>
            <a:endParaRPr/>
          </a:p>
        </p:txBody>
      </p:sp>
      <p:sp>
        <p:nvSpPr>
          <p:cNvPr id="2756" name="Google Shape;2756;p60"/>
          <p:cNvSpPr txBox="1"/>
          <p:nvPr/>
        </p:nvSpPr>
        <p:spPr>
          <a:xfrm>
            <a:off x="1210425" y="1258842"/>
            <a:ext cx="1158300" cy="415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en" sz="1600">
                <a:solidFill>
                  <a:schemeClr val="lt2"/>
                </a:solidFill>
                <a:latin typeface="Aldrich"/>
                <a:ea typeface="Aldrich"/>
                <a:cs typeface="Aldrich"/>
                <a:sym typeface="Aldrich"/>
              </a:rPr>
              <a:t>Validation Set</a:t>
            </a:r>
            <a:endParaRPr sz="1600">
              <a:solidFill>
                <a:schemeClr val="lt2"/>
              </a:solidFill>
              <a:latin typeface="Aldrich"/>
              <a:ea typeface="Aldrich"/>
              <a:cs typeface="Aldrich"/>
              <a:sym typeface="Aldrich"/>
            </a:endParaRPr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lt2"/>
              </a:solidFill>
              <a:latin typeface="Aldrich"/>
              <a:ea typeface="Aldrich"/>
              <a:cs typeface="Aldrich"/>
              <a:sym typeface="Aldrich"/>
            </a:endParaRPr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lt2"/>
              </a:solidFill>
              <a:latin typeface="Aldrich"/>
              <a:ea typeface="Aldrich"/>
              <a:cs typeface="Aldrich"/>
              <a:sym typeface="Aldrich"/>
            </a:endParaRPr>
          </a:p>
        </p:txBody>
      </p:sp>
      <p:sp>
        <p:nvSpPr>
          <p:cNvPr id="2757" name="Google Shape;2757;p60"/>
          <p:cNvSpPr txBox="1"/>
          <p:nvPr/>
        </p:nvSpPr>
        <p:spPr>
          <a:xfrm flipH="1">
            <a:off x="1445500" y="4529388"/>
            <a:ext cx="1158300" cy="26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35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2"/>
                </a:solidFill>
                <a:latin typeface="Aldrich"/>
                <a:ea typeface="Aldrich"/>
                <a:cs typeface="Aldrich"/>
                <a:sym typeface="Aldrich"/>
              </a:rPr>
              <a:t>Train Set</a:t>
            </a:r>
            <a:endParaRPr sz="1600">
              <a:solidFill>
                <a:schemeClr val="dk2"/>
              </a:solidFill>
              <a:latin typeface="Aldrich"/>
              <a:ea typeface="Aldrich"/>
              <a:cs typeface="Aldrich"/>
              <a:sym typeface="Aldrich"/>
            </a:endParaRPr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2"/>
              </a:solidFill>
              <a:latin typeface="Aldrich"/>
              <a:ea typeface="Aldrich"/>
              <a:cs typeface="Aldrich"/>
              <a:sym typeface="Aldrich"/>
            </a:endParaRPr>
          </a:p>
        </p:txBody>
      </p:sp>
      <p:sp>
        <p:nvSpPr>
          <p:cNvPr id="2758" name="Google Shape;2758;p60"/>
          <p:cNvSpPr txBox="1"/>
          <p:nvPr/>
        </p:nvSpPr>
        <p:spPr>
          <a:xfrm flipH="1">
            <a:off x="152400" y="1994975"/>
            <a:ext cx="723900" cy="54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accent1"/>
                </a:solidFill>
                <a:latin typeface="Aldrich"/>
                <a:ea typeface="Aldrich"/>
                <a:cs typeface="Aldrich"/>
                <a:sym typeface="Aldrich"/>
              </a:rPr>
              <a:t>Test Set  </a:t>
            </a:r>
            <a:endParaRPr sz="1600">
              <a:solidFill>
                <a:schemeClr val="accent1"/>
              </a:solidFill>
              <a:latin typeface="Aldrich"/>
              <a:ea typeface="Aldrich"/>
              <a:cs typeface="Aldrich"/>
              <a:sym typeface="Aldrich"/>
            </a:endParaRPr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accent1"/>
              </a:solidFill>
              <a:latin typeface="Aldrich"/>
              <a:ea typeface="Aldrich"/>
              <a:cs typeface="Aldrich"/>
              <a:sym typeface="Aldrich"/>
            </a:endParaRPr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accent1"/>
              </a:solidFill>
              <a:latin typeface="Aldrich"/>
              <a:ea typeface="Aldrich"/>
              <a:cs typeface="Aldrich"/>
              <a:sym typeface="Aldrich"/>
            </a:endParaRPr>
          </a:p>
        </p:txBody>
      </p:sp>
      <p:sp>
        <p:nvSpPr>
          <p:cNvPr id="2759" name="Google Shape;2759;p60"/>
          <p:cNvSpPr txBox="1"/>
          <p:nvPr/>
        </p:nvSpPr>
        <p:spPr>
          <a:xfrm flipH="1">
            <a:off x="676050" y="2146250"/>
            <a:ext cx="565500" cy="26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accent1"/>
                </a:solidFill>
                <a:latin typeface="Aldrich"/>
                <a:ea typeface="Aldrich"/>
                <a:cs typeface="Aldrich"/>
                <a:sym typeface="Aldrich"/>
              </a:rPr>
              <a:t>10%</a:t>
            </a:r>
            <a:endParaRPr sz="1600">
              <a:solidFill>
                <a:schemeClr val="accent1"/>
              </a:solidFill>
              <a:latin typeface="Aldrich"/>
              <a:ea typeface="Aldrich"/>
              <a:cs typeface="Aldrich"/>
              <a:sym typeface="Aldrich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accent1"/>
              </a:solidFill>
              <a:latin typeface="Aldrich"/>
              <a:ea typeface="Aldrich"/>
              <a:cs typeface="Aldrich"/>
              <a:sym typeface="Aldrich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accent1"/>
              </a:solidFill>
              <a:latin typeface="Aldrich"/>
              <a:ea typeface="Aldrich"/>
              <a:cs typeface="Aldrich"/>
              <a:sym typeface="Aldrich"/>
            </a:endParaRPr>
          </a:p>
        </p:txBody>
      </p:sp>
      <p:sp>
        <p:nvSpPr>
          <p:cNvPr id="2760" name="Google Shape;2760;p60"/>
          <p:cNvSpPr txBox="1"/>
          <p:nvPr/>
        </p:nvSpPr>
        <p:spPr>
          <a:xfrm>
            <a:off x="2285453" y="1405876"/>
            <a:ext cx="692400" cy="23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en" sz="1600">
                <a:solidFill>
                  <a:schemeClr val="lt2"/>
                </a:solidFill>
                <a:latin typeface="Aldrich"/>
                <a:ea typeface="Aldrich"/>
                <a:cs typeface="Aldrich"/>
                <a:sym typeface="Aldrich"/>
              </a:rPr>
              <a:t>10%</a:t>
            </a:r>
            <a:endParaRPr sz="1600">
              <a:solidFill>
                <a:schemeClr val="lt2"/>
              </a:solidFill>
              <a:latin typeface="Aldrich"/>
              <a:ea typeface="Aldrich"/>
              <a:cs typeface="Aldrich"/>
              <a:sym typeface="Aldrich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lt2"/>
              </a:solidFill>
              <a:latin typeface="Aldrich"/>
              <a:ea typeface="Aldrich"/>
              <a:cs typeface="Aldrich"/>
              <a:sym typeface="Aldrich"/>
            </a:endParaRPr>
          </a:p>
        </p:txBody>
      </p:sp>
      <p:sp>
        <p:nvSpPr>
          <p:cNvPr id="2761" name="Google Shape;2761;p60"/>
          <p:cNvSpPr txBox="1"/>
          <p:nvPr/>
        </p:nvSpPr>
        <p:spPr>
          <a:xfrm flipH="1">
            <a:off x="2603800" y="4529400"/>
            <a:ext cx="723900" cy="26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3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2"/>
                </a:solidFill>
                <a:latin typeface="Aldrich"/>
                <a:ea typeface="Aldrich"/>
                <a:cs typeface="Aldrich"/>
                <a:sym typeface="Aldrich"/>
              </a:rPr>
              <a:t>80%</a:t>
            </a:r>
            <a:endParaRPr sz="1600">
              <a:solidFill>
                <a:schemeClr val="dk2"/>
              </a:solidFill>
              <a:latin typeface="Aldrich"/>
              <a:ea typeface="Aldrich"/>
              <a:cs typeface="Aldrich"/>
              <a:sym typeface="Aldrich"/>
            </a:endParaRPr>
          </a:p>
        </p:txBody>
      </p:sp>
      <p:grpSp>
        <p:nvGrpSpPr>
          <p:cNvPr id="2762" name="Google Shape;2762;p60"/>
          <p:cNvGrpSpPr/>
          <p:nvPr/>
        </p:nvGrpSpPr>
        <p:grpSpPr>
          <a:xfrm>
            <a:off x="4151697" y="4869871"/>
            <a:ext cx="793256" cy="182899"/>
            <a:chOff x="2685575" y="2835950"/>
            <a:chExt cx="433000" cy="99825"/>
          </a:xfrm>
        </p:grpSpPr>
        <p:sp>
          <p:nvSpPr>
            <p:cNvPr id="2763" name="Google Shape;2763;p60"/>
            <p:cNvSpPr/>
            <p:nvPr/>
          </p:nvSpPr>
          <p:spPr>
            <a:xfrm>
              <a:off x="3032250" y="2835950"/>
              <a:ext cx="86325" cy="99825"/>
            </a:xfrm>
            <a:custGeom>
              <a:rect b="b" l="l" r="r" t="t"/>
              <a:pathLst>
                <a:path extrusionOk="0" h="3993" w="3453">
                  <a:moveTo>
                    <a:pt x="3453" y="0"/>
                  </a:moveTo>
                  <a:lnTo>
                    <a:pt x="0" y="2006"/>
                  </a:lnTo>
                  <a:lnTo>
                    <a:pt x="3453" y="3993"/>
                  </a:lnTo>
                  <a:lnTo>
                    <a:pt x="3453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64" name="Google Shape;2764;p60"/>
            <p:cNvSpPr/>
            <p:nvPr/>
          </p:nvSpPr>
          <p:spPr>
            <a:xfrm>
              <a:off x="2917000" y="2835950"/>
              <a:ext cx="85850" cy="99825"/>
            </a:xfrm>
            <a:custGeom>
              <a:rect b="b" l="l" r="r" t="t"/>
              <a:pathLst>
                <a:path extrusionOk="0" h="3993" w="3434">
                  <a:moveTo>
                    <a:pt x="3434" y="0"/>
                  </a:moveTo>
                  <a:lnTo>
                    <a:pt x="1" y="2006"/>
                  </a:lnTo>
                  <a:lnTo>
                    <a:pt x="3434" y="3993"/>
                  </a:lnTo>
                  <a:lnTo>
                    <a:pt x="3434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65" name="Google Shape;2765;p60"/>
            <p:cNvSpPr/>
            <p:nvPr/>
          </p:nvSpPr>
          <p:spPr>
            <a:xfrm>
              <a:off x="2801300" y="2835950"/>
              <a:ext cx="86325" cy="99825"/>
            </a:xfrm>
            <a:custGeom>
              <a:rect b="b" l="l" r="r" t="t"/>
              <a:pathLst>
                <a:path extrusionOk="0" h="3993" w="3453">
                  <a:moveTo>
                    <a:pt x="3452" y="0"/>
                  </a:moveTo>
                  <a:lnTo>
                    <a:pt x="0" y="2006"/>
                  </a:lnTo>
                  <a:lnTo>
                    <a:pt x="3452" y="3993"/>
                  </a:lnTo>
                  <a:lnTo>
                    <a:pt x="3452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66" name="Google Shape;2766;p60"/>
            <p:cNvSpPr/>
            <p:nvPr/>
          </p:nvSpPr>
          <p:spPr>
            <a:xfrm>
              <a:off x="2685575" y="2835950"/>
              <a:ext cx="86325" cy="99825"/>
            </a:xfrm>
            <a:custGeom>
              <a:rect b="b" l="l" r="r" t="t"/>
              <a:pathLst>
                <a:path extrusionOk="0" h="3993" w="3453">
                  <a:moveTo>
                    <a:pt x="3453" y="0"/>
                  </a:moveTo>
                  <a:lnTo>
                    <a:pt x="0" y="2006"/>
                  </a:lnTo>
                  <a:lnTo>
                    <a:pt x="3453" y="3993"/>
                  </a:lnTo>
                  <a:lnTo>
                    <a:pt x="3453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767" name="Google Shape;2767;p60"/>
          <p:cNvGrpSpPr/>
          <p:nvPr/>
        </p:nvGrpSpPr>
        <p:grpSpPr>
          <a:xfrm>
            <a:off x="2632514" y="-1423815"/>
            <a:ext cx="2019176" cy="2019176"/>
            <a:chOff x="1943325" y="-220375"/>
            <a:chExt cx="1298672" cy="1298672"/>
          </a:xfrm>
        </p:grpSpPr>
        <p:sp>
          <p:nvSpPr>
            <p:cNvPr id="2768" name="Google Shape;2768;p60"/>
            <p:cNvSpPr/>
            <p:nvPr/>
          </p:nvSpPr>
          <p:spPr>
            <a:xfrm>
              <a:off x="2582255" y="-220375"/>
              <a:ext cx="49" cy="460871"/>
            </a:xfrm>
            <a:custGeom>
              <a:rect b="b" l="l" r="r" t="t"/>
              <a:pathLst>
                <a:path extrusionOk="0" fill="none" h="9432" w="1">
                  <a:moveTo>
                    <a:pt x="0" y="0"/>
                  </a:moveTo>
                  <a:lnTo>
                    <a:pt x="0" y="9431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69" name="Google Shape;2769;p60"/>
            <p:cNvSpPr/>
            <p:nvPr/>
          </p:nvSpPr>
          <p:spPr>
            <a:xfrm>
              <a:off x="2414509" y="-195895"/>
              <a:ext cx="118785" cy="444844"/>
            </a:xfrm>
            <a:custGeom>
              <a:rect b="b" l="l" r="r" t="t"/>
              <a:pathLst>
                <a:path extrusionOk="0" fill="none" h="9104" w="2431">
                  <a:moveTo>
                    <a:pt x="0" y="1"/>
                  </a:moveTo>
                  <a:lnTo>
                    <a:pt x="2431" y="9104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70" name="Google Shape;2770;p60"/>
            <p:cNvSpPr/>
            <p:nvPr/>
          </p:nvSpPr>
          <p:spPr>
            <a:xfrm>
              <a:off x="2259027" y="-128024"/>
              <a:ext cx="229996" cy="398669"/>
            </a:xfrm>
            <a:custGeom>
              <a:rect b="b" l="l" r="r" t="t"/>
              <a:pathLst>
                <a:path extrusionOk="0" fill="none" h="8159" w="4707">
                  <a:moveTo>
                    <a:pt x="0" y="0"/>
                  </a:moveTo>
                  <a:lnTo>
                    <a:pt x="4706" y="8158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71" name="Google Shape;2771;p60"/>
            <p:cNvSpPr/>
            <p:nvPr/>
          </p:nvSpPr>
          <p:spPr>
            <a:xfrm>
              <a:off x="2126121" y="-22481"/>
              <a:ext cx="325180" cy="325180"/>
            </a:xfrm>
            <a:custGeom>
              <a:rect b="b" l="l" r="r" t="t"/>
              <a:pathLst>
                <a:path extrusionOk="0" fill="none" h="6655" w="6655">
                  <a:moveTo>
                    <a:pt x="1" y="0"/>
                  </a:moveTo>
                  <a:lnTo>
                    <a:pt x="6655" y="6654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72" name="Google Shape;2772;p60"/>
            <p:cNvSpPr/>
            <p:nvPr/>
          </p:nvSpPr>
          <p:spPr>
            <a:xfrm>
              <a:off x="2025317" y="113211"/>
              <a:ext cx="398669" cy="230924"/>
            </a:xfrm>
            <a:custGeom>
              <a:rect b="b" l="l" r="r" t="t"/>
              <a:pathLst>
                <a:path extrusionOk="0" fill="none" h="4726" w="8159">
                  <a:moveTo>
                    <a:pt x="0" y="1"/>
                  </a:moveTo>
                  <a:lnTo>
                    <a:pt x="8158" y="4726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73" name="Google Shape;2773;p60"/>
            <p:cNvSpPr/>
            <p:nvPr/>
          </p:nvSpPr>
          <p:spPr>
            <a:xfrm>
              <a:off x="1963114" y="270598"/>
              <a:ext cx="444844" cy="119713"/>
            </a:xfrm>
            <a:custGeom>
              <a:rect b="b" l="l" r="r" t="t"/>
              <a:pathLst>
                <a:path extrusionOk="0" fill="none" h="2450" w="9104">
                  <a:moveTo>
                    <a:pt x="0" y="0"/>
                  </a:moveTo>
                  <a:lnTo>
                    <a:pt x="9103" y="24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74" name="Google Shape;2774;p60"/>
            <p:cNvSpPr/>
            <p:nvPr/>
          </p:nvSpPr>
          <p:spPr>
            <a:xfrm>
              <a:off x="1943325" y="439273"/>
              <a:ext cx="460871" cy="49"/>
            </a:xfrm>
            <a:custGeom>
              <a:rect b="b" l="l" r="r" t="t"/>
              <a:pathLst>
                <a:path extrusionOk="0" fill="none" h="1" w="9432">
                  <a:moveTo>
                    <a:pt x="0" y="1"/>
                  </a:moveTo>
                  <a:lnTo>
                    <a:pt x="9431" y="1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75" name="Google Shape;2775;p60"/>
            <p:cNvSpPr/>
            <p:nvPr/>
          </p:nvSpPr>
          <p:spPr>
            <a:xfrm>
              <a:off x="1967805" y="487354"/>
              <a:ext cx="445821" cy="119713"/>
            </a:xfrm>
            <a:custGeom>
              <a:rect b="b" l="l" r="r" t="t"/>
              <a:pathLst>
                <a:path extrusionOk="0" fill="none" h="2450" w="9124">
                  <a:moveTo>
                    <a:pt x="1" y="2450"/>
                  </a:moveTo>
                  <a:lnTo>
                    <a:pt x="9123" y="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76" name="Google Shape;2776;p60"/>
            <p:cNvSpPr/>
            <p:nvPr/>
          </p:nvSpPr>
          <p:spPr>
            <a:xfrm>
              <a:off x="2035676" y="532600"/>
              <a:ext cx="398669" cy="229996"/>
            </a:xfrm>
            <a:custGeom>
              <a:rect b="b" l="l" r="r" t="t"/>
              <a:pathLst>
                <a:path extrusionOk="0" fill="none" h="4707" w="8159">
                  <a:moveTo>
                    <a:pt x="0" y="4706"/>
                  </a:moveTo>
                  <a:lnTo>
                    <a:pt x="8158" y="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77" name="Google Shape;2777;p60"/>
            <p:cNvSpPr/>
            <p:nvPr/>
          </p:nvSpPr>
          <p:spPr>
            <a:xfrm>
              <a:off x="2141219" y="569345"/>
              <a:ext cx="326108" cy="326108"/>
            </a:xfrm>
            <a:custGeom>
              <a:rect b="b" l="l" r="r" t="t"/>
              <a:pathLst>
                <a:path extrusionOk="0" fill="none" h="6674" w="6674">
                  <a:moveTo>
                    <a:pt x="0" y="6674"/>
                  </a:moveTo>
                  <a:lnTo>
                    <a:pt x="6673" y="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78" name="Google Shape;2778;p60"/>
            <p:cNvSpPr/>
            <p:nvPr/>
          </p:nvSpPr>
          <p:spPr>
            <a:xfrm>
              <a:off x="2277840" y="597588"/>
              <a:ext cx="229996" cy="398718"/>
            </a:xfrm>
            <a:custGeom>
              <a:rect b="b" l="l" r="r" t="t"/>
              <a:pathLst>
                <a:path extrusionOk="0" fill="none" h="8160" w="4707">
                  <a:moveTo>
                    <a:pt x="1" y="8159"/>
                  </a:moveTo>
                  <a:lnTo>
                    <a:pt x="4707" y="1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79" name="Google Shape;2779;p60"/>
            <p:cNvSpPr/>
            <p:nvPr/>
          </p:nvSpPr>
          <p:spPr>
            <a:xfrm>
              <a:off x="2435227" y="613615"/>
              <a:ext cx="118785" cy="444893"/>
            </a:xfrm>
            <a:custGeom>
              <a:rect b="b" l="l" r="r" t="t"/>
              <a:pathLst>
                <a:path extrusionOk="0" fill="none" h="9105" w="2431">
                  <a:moveTo>
                    <a:pt x="1" y="9104"/>
                  </a:moveTo>
                  <a:lnTo>
                    <a:pt x="2431" y="1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80" name="Google Shape;2780;p60"/>
            <p:cNvSpPr/>
            <p:nvPr/>
          </p:nvSpPr>
          <p:spPr>
            <a:xfrm>
              <a:off x="2602973" y="617377"/>
              <a:ext cx="49" cy="460920"/>
            </a:xfrm>
            <a:custGeom>
              <a:rect b="b" l="l" r="r" t="t"/>
              <a:pathLst>
                <a:path extrusionOk="0" fill="none" h="9433" w="1">
                  <a:moveTo>
                    <a:pt x="1" y="9432"/>
                  </a:moveTo>
                  <a:lnTo>
                    <a:pt x="1" y="1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81" name="Google Shape;2781;p60"/>
            <p:cNvSpPr/>
            <p:nvPr/>
          </p:nvSpPr>
          <p:spPr>
            <a:xfrm>
              <a:off x="2651982" y="607996"/>
              <a:ext cx="118785" cy="444844"/>
            </a:xfrm>
            <a:custGeom>
              <a:rect b="b" l="l" r="r" t="t"/>
              <a:pathLst>
                <a:path extrusionOk="0" fill="none" h="9104" w="2431">
                  <a:moveTo>
                    <a:pt x="2431" y="9103"/>
                  </a:moveTo>
                  <a:lnTo>
                    <a:pt x="1" y="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82" name="Google Shape;2782;p60"/>
            <p:cNvSpPr/>
            <p:nvPr/>
          </p:nvSpPr>
          <p:spPr>
            <a:xfrm>
              <a:off x="2696300" y="586301"/>
              <a:ext cx="229996" cy="398669"/>
            </a:xfrm>
            <a:custGeom>
              <a:rect b="b" l="l" r="r" t="t"/>
              <a:pathLst>
                <a:path extrusionOk="0" fill="none" h="8159" w="4707">
                  <a:moveTo>
                    <a:pt x="4706" y="8159"/>
                  </a:moveTo>
                  <a:lnTo>
                    <a:pt x="0" y="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83" name="Google Shape;2783;p60"/>
            <p:cNvSpPr/>
            <p:nvPr/>
          </p:nvSpPr>
          <p:spPr>
            <a:xfrm>
              <a:off x="2733974" y="554247"/>
              <a:ext cx="325180" cy="326108"/>
            </a:xfrm>
            <a:custGeom>
              <a:rect b="b" l="l" r="r" t="t"/>
              <a:pathLst>
                <a:path extrusionOk="0" fill="none" h="6674" w="6655">
                  <a:moveTo>
                    <a:pt x="6655" y="6674"/>
                  </a:moveTo>
                  <a:lnTo>
                    <a:pt x="1" y="1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84" name="Google Shape;2784;p60"/>
            <p:cNvSpPr/>
            <p:nvPr/>
          </p:nvSpPr>
          <p:spPr>
            <a:xfrm>
              <a:off x="2761288" y="513739"/>
              <a:ext cx="398718" cy="229996"/>
            </a:xfrm>
            <a:custGeom>
              <a:rect b="b" l="l" r="r" t="t"/>
              <a:pathLst>
                <a:path extrusionOk="0" fill="none" h="4707" w="8160">
                  <a:moveTo>
                    <a:pt x="8159" y="4706"/>
                  </a:moveTo>
                  <a:lnTo>
                    <a:pt x="1" y="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85" name="Google Shape;2785;p60"/>
            <p:cNvSpPr/>
            <p:nvPr/>
          </p:nvSpPr>
          <p:spPr>
            <a:xfrm>
              <a:off x="2777315" y="466636"/>
              <a:ext cx="444893" cy="119713"/>
            </a:xfrm>
            <a:custGeom>
              <a:rect b="b" l="l" r="r" t="t"/>
              <a:pathLst>
                <a:path extrusionOk="0" fill="none" h="2450" w="9105">
                  <a:moveTo>
                    <a:pt x="9104" y="2449"/>
                  </a:moveTo>
                  <a:lnTo>
                    <a:pt x="1" y="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86" name="Google Shape;2786;p60"/>
            <p:cNvSpPr/>
            <p:nvPr/>
          </p:nvSpPr>
          <p:spPr>
            <a:xfrm>
              <a:off x="2781077" y="417626"/>
              <a:ext cx="460920" cy="49"/>
            </a:xfrm>
            <a:custGeom>
              <a:rect b="b" l="l" r="r" t="t"/>
              <a:pathLst>
                <a:path extrusionOk="0" fill="none" h="1" w="9433">
                  <a:moveTo>
                    <a:pt x="9432" y="0"/>
                  </a:moveTo>
                  <a:lnTo>
                    <a:pt x="1" y="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87" name="Google Shape;2787;p60"/>
            <p:cNvSpPr/>
            <p:nvPr/>
          </p:nvSpPr>
          <p:spPr>
            <a:xfrm>
              <a:off x="2771696" y="249880"/>
              <a:ext cx="444844" cy="119713"/>
            </a:xfrm>
            <a:custGeom>
              <a:rect b="b" l="l" r="r" t="t"/>
              <a:pathLst>
                <a:path extrusionOk="0" fill="none" h="2450" w="9104">
                  <a:moveTo>
                    <a:pt x="9103" y="0"/>
                  </a:moveTo>
                  <a:lnTo>
                    <a:pt x="0" y="24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88" name="Google Shape;2788;p60"/>
            <p:cNvSpPr/>
            <p:nvPr/>
          </p:nvSpPr>
          <p:spPr>
            <a:xfrm>
              <a:off x="2750929" y="94350"/>
              <a:ext cx="398718" cy="230973"/>
            </a:xfrm>
            <a:custGeom>
              <a:rect b="b" l="l" r="r" t="t"/>
              <a:pathLst>
                <a:path extrusionOk="0" fill="none" h="4727" w="8160">
                  <a:moveTo>
                    <a:pt x="8159" y="1"/>
                  </a:moveTo>
                  <a:lnTo>
                    <a:pt x="1" y="4726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89" name="Google Shape;2789;p60"/>
            <p:cNvSpPr/>
            <p:nvPr/>
          </p:nvSpPr>
          <p:spPr>
            <a:xfrm>
              <a:off x="2717947" y="-38508"/>
              <a:ext cx="326108" cy="326108"/>
            </a:xfrm>
            <a:custGeom>
              <a:rect b="b" l="l" r="r" t="t"/>
              <a:pathLst>
                <a:path extrusionOk="0" fill="none" h="6674" w="6674">
                  <a:moveTo>
                    <a:pt x="6674" y="0"/>
                  </a:moveTo>
                  <a:lnTo>
                    <a:pt x="1" y="6674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90" name="Google Shape;2790;p60"/>
            <p:cNvSpPr/>
            <p:nvPr/>
          </p:nvSpPr>
          <p:spPr>
            <a:xfrm>
              <a:off x="2677439" y="-139361"/>
              <a:ext cx="229996" cy="399646"/>
            </a:xfrm>
            <a:custGeom>
              <a:rect b="b" l="l" r="r" t="t"/>
              <a:pathLst>
                <a:path extrusionOk="0" fill="none" h="8179" w="4707">
                  <a:moveTo>
                    <a:pt x="4706" y="1"/>
                  </a:moveTo>
                  <a:lnTo>
                    <a:pt x="0" y="8178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91" name="Google Shape;2791;p60"/>
            <p:cNvSpPr/>
            <p:nvPr/>
          </p:nvSpPr>
          <p:spPr>
            <a:xfrm>
              <a:off x="2631264" y="-201563"/>
              <a:ext cx="118785" cy="444893"/>
            </a:xfrm>
            <a:custGeom>
              <a:rect b="b" l="l" r="r" t="t"/>
              <a:pathLst>
                <a:path extrusionOk="0" fill="none" h="9105" w="2431">
                  <a:moveTo>
                    <a:pt x="2430" y="1"/>
                  </a:moveTo>
                  <a:lnTo>
                    <a:pt x="0" y="9104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92" name="Google Shape;2792;p60"/>
            <p:cNvSpPr/>
            <p:nvPr/>
          </p:nvSpPr>
          <p:spPr>
            <a:xfrm>
              <a:off x="2607712" y="-215684"/>
              <a:ext cx="62251" cy="456180"/>
            </a:xfrm>
            <a:custGeom>
              <a:rect b="b" l="l" r="r" t="t"/>
              <a:pathLst>
                <a:path extrusionOk="0" fill="none" h="9336" w="1274">
                  <a:moveTo>
                    <a:pt x="1273" y="0"/>
                  </a:moveTo>
                  <a:lnTo>
                    <a:pt x="0" y="9335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93" name="Google Shape;2793;p60"/>
            <p:cNvSpPr/>
            <p:nvPr/>
          </p:nvSpPr>
          <p:spPr>
            <a:xfrm>
              <a:off x="2500263" y="-213779"/>
              <a:ext cx="57511" cy="457109"/>
            </a:xfrm>
            <a:custGeom>
              <a:rect b="b" l="l" r="r" t="t"/>
              <a:pathLst>
                <a:path extrusionOk="0" fill="none" h="9355" w="1177">
                  <a:moveTo>
                    <a:pt x="1" y="0"/>
                  </a:moveTo>
                  <a:lnTo>
                    <a:pt x="1177" y="9354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94" name="Google Shape;2794;p60"/>
            <p:cNvSpPr/>
            <p:nvPr/>
          </p:nvSpPr>
          <p:spPr>
            <a:xfrm>
              <a:off x="2337208" y="-168580"/>
              <a:ext cx="174390" cy="426961"/>
            </a:xfrm>
            <a:custGeom>
              <a:rect b="b" l="l" r="r" t="t"/>
              <a:pathLst>
                <a:path extrusionOk="0" fill="none" h="8738" w="3569">
                  <a:moveTo>
                    <a:pt x="1" y="1"/>
                  </a:moveTo>
                  <a:lnTo>
                    <a:pt x="3569" y="8738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95" name="Google Shape;2795;p60"/>
            <p:cNvSpPr/>
            <p:nvPr/>
          </p:nvSpPr>
          <p:spPr>
            <a:xfrm>
              <a:off x="2191157" y="-81849"/>
              <a:ext cx="279005" cy="366615"/>
            </a:xfrm>
            <a:custGeom>
              <a:rect b="b" l="l" r="r" t="t"/>
              <a:pathLst>
                <a:path extrusionOk="0" fill="none" h="7503" w="5710">
                  <a:moveTo>
                    <a:pt x="0" y="0"/>
                  </a:moveTo>
                  <a:lnTo>
                    <a:pt x="5709" y="7503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96" name="Google Shape;2796;p60"/>
            <p:cNvSpPr/>
            <p:nvPr/>
          </p:nvSpPr>
          <p:spPr>
            <a:xfrm>
              <a:off x="2072420" y="39722"/>
              <a:ext cx="364759" cy="281790"/>
            </a:xfrm>
            <a:custGeom>
              <a:rect b="b" l="l" r="r" t="t"/>
              <a:pathLst>
                <a:path extrusionOk="0" fill="none" h="5767" w="7465">
                  <a:moveTo>
                    <a:pt x="0" y="0"/>
                  </a:moveTo>
                  <a:lnTo>
                    <a:pt x="7464" y="5767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97" name="Google Shape;2797;p60"/>
            <p:cNvSpPr/>
            <p:nvPr/>
          </p:nvSpPr>
          <p:spPr>
            <a:xfrm>
              <a:off x="1989500" y="187678"/>
              <a:ext cx="425055" cy="178153"/>
            </a:xfrm>
            <a:custGeom>
              <a:rect b="b" l="l" r="r" t="t"/>
              <a:pathLst>
                <a:path extrusionOk="0" fill="none" h="3646" w="8699">
                  <a:moveTo>
                    <a:pt x="0" y="0"/>
                  </a:moveTo>
                  <a:lnTo>
                    <a:pt x="8698" y="3645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98" name="Google Shape;2798;p60"/>
            <p:cNvSpPr/>
            <p:nvPr/>
          </p:nvSpPr>
          <p:spPr>
            <a:xfrm>
              <a:off x="1948016" y="351662"/>
              <a:ext cx="456180" cy="62251"/>
            </a:xfrm>
            <a:custGeom>
              <a:rect b="b" l="l" r="r" t="t"/>
              <a:pathLst>
                <a:path extrusionOk="0" fill="none" h="1274" w="9336">
                  <a:moveTo>
                    <a:pt x="1" y="0"/>
                  </a:moveTo>
                  <a:lnTo>
                    <a:pt x="9335" y="1273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99" name="Google Shape;2799;p60"/>
            <p:cNvSpPr/>
            <p:nvPr/>
          </p:nvSpPr>
          <p:spPr>
            <a:xfrm>
              <a:off x="1949921" y="462824"/>
              <a:ext cx="457109" cy="58488"/>
            </a:xfrm>
            <a:custGeom>
              <a:rect b="b" l="l" r="r" t="t"/>
              <a:pathLst>
                <a:path extrusionOk="0" fill="none" h="1197" w="9355">
                  <a:moveTo>
                    <a:pt x="0" y="1197"/>
                  </a:moveTo>
                  <a:lnTo>
                    <a:pt x="9354" y="1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00" name="Google Shape;2800;p60"/>
            <p:cNvSpPr/>
            <p:nvPr/>
          </p:nvSpPr>
          <p:spPr>
            <a:xfrm>
              <a:off x="1996097" y="509977"/>
              <a:ext cx="425983" cy="174390"/>
            </a:xfrm>
            <a:custGeom>
              <a:rect b="b" l="l" r="r" t="t"/>
              <a:pathLst>
                <a:path extrusionOk="0" fill="none" h="3569" w="8718">
                  <a:moveTo>
                    <a:pt x="0" y="3568"/>
                  </a:moveTo>
                  <a:lnTo>
                    <a:pt x="8718" y="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01" name="Google Shape;2801;p60"/>
            <p:cNvSpPr/>
            <p:nvPr/>
          </p:nvSpPr>
          <p:spPr>
            <a:xfrm>
              <a:off x="2081851" y="551413"/>
              <a:ext cx="367593" cy="279005"/>
            </a:xfrm>
            <a:custGeom>
              <a:rect b="b" l="l" r="r" t="t"/>
              <a:pathLst>
                <a:path extrusionOk="0" fill="none" h="5710" w="7523">
                  <a:moveTo>
                    <a:pt x="0" y="5710"/>
                  </a:moveTo>
                  <a:lnTo>
                    <a:pt x="7522" y="1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02" name="Google Shape;2802;p60"/>
            <p:cNvSpPr/>
            <p:nvPr/>
          </p:nvSpPr>
          <p:spPr>
            <a:xfrm>
              <a:off x="2203422" y="584395"/>
              <a:ext cx="281790" cy="363830"/>
            </a:xfrm>
            <a:custGeom>
              <a:rect b="b" l="l" r="r" t="t"/>
              <a:pathLst>
                <a:path extrusionOk="0" fill="none" h="7446" w="5767">
                  <a:moveTo>
                    <a:pt x="0" y="7446"/>
                  </a:moveTo>
                  <a:lnTo>
                    <a:pt x="5767" y="1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03" name="Google Shape;2803;p60"/>
            <p:cNvSpPr/>
            <p:nvPr/>
          </p:nvSpPr>
          <p:spPr>
            <a:xfrm>
              <a:off x="2351378" y="607018"/>
              <a:ext cx="178153" cy="424126"/>
            </a:xfrm>
            <a:custGeom>
              <a:rect b="b" l="l" r="r" t="t"/>
              <a:pathLst>
                <a:path extrusionOk="0" fill="none" h="8680" w="3646">
                  <a:moveTo>
                    <a:pt x="0" y="8680"/>
                  </a:moveTo>
                  <a:lnTo>
                    <a:pt x="3645" y="1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04" name="Google Shape;2804;p60"/>
            <p:cNvSpPr/>
            <p:nvPr/>
          </p:nvSpPr>
          <p:spPr>
            <a:xfrm>
              <a:off x="2515362" y="616449"/>
              <a:ext cx="62251" cy="457109"/>
            </a:xfrm>
            <a:custGeom>
              <a:rect b="b" l="l" r="r" t="t"/>
              <a:pathLst>
                <a:path extrusionOk="0" fill="none" h="9355" w="1274">
                  <a:moveTo>
                    <a:pt x="0" y="9355"/>
                  </a:moveTo>
                  <a:lnTo>
                    <a:pt x="1273" y="1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05" name="Google Shape;2805;p60"/>
            <p:cNvSpPr/>
            <p:nvPr/>
          </p:nvSpPr>
          <p:spPr>
            <a:xfrm>
              <a:off x="2626524" y="614592"/>
              <a:ext cx="58488" cy="457109"/>
            </a:xfrm>
            <a:custGeom>
              <a:rect b="b" l="l" r="r" t="t"/>
              <a:pathLst>
                <a:path extrusionOk="0" fill="none" h="9355" w="1197">
                  <a:moveTo>
                    <a:pt x="1197" y="9354"/>
                  </a:moveTo>
                  <a:lnTo>
                    <a:pt x="1" y="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06" name="Google Shape;2806;p60"/>
            <p:cNvSpPr/>
            <p:nvPr/>
          </p:nvSpPr>
          <p:spPr>
            <a:xfrm>
              <a:off x="2673677" y="598565"/>
              <a:ext cx="174390" cy="426961"/>
            </a:xfrm>
            <a:custGeom>
              <a:rect b="b" l="l" r="r" t="t"/>
              <a:pathLst>
                <a:path extrusionOk="0" fill="none" h="8738" w="3569">
                  <a:moveTo>
                    <a:pt x="3568" y="8737"/>
                  </a:moveTo>
                  <a:lnTo>
                    <a:pt x="0" y="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07" name="Google Shape;2807;p60"/>
            <p:cNvSpPr/>
            <p:nvPr/>
          </p:nvSpPr>
          <p:spPr>
            <a:xfrm>
              <a:off x="2715113" y="572179"/>
              <a:ext cx="279005" cy="366615"/>
            </a:xfrm>
            <a:custGeom>
              <a:rect b="b" l="l" r="r" t="t"/>
              <a:pathLst>
                <a:path extrusionOk="0" fill="none" h="7503" w="5710">
                  <a:moveTo>
                    <a:pt x="5710" y="7503"/>
                  </a:moveTo>
                  <a:lnTo>
                    <a:pt x="1" y="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08" name="Google Shape;2808;p60"/>
            <p:cNvSpPr/>
            <p:nvPr/>
          </p:nvSpPr>
          <p:spPr>
            <a:xfrm>
              <a:off x="2748095" y="535386"/>
              <a:ext cx="364759" cy="281839"/>
            </a:xfrm>
            <a:custGeom>
              <a:rect b="b" l="l" r="r" t="t"/>
              <a:pathLst>
                <a:path extrusionOk="0" fill="none" h="5768" w="7465">
                  <a:moveTo>
                    <a:pt x="7465" y="5768"/>
                  </a:moveTo>
                  <a:lnTo>
                    <a:pt x="1" y="1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09" name="Google Shape;2809;p60"/>
            <p:cNvSpPr/>
            <p:nvPr/>
          </p:nvSpPr>
          <p:spPr>
            <a:xfrm>
              <a:off x="2770718" y="491116"/>
              <a:ext cx="424126" cy="179081"/>
            </a:xfrm>
            <a:custGeom>
              <a:rect b="b" l="l" r="r" t="t"/>
              <a:pathLst>
                <a:path extrusionOk="0" fill="none" h="3665" w="8680">
                  <a:moveTo>
                    <a:pt x="8680" y="3665"/>
                  </a:moveTo>
                  <a:lnTo>
                    <a:pt x="1" y="1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10" name="Google Shape;2810;p60"/>
            <p:cNvSpPr/>
            <p:nvPr/>
          </p:nvSpPr>
          <p:spPr>
            <a:xfrm>
              <a:off x="2781077" y="443035"/>
              <a:ext cx="456180" cy="62251"/>
            </a:xfrm>
            <a:custGeom>
              <a:rect b="b" l="l" r="r" t="t"/>
              <a:pathLst>
                <a:path extrusionOk="0" fill="none" h="1274" w="9336">
                  <a:moveTo>
                    <a:pt x="9336" y="1274"/>
                  </a:moveTo>
                  <a:lnTo>
                    <a:pt x="1" y="1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11" name="Google Shape;2811;p60"/>
            <p:cNvSpPr/>
            <p:nvPr/>
          </p:nvSpPr>
          <p:spPr>
            <a:xfrm>
              <a:off x="2778292" y="335635"/>
              <a:ext cx="457109" cy="58440"/>
            </a:xfrm>
            <a:custGeom>
              <a:rect b="b" l="l" r="r" t="t"/>
              <a:pathLst>
                <a:path extrusionOk="0" fill="none" h="1196" w="9355">
                  <a:moveTo>
                    <a:pt x="9354" y="0"/>
                  </a:moveTo>
                  <a:lnTo>
                    <a:pt x="0" y="1196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12" name="Google Shape;2812;p60"/>
            <p:cNvSpPr/>
            <p:nvPr/>
          </p:nvSpPr>
          <p:spPr>
            <a:xfrm>
              <a:off x="2763194" y="172579"/>
              <a:ext cx="426032" cy="174390"/>
            </a:xfrm>
            <a:custGeom>
              <a:rect b="b" l="l" r="r" t="t"/>
              <a:pathLst>
                <a:path extrusionOk="0" fill="none" h="3569" w="8719">
                  <a:moveTo>
                    <a:pt x="8718" y="1"/>
                  </a:moveTo>
                  <a:lnTo>
                    <a:pt x="1" y="3569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13" name="Google Shape;2813;p60"/>
            <p:cNvSpPr/>
            <p:nvPr/>
          </p:nvSpPr>
          <p:spPr>
            <a:xfrm>
              <a:off x="2735879" y="27457"/>
              <a:ext cx="366615" cy="278076"/>
            </a:xfrm>
            <a:custGeom>
              <a:rect b="b" l="l" r="r" t="t"/>
              <a:pathLst>
                <a:path extrusionOk="0" fill="none" h="5691" w="7503">
                  <a:moveTo>
                    <a:pt x="7503" y="0"/>
                  </a:moveTo>
                  <a:lnTo>
                    <a:pt x="0" y="569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14" name="Google Shape;2814;p60"/>
            <p:cNvSpPr/>
            <p:nvPr/>
          </p:nvSpPr>
          <p:spPr>
            <a:xfrm>
              <a:off x="2699135" y="-91280"/>
              <a:ext cx="282767" cy="364759"/>
            </a:xfrm>
            <a:custGeom>
              <a:rect b="b" l="l" r="r" t="t"/>
              <a:pathLst>
                <a:path extrusionOk="0" fill="none" h="7465" w="5787">
                  <a:moveTo>
                    <a:pt x="5786" y="0"/>
                  </a:moveTo>
                  <a:lnTo>
                    <a:pt x="0" y="7464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15" name="Google Shape;2815;p60"/>
            <p:cNvSpPr/>
            <p:nvPr/>
          </p:nvSpPr>
          <p:spPr>
            <a:xfrm>
              <a:off x="2655744" y="-174200"/>
              <a:ext cx="178153" cy="425055"/>
            </a:xfrm>
            <a:custGeom>
              <a:rect b="b" l="l" r="r" t="t"/>
              <a:pathLst>
                <a:path extrusionOk="0" fill="none" h="8699" w="3646">
                  <a:moveTo>
                    <a:pt x="3646" y="0"/>
                  </a:moveTo>
                  <a:lnTo>
                    <a:pt x="1" y="8698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pic>
        <p:nvPicPr>
          <p:cNvPr id="2816" name="Google Shape;2816;p6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10164" y="-1810050"/>
            <a:ext cx="2527512" cy="2681250"/>
          </a:xfrm>
          <a:prstGeom prst="rect">
            <a:avLst/>
          </a:prstGeom>
          <a:noFill/>
          <a:ln>
            <a:noFill/>
          </a:ln>
        </p:spPr>
      </p:pic>
      <p:sp>
        <p:nvSpPr>
          <p:cNvPr id="2817" name="Google Shape;2817;p60"/>
          <p:cNvSpPr/>
          <p:nvPr/>
        </p:nvSpPr>
        <p:spPr>
          <a:xfrm>
            <a:off x="7770424" y="4641864"/>
            <a:ext cx="356100" cy="3561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18" name="Google Shape;2818;p60"/>
          <p:cNvSpPr/>
          <p:nvPr/>
        </p:nvSpPr>
        <p:spPr>
          <a:xfrm rot="-5400000">
            <a:off x="7837924" y="4715039"/>
            <a:ext cx="221100" cy="182100"/>
          </a:xfrm>
          <a:prstGeom prst="homePlate">
            <a:avLst>
              <a:gd fmla="val 50000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19" name="Google Shape;2819;p60">
            <a:hlinkClick/>
          </p:cNvPr>
          <p:cNvSpPr/>
          <p:nvPr/>
        </p:nvSpPr>
        <p:spPr>
          <a:xfrm>
            <a:off x="7770424" y="4641864"/>
            <a:ext cx="356100" cy="356100"/>
          </a:xfrm>
          <a:prstGeom prst="ellipse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20" name="Google Shape;2820;p60">
            <a:hlinkClick action="ppaction://hlinkshowjump?jump=previousslide"/>
          </p:cNvPr>
          <p:cNvSpPr/>
          <p:nvPr/>
        </p:nvSpPr>
        <p:spPr>
          <a:xfrm>
            <a:off x="7462717" y="4728472"/>
            <a:ext cx="158147" cy="182899"/>
          </a:xfrm>
          <a:custGeom>
            <a:rect b="b" l="l" r="r" t="t"/>
            <a:pathLst>
              <a:path extrusionOk="0" h="3993" w="3453">
                <a:moveTo>
                  <a:pt x="3453" y="0"/>
                </a:moveTo>
                <a:lnTo>
                  <a:pt x="0" y="2006"/>
                </a:lnTo>
                <a:lnTo>
                  <a:pt x="3453" y="3993"/>
                </a:lnTo>
                <a:lnTo>
                  <a:pt x="3453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21" name="Google Shape;2821;p60">
            <a:hlinkClick action="ppaction://hlinkshowjump?jump=nextslide"/>
          </p:cNvPr>
          <p:cNvSpPr/>
          <p:nvPr/>
        </p:nvSpPr>
        <p:spPr>
          <a:xfrm flipH="1">
            <a:off x="8276954" y="4728472"/>
            <a:ext cx="157277" cy="182899"/>
          </a:xfrm>
          <a:custGeom>
            <a:rect b="b" l="l" r="r" t="t"/>
            <a:pathLst>
              <a:path extrusionOk="0" h="3993" w="3434">
                <a:moveTo>
                  <a:pt x="3434" y="0"/>
                </a:moveTo>
                <a:lnTo>
                  <a:pt x="1" y="2006"/>
                </a:lnTo>
                <a:lnTo>
                  <a:pt x="3434" y="3993"/>
                </a:lnTo>
                <a:lnTo>
                  <a:pt x="3434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822" name="Google Shape;2822;p60" title="Gráfico">
            <a:hlinkClick r:id="rId4"/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-70013" y="1523740"/>
            <a:ext cx="4962735" cy="3068587"/>
          </a:xfrm>
          <a:prstGeom prst="rect">
            <a:avLst/>
          </a:prstGeom>
          <a:noFill/>
          <a:ln>
            <a:noFill/>
          </a:ln>
        </p:spPr>
      </p:pic>
      <p:sp>
        <p:nvSpPr>
          <p:cNvPr id="2823" name="Google Shape;2823;p60"/>
          <p:cNvSpPr txBox="1"/>
          <p:nvPr/>
        </p:nvSpPr>
        <p:spPr>
          <a:xfrm>
            <a:off x="4151700" y="777813"/>
            <a:ext cx="4538100" cy="374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FFFF00"/>
                </a:solidFill>
                <a:latin typeface="Bai Jamjuree Medium"/>
                <a:ea typeface="Bai Jamjuree Medium"/>
                <a:cs typeface="Bai Jamjuree Medium"/>
                <a:sym typeface="Bai Jamjuree Medium"/>
              </a:rPr>
              <a:t>Original Dataset (100%)</a:t>
            </a:r>
            <a:endParaRPr sz="1100">
              <a:solidFill>
                <a:srgbClr val="FFFF00"/>
              </a:solidFill>
              <a:latin typeface="Bai Jamjuree Medium"/>
              <a:ea typeface="Bai Jamjuree Medium"/>
              <a:cs typeface="Bai Jamjuree Medium"/>
              <a:sym typeface="Bai Jamjuree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lt1"/>
                </a:solidFill>
                <a:latin typeface="Bai Jamjuree Medium"/>
                <a:ea typeface="Bai Jamjuree Medium"/>
                <a:cs typeface="Bai Jamjuree Medium"/>
                <a:sym typeface="Bai Jamjuree Medium"/>
              </a:rPr>
              <a:t>├── Defective/</a:t>
            </a:r>
            <a:endParaRPr sz="1100">
              <a:solidFill>
                <a:schemeClr val="lt1"/>
              </a:solidFill>
              <a:latin typeface="Bai Jamjuree Medium"/>
              <a:ea typeface="Bai Jamjuree Medium"/>
              <a:cs typeface="Bai Jamjuree Medium"/>
              <a:sym typeface="Bai Jamjuree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lt1"/>
                </a:solidFill>
                <a:latin typeface="Bai Jamjuree Medium"/>
                <a:ea typeface="Bai Jamjuree Medium"/>
                <a:cs typeface="Bai Jamjuree Medium"/>
                <a:sym typeface="Bai Jamjuree Medium"/>
              </a:rPr>
              <a:t>│   ├── image1.jpg</a:t>
            </a:r>
            <a:endParaRPr sz="1100">
              <a:solidFill>
                <a:schemeClr val="lt1"/>
              </a:solidFill>
              <a:latin typeface="Bai Jamjuree Medium"/>
              <a:ea typeface="Bai Jamjuree Medium"/>
              <a:cs typeface="Bai Jamjuree Medium"/>
              <a:sym typeface="Bai Jamjuree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lt1"/>
                </a:solidFill>
                <a:latin typeface="Bai Jamjuree Medium"/>
                <a:ea typeface="Bai Jamjuree Medium"/>
                <a:cs typeface="Bai Jamjuree Medium"/>
                <a:sym typeface="Bai Jamjuree Medium"/>
              </a:rPr>
              <a:t>│   ├── image2.jpg</a:t>
            </a:r>
            <a:endParaRPr sz="1100">
              <a:solidFill>
                <a:schemeClr val="lt1"/>
              </a:solidFill>
              <a:latin typeface="Bai Jamjuree Medium"/>
              <a:ea typeface="Bai Jamjuree Medium"/>
              <a:cs typeface="Bai Jamjuree Medium"/>
              <a:sym typeface="Bai Jamjuree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lt1"/>
                </a:solidFill>
                <a:latin typeface="Bai Jamjuree Medium"/>
                <a:ea typeface="Bai Jamjuree Medium"/>
                <a:cs typeface="Bai Jamjuree Medium"/>
                <a:sym typeface="Bai Jamjuree Medium"/>
              </a:rPr>
              <a:t>│   └── ...</a:t>
            </a:r>
            <a:endParaRPr sz="1100">
              <a:solidFill>
                <a:schemeClr val="lt1"/>
              </a:solidFill>
              <a:latin typeface="Bai Jamjuree Medium"/>
              <a:ea typeface="Bai Jamjuree Medium"/>
              <a:cs typeface="Bai Jamjuree Medium"/>
              <a:sym typeface="Bai Jamjuree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lt1"/>
                </a:solidFill>
                <a:latin typeface="Bai Jamjuree Medium"/>
                <a:ea typeface="Bai Jamjuree Medium"/>
                <a:cs typeface="Bai Jamjuree Medium"/>
                <a:sym typeface="Bai Jamjuree Medium"/>
              </a:rPr>
              <a:t>└── Non Defective/</a:t>
            </a:r>
            <a:endParaRPr sz="1100">
              <a:solidFill>
                <a:schemeClr val="lt1"/>
              </a:solidFill>
              <a:latin typeface="Bai Jamjuree Medium"/>
              <a:ea typeface="Bai Jamjuree Medium"/>
              <a:cs typeface="Bai Jamjuree Medium"/>
              <a:sym typeface="Bai Jamjuree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lt1"/>
                </a:solidFill>
                <a:latin typeface="Bai Jamjuree Medium"/>
                <a:ea typeface="Bai Jamjuree Medium"/>
                <a:cs typeface="Bai Jamjuree Medium"/>
                <a:sym typeface="Bai Jamjuree Medium"/>
              </a:rPr>
              <a:t>    ├── imageA.jpg</a:t>
            </a:r>
            <a:endParaRPr sz="1100">
              <a:solidFill>
                <a:schemeClr val="lt1"/>
              </a:solidFill>
              <a:latin typeface="Bai Jamjuree Medium"/>
              <a:ea typeface="Bai Jamjuree Medium"/>
              <a:cs typeface="Bai Jamjuree Medium"/>
              <a:sym typeface="Bai Jamjuree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lt1"/>
                </a:solidFill>
                <a:latin typeface="Bai Jamjuree Medium"/>
                <a:ea typeface="Bai Jamjuree Medium"/>
                <a:cs typeface="Bai Jamjuree Medium"/>
                <a:sym typeface="Bai Jamjuree Medium"/>
              </a:rPr>
              <a:t>    ├── imageB.jpg</a:t>
            </a:r>
            <a:endParaRPr sz="1100">
              <a:solidFill>
                <a:schemeClr val="lt1"/>
              </a:solidFill>
              <a:latin typeface="Bai Jamjuree Medium"/>
              <a:ea typeface="Bai Jamjuree Medium"/>
              <a:cs typeface="Bai Jamjuree Medium"/>
              <a:sym typeface="Bai Jamjuree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lt1"/>
                </a:solidFill>
                <a:latin typeface="Bai Jamjuree Medium"/>
                <a:ea typeface="Bai Jamjuree Medium"/>
                <a:cs typeface="Bai Jamjuree Medium"/>
                <a:sym typeface="Bai Jamjuree Medium"/>
              </a:rPr>
              <a:t>    └── ...</a:t>
            </a:r>
            <a:endParaRPr sz="1100">
              <a:solidFill>
                <a:schemeClr val="lt1"/>
              </a:solidFill>
              <a:latin typeface="Bai Jamjuree Medium"/>
              <a:ea typeface="Bai Jamjuree Medium"/>
              <a:cs typeface="Bai Jamjuree Medium"/>
              <a:sym typeface="Bai Jamjuree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lt1"/>
              </a:solidFill>
              <a:latin typeface="Bai Jamjuree Medium"/>
              <a:ea typeface="Bai Jamjuree Medium"/>
              <a:cs typeface="Bai Jamjuree Medium"/>
              <a:sym typeface="Bai Jamjuree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lt1"/>
                </a:solidFill>
                <a:latin typeface="Bai Jamjuree Medium"/>
                <a:ea typeface="Bai Jamjuree Medium"/>
                <a:cs typeface="Bai Jamjuree Medium"/>
                <a:sym typeface="Bai Jamjuree Medium"/>
              </a:rPr>
              <a:t>After Splitting (80-10-10):</a:t>
            </a:r>
            <a:endParaRPr sz="1100">
              <a:solidFill>
                <a:schemeClr val="lt1"/>
              </a:solidFill>
              <a:latin typeface="Bai Jamjuree Medium"/>
              <a:ea typeface="Bai Jamjuree Medium"/>
              <a:cs typeface="Bai Jamjuree Medium"/>
              <a:sym typeface="Bai Jamjuree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lt1"/>
                </a:solidFill>
                <a:latin typeface="Bai Jamjuree Medium"/>
                <a:ea typeface="Bai Jamjuree Medium"/>
                <a:cs typeface="Bai Jamjuree Medium"/>
                <a:sym typeface="Bai Jamjuree Medium"/>
              </a:rPr>
              <a:t>Splitted</a:t>
            </a:r>
            <a:r>
              <a:rPr lang="en" sz="1100">
                <a:solidFill>
                  <a:schemeClr val="lt1"/>
                </a:solidFill>
                <a:latin typeface="Bai Jamjuree Medium"/>
                <a:ea typeface="Bai Jamjuree Medium"/>
                <a:cs typeface="Bai Jamjuree Medium"/>
                <a:sym typeface="Bai Jamjuree Medium"/>
              </a:rPr>
              <a:t> Data/</a:t>
            </a:r>
            <a:endParaRPr sz="1100">
              <a:solidFill>
                <a:schemeClr val="lt1"/>
              </a:solidFill>
              <a:latin typeface="Bai Jamjuree Medium"/>
              <a:ea typeface="Bai Jamjuree Medium"/>
              <a:cs typeface="Bai Jamjuree Medium"/>
              <a:sym typeface="Bai Jamjuree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lt1"/>
                </a:solidFill>
                <a:latin typeface="Bai Jamjuree Medium"/>
                <a:ea typeface="Bai Jamjuree Medium"/>
                <a:cs typeface="Bai Jamjuree Medium"/>
                <a:sym typeface="Bai Jamjuree Medium"/>
              </a:rPr>
              <a:t>├── </a:t>
            </a:r>
            <a:r>
              <a:rPr lang="en" sz="1100">
                <a:solidFill>
                  <a:schemeClr val="dk2"/>
                </a:solidFill>
                <a:latin typeface="Bai Jamjuree Medium"/>
                <a:ea typeface="Bai Jamjuree Medium"/>
                <a:cs typeface="Bai Jamjuree Medium"/>
                <a:sym typeface="Bai Jamjuree Medium"/>
              </a:rPr>
              <a:t>Train/ (80%)</a:t>
            </a:r>
            <a:endParaRPr sz="1100">
              <a:solidFill>
                <a:schemeClr val="dk2"/>
              </a:solidFill>
              <a:latin typeface="Bai Jamjuree Medium"/>
              <a:ea typeface="Bai Jamjuree Medium"/>
              <a:cs typeface="Bai Jamjuree Medium"/>
              <a:sym typeface="Bai Jamjuree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lt1"/>
                </a:solidFill>
                <a:latin typeface="Bai Jamjuree Medium"/>
                <a:ea typeface="Bai Jamjuree Medium"/>
                <a:cs typeface="Bai Jamjuree Medium"/>
                <a:sym typeface="Bai Jamjuree Medium"/>
              </a:rPr>
              <a:t>│   ├── Defective/ (80% of original defective images)</a:t>
            </a:r>
            <a:endParaRPr sz="1100">
              <a:solidFill>
                <a:schemeClr val="lt1"/>
              </a:solidFill>
              <a:latin typeface="Bai Jamjuree Medium"/>
              <a:ea typeface="Bai Jamjuree Medium"/>
              <a:cs typeface="Bai Jamjuree Medium"/>
              <a:sym typeface="Bai Jamjuree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lt1"/>
                </a:solidFill>
                <a:latin typeface="Bai Jamjuree Medium"/>
                <a:ea typeface="Bai Jamjuree Medium"/>
                <a:cs typeface="Bai Jamjuree Medium"/>
                <a:sym typeface="Bai Jamjuree Medium"/>
              </a:rPr>
              <a:t>│   └── Non Defective/ (80% of original non-defective images)</a:t>
            </a:r>
            <a:endParaRPr sz="1100">
              <a:solidFill>
                <a:schemeClr val="lt1"/>
              </a:solidFill>
              <a:latin typeface="Bai Jamjuree Medium"/>
              <a:ea typeface="Bai Jamjuree Medium"/>
              <a:cs typeface="Bai Jamjuree Medium"/>
              <a:sym typeface="Bai Jamjuree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lt1"/>
                </a:solidFill>
                <a:latin typeface="Bai Jamjuree Medium"/>
                <a:ea typeface="Bai Jamjuree Medium"/>
                <a:cs typeface="Bai Jamjuree Medium"/>
                <a:sym typeface="Bai Jamjuree Medium"/>
              </a:rPr>
              <a:t>├── </a:t>
            </a:r>
            <a:r>
              <a:rPr lang="en" sz="1100">
                <a:solidFill>
                  <a:schemeClr val="lt2"/>
                </a:solidFill>
                <a:latin typeface="Bai Jamjuree Medium"/>
                <a:ea typeface="Bai Jamjuree Medium"/>
                <a:cs typeface="Bai Jamjuree Medium"/>
                <a:sym typeface="Bai Jamjuree Medium"/>
              </a:rPr>
              <a:t>Val/ (10%)</a:t>
            </a:r>
            <a:endParaRPr sz="1100">
              <a:solidFill>
                <a:schemeClr val="lt2"/>
              </a:solidFill>
              <a:latin typeface="Bai Jamjuree Medium"/>
              <a:ea typeface="Bai Jamjuree Medium"/>
              <a:cs typeface="Bai Jamjuree Medium"/>
              <a:sym typeface="Bai Jamjuree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lt1"/>
                </a:solidFill>
                <a:latin typeface="Bai Jamjuree Medium"/>
                <a:ea typeface="Bai Jamjuree Medium"/>
                <a:cs typeface="Bai Jamjuree Medium"/>
                <a:sym typeface="Bai Jamjuree Medium"/>
              </a:rPr>
              <a:t>│   ├── Defective/ (10% of original defective images)</a:t>
            </a:r>
            <a:endParaRPr sz="1100">
              <a:solidFill>
                <a:schemeClr val="lt1"/>
              </a:solidFill>
              <a:latin typeface="Bai Jamjuree Medium"/>
              <a:ea typeface="Bai Jamjuree Medium"/>
              <a:cs typeface="Bai Jamjuree Medium"/>
              <a:sym typeface="Bai Jamjuree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lt1"/>
                </a:solidFill>
                <a:latin typeface="Bai Jamjuree Medium"/>
                <a:ea typeface="Bai Jamjuree Medium"/>
                <a:cs typeface="Bai Jamjuree Medium"/>
                <a:sym typeface="Bai Jamjuree Medium"/>
              </a:rPr>
              <a:t>│   └── Non Defective/ (10% of original non-defective images)</a:t>
            </a:r>
            <a:endParaRPr sz="1100">
              <a:solidFill>
                <a:schemeClr val="lt1"/>
              </a:solidFill>
              <a:latin typeface="Bai Jamjuree Medium"/>
              <a:ea typeface="Bai Jamjuree Medium"/>
              <a:cs typeface="Bai Jamjuree Medium"/>
              <a:sym typeface="Bai Jamjuree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lt1"/>
                </a:solidFill>
                <a:latin typeface="Bai Jamjuree Medium"/>
                <a:ea typeface="Bai Jamjuree Medium"/>
                <a:cs typeface="Bai Jamjuree Medium"/>
                <a:sym typeface="Bai Jamjuree Medium"/>
              </a:rPr>
              <a:t>└── </a:t>
            </a:r>
            <a:r>
              <a:rPr lang="en" sz="1100">
                <a:solidFill>
                  <a:schemeClr val="accent1"/>
                </a:solidFill>
                <a:latin typeface="Bai Jamjuree Medium"/>
                <a:ea typeface="Bai Jamjuree Medium"/>
                <a:cs typeface="Bai Jamjuree Medium"/>
                <a:sym typeface="Bai Jamjuree Medium"/>
              </a:rPr>
              <a:t>Test/ (10%)</a:t>
            </a:r>
            <a:endParaRPr sz="1100">
              <a:solidFill>
                <a:schemeClr val="accent1"/>
              </a:solidFill>
              <a:latin typeface="Bai Jamjuree Medium"/>
              <a:ea typeface="Bai Jamjuree Medium"/>
              <a:cs typeface="Bai Jamjuree Medium"/>
              <a:sym typeface="Bai Jamjuree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lt1"/>
                </a:solidFill>
                <a:latin typeface="Bai Jamjuree Medium"/>
                <a:ea typeface="Bai Jamjuree Medium"/>
                <a:cs typeface="Bai Jamjuree Medium"/>
                <a:sym typeface="Bai Jamjuree Medium"/>
              </a:rPr>
              <a:t>    ├── Defective/ (10% of original defective images)</a:t>
            </a:r>
            <a:endParaRPr sz="1100">
              <a:solidFill>
                <a:schemeClr val="lt1"/>
              </a:solidFill>
              <a:latin typeface="Bai Jamjuree Medium"/>
              <a:ea typeface="Bai Jamjuree Medium"/>
              <a:cs typeface="Bai Jamjuree Medium"/>
              <a:sym typeface="Bai Jamjuree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lt1"/>
                </a:solidFill>
                <a:latin typeface="Bai Jamjuree Medium"/>
                <a:ea typeface="Bai Jamjuree Medium"/>
                <a:cs typeface="Bai Jamjuree Medium"/>
                <a:sym typeface="Bai Jamjuree Medium"/>
              </a:rPr>
              <a:t>    └── Non Defective/ (10% of original non-defective images)</a:t>
            </a:r>
            <a:endParaRPr sz="1100">
              <a:solidFill>
                <a:schemeClr val="lt1"/>
              </a:solidFill>
              <a:latin typeface="Bai Jamjuree Medium"/>
              <a:ea typeface="Bai Jamjuree Medium"/>
              <a:cs typeface="Bai Jamjuree Medium"/>
              <a:sym typeface="Bai Jamjuree Mediu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mph" presetID="8" presetSubtype="0">
                                  <p:stCondLst>
                                    <p:cond delay="0"/>
                                  </p:stCondLst>
                                  <p:childTnLst>
                                    <p:animRot by="-21600000">
                                      <p:cBhvr>
                                        <p:cTn dur="1000" fill="hold"/>
                                        <p:tgtEl>
                                          <p:spTgt spid="276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28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27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7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7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7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7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7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7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8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8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8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8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8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27" name="Shape 28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8" name="Google Shape;2828;p61"/>
          <p:cNvSpPr txBox="1"/>
          <p:nvPr>
            <p:ph type="title"/>
          </p:nvPr>
        </p:nvSpPr>
        <p:spPr>
          <a:xfrm>
            <a:off x="715500" y="538250"/>
            <a:ext cx="7713000" cy="4818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/>
              <a:t>Data Pre-processing</a:t>
            </a:r>
            <a:endParaRPr sz="2800"/>
          </a:p>
        </p:txBody>
      </p:sp>
      <p:sp>
        <p:nvSpPr>
          <p:cNvPr id="2829" name="Google Shape;2829;p61"/>
          <p:cNvSpPr txBox="1"/>
          <p:nvPr>
            <p:ph idx="1" type="subTitle"/>
          </p:nvPr>
        </p:nvSpPr>
        <p:spPr>
          <a:xfrm>
            <a:off x="3256851" y="1320575"/>
            <a:ext cx="3689100" cy="44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Resizing &amp; Cropping</a:t>
            </a:r>
            <a:endParaRPr/>
          </a:p>
        </p:txBody>
      </p:sp>
      <p:sp>
        <p:nvSpPr>
          <p:cNvPr id="2830" name="Google Shape;2830;p61"/>
          <p:cNvSpPr txBox="1"/>
          <p:nvPr>
            <p:ph idx="2" type="subTitle"/>
          </p:nvPr>
        </p:nvSpPr>
        <p:spPr>
          <a:xfrm>
            <a:off x="3256849" y="1785025"/>
            <a:ext cx="3633600" cy="4818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All images are resized to 224×224 pixels to match the model's input size.</a:t>
            </a:r>
            <a:endParaRPr/>
          </a:p>
        </p:txBody>
      </p:sp>
      <p:sp>
        <p:nvSpPr>
          <p:cNvPr id="2831" name="Google Shape;2831;p61"/>
          <p:cNvSpPr txBox="1"/>
          <p:nvPr>
            <p:ph idx="3" type="subTitle"/>
          </p:nvPr>
        </p:nvSpPr>
        <p:spPr>
          <a:xfrm>
            <a:off x="3256843" y="2435975"/>
            <a:ext cx="3689100" cy="44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Tensor Conversion</a:t>
            </a:r>
            <a:endParaRPr/>
          </a:p>
        </p:txBody>
      </p:sp>
      <p:sp>
        <p:nvSpPr>
          <p:cNvPr id="2832" name="Google Shape;2832;p61"/>
          <p:cNvSpPr txBox="1"/>
          <p:nvPr>
            <p:ph idx="4" type="subTitle"/>
          </p:nvPr>
        </p:nvSpPr>
        <p:spPr>
          <a:xfrm>
            <a:off x="3256856" y="2900426"/>
            <a:ext cx="3280200" cy="4818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Converts images into PyTorch tensors for model compatibility</a:t>
            </a:r>
            <a:endParaRPr/>
          </a:p>
        </p:txBody>
      </p:sp>
      <p:sp>
        <p:nvSpPr>
          <p:cNvPr id="2833" name="Google Shape;2833;p61"/>
          <p:cNvSpPr txBox="1"/>
          <p:nvPr>
            <p:ph idx="5" type="subTitle"/>
          </p:nvPr>
        </p:nvSpPr>
        <p:spPr>
          <a:xfrm>
            <a:off x="3256861" y="3551375"/>
            <a:ext cx="2204400" cy="44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Normalization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2834" name="Google Shape;2834;p61"/>
          <p:cNvSpPr txBox="1"/>
          <p:nvPr>
            <p:ph idx="6" type="subTitle"/>
          </p:nvPr>
        </p:nvSpPr>
        <p:spPr>
          <a:xfrm>
            <a:off x="3256856" y="4015826"/>
            <a:ext cx="3280200" cy="4818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Used ImageNet mean and std to standardize pixel values, which helps in faster convergence during training</a:t>
            </a:r>
            <a:endParaRPr/>
          </a:p>
        </p:txBody>
      </p:sp>
      <p:grpSp>
        <p:nvGrpSpPr>
          <p:cNvPr id="2835" name="Google Shape;2835;p61"/>
          <p:cNvGrpSpPr/>
          <p:nvPr/>
        </p:nvGrpSpPr>
        <p:grpSpPr>
          <a:xfrm flipH="1" rot="10800000">
            <a:off x="7350014" y="2136383"/>
            <a:ext cx="793256" cy="182899"/>
            <a:chOff x="2685575" y="2835950"/>
            <a:chExt cx="433000" cy="99825"/>
          </a:xfrm>
        </p:grpSpPr>
        <p:sp>
          <p:nvSpPr>
            <p:cNvPr id="2836" name="Google Shape;2836;p61"/>
            <p:cNvSpPr/>
            <p:nvPr/>
          </p:nvSpPr>
          <p:spPr>
            <a:xfrm>
              <a:off x="3032250" y="2835950"/>
              <a:ext cx="86325" cy="99825"/>
            </a:xfrm>
            <a:custGeom>
              <a:rect b="b" l="l" r="r" t="t"/>
              <a:pathLst>
                <a:path extrusionOk="0" h="3993" w="3453">
                  <a:moveTo>
                    <a:pt x="3453" y="0"/>
                  </a:moveTo>
                  <a:lnTo>
                    <a:pt x="0" y="2006"/>
                  </a:lnTo>
                  <a:lnTo>
                    <a:pt x="3453" y="3993"/>
                  </a:lnTo>
                  <a:lnTo>
                    <a:pt x="3453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37" name="Google Shape;2837;p61"/>
            <p:cNvSpPr/>
            <p:nvPr/>
          </p:nvSpPr>
          <p:spPr>
            <a:xfrm>
              <a:off x="2917000" y="2835950"/>
              <a:ext cx="85850" cy="99825"/>
            </a:xfrm>
            <a:custGeom>
              <a:rect b="b" l="l" r="r" t="t"/>
              <a:pathLst>
                <a:path extrusionOk="0" h="3993" w="3434">
                  <a:moveTo>
                    <a:pt x="3434" y="0"/>
                  </a:moveTo>
                  <a:lnTo>
                    <a:pt x="1" y="2006"/>
                  </a:lnTo>
                  <a:lnTo>
                    <a:pt x="3434" y="3993"/>
                  </a:lnTo>
                  <a:lnTo>
                    <a:pt x="3434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38" name="Google Shape;2838;p61"/>
            <p:cNvSpPr/>
            <p:nvPr/>
          </p:nvSpPr>
          <p:spPr>
            <a:xfrm>
              <a:off x="2801300" y="2835950"/>
              <a:ext cx="86325" cy="99825"/>
            </a:xfrm>
            <a:custGeom>
              <a:rect b="b" l="l" r="r" t="t"/>
              <a:pathLst>
                <a:path extrusionOk="0" h="3993" w="3453">
                  <a:moveTo>
                    <a:pt x="3452" y="0"/>
                  </a:moveTo>
                  <a:lnTo>
                    <a:pt x="0" y="2006"/>
                  </a:lnTo>
                  <a:lnTo>
                    <a:pt x="3452" y="3993"/>
                  </a:lnTo>
                  <a:lnTo>
                    <a:pt x="3452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39" name="Google Shape;2839;p61"/>
            <p:cNvSpPr/>
            <p:nvPr/>
          </p:nvSpPr>
          <p:spPr>
            <a:xfrm>
              <a:off x="2685575" y="2835950"/>
              <a:ext cx="86325" cy="99825"/>
            </a:xfrm>
            <a:custGeom>
              <a:rect b="b" l="l" r="r" t="t"/>
              <a:pathLst>
                <a:path extrusionOk="0" h="3993" w="3453">
                  <a:moveTo>
                    <a:pt x="3453" y="0"/>
                  </a:moveTo>
                  <a:lnTo>
                    <a:pt x="0" y="2006"/>
                  </a:lnTo>
                  <a:lnTo>
                    <a:pt x="3453" y="3993"/>
                  </a:lnTo>
                  <a:lnTo>
                    <a:pt x="3453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840" name="Google Shape;2840;p61"/>
          <p:cNvGrpSpPr/>
          <p:nvPr/>
        </p:nvGrpSpPr>
        <p:grpSpPr>
          <a:xfrm flipH="1">
            <a:off x="6737051" y="-686940"/>
            <a:ext cx="2019176" cy="2019176"/>
            <a:chOff x="1943325" y="-220375"/>
            <a:chExt cx="1298672" cy="1298672"/>
          </a:xfrm>
        </p:grpSpPr>
        <p:sp>
          <p:nvSpPr>
            <p:cNvPr id="2841" name="Google Shape;2841;p61"/>
            <p:cNvSpPr/>
            <p:nvPr/>
          </p:nvSpPr>
          <p:spPr>
            <a:xfrm>
              <a:off x="2582255" y="-220375"/>
              <a:ext cx="49" cy="460871"/>
            </a:xfrm>
            <a:custGeom>
              <a:rect b="b" l="l" r="r" t="t"/>
              <a:pathLst>
                <a:path extrusionOk="0" fill="none" h="9432" w="1">
                  <a:moveTo>
                    <a:pt x="0" y="0"/>
                  </a:moveTo>
                  <a:lnTo>
                    <a:pt x="0" y="9431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42" name="Google Shape;2842;p61"/>
            <p:cNvSpPr/>
            <p:nvPr/>
          </p:nvSpPr>
          <p:spPr>
            <a:xfrm>
              <a:off x="2414509" y="-195895"/>
              <a:ext cx="118785" cy="444844"/>
            </a:xfrm>
            <a:custGeom>
              <a:rect b="b" l="l" r="r" t="t"/>
              <a:pathLst>
                <a:path extrusionOk="0" fill="none" h="9104" w="2431">
                  <a:moveTo>
                    <a:pt x="0" y="1"/>
                  </a:moveTo>
                  <a:lnTo>
                    <a:pt x="2431" y="9104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43" name="Google Shape;2843;p61"/>
            <p:cNvSpPr/>
            <p:nvPr/>
          </p:nvSpPr>
          <p:spPr>
            <a:xfrm>
              <a:off x="2259027" y="-128024"/>
              <a:ext cx="229996" cy="398669"/>
            </a:xfrm>
            <a:custGeom>
              <a:rect b="b" l="l" r="r" t="t"/>
              <a:pathLst>
                <a:path extrusionOk="0" fill="none" h="8159" w="4707">
                  <a:moveTo>
                    <a:pt x="0" y="0"/>
                  </a:moveTo>
                  <a:lnTo>
                    <a:pt x="4706" y="8158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44" name="Google Shape;2844;p61"/>
            <p:cNvSpPr/>
            <p:nvPr/>
          </p:nvSpPr>
          <p:spPr>
            <a:xfrm>
              <a:off x="2126121" y="-22481"/>
              <a:ext cx="325180" cy="325180"/>
            </a:xfrm>
            <a:custGeom>
              <a:rect b="b" l="l" r="r" t="t"/>
              <a:pathLst>
                <a:path extrusionOk="0" fill="none" h="6655" w="6655">
                  <a:moveTo>
                    <a:pt x="1" y="0"/>
                  </a:moveTo>
                  <a:lnTo>
                    <a:pt x="6655" y="6654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45" name="Google Shape;2845;p61"/>
            <p:cNvSpPr/>
            <p:nvPr/>
          </p:nvSpPr>
          <p:spPr>
            <a:xfrm>
              <a:off x="2025317" y="113211"/>
              <a:ext cx="398669" cy="230924"/>
            </a:xfrm>
            <a:custGeom>
              <a:rect b="b" l="l" r="r" t="t"/>
              <a:pathLst>
                <a:path extrusionOk="0" fill="none" h="4726" w="8159">
                  <a:moveTo>
                    <a:pt x="0" y="1"/>
                  </a:moveTo>
                  <a:lnTo>
                    <a:pt x="8158" y="4726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46" name="Google Shape;2846;p61"/>
            <p:cNvSpPr/>
            <p:nvPr/>
          </p:nvSpPr>
          <p:spPr>
            <a:xfrm>
              <a:off x="1963114" y="270598"/>
              <a:ext cx="444844" cy="119713"/>
            </a:xfrm>
            <a:custGeom>
              <a:rect b="b" l="l" r="r" t="t"/>
              <a:pathLst>
                <a:path extrusionOk="0" fill="none" h="2450" w="9104">
                  <a:moveTo>
                    <a:pt x="0" y="0"/>
                  </a:moveTo>
                  <a:lnTo>
                    <a:pt x="9103" y="24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47" name="Google Shape;2847;p61"/>
            <p:cNvSpPr/>
            <p:nvPr/>
          </p:nvSpPr>
          <p:spPr>
            <a:xfrm>
              <a:off x="1943325" y="439273"/>
              <a:ext cx="460871" cy="49"/>
            </a:xfrm>
            <a:custGeom>
              <a:rect b="b" l="l" r="r" t="t"/>
              <a:pathLst>
                <a:path extrusionOk="0" fill="none" h="1" w="9432">
                  <a:moveTo>
                    <a:pt x="0" y="1"/>
                  </a:moveTo>
                  <a:lnTo>
                    <a:pt x="9431" y="1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48" name="Google Shape;2848;p61"/>
            <p:cNvSpPr/>
            <p:nvPr/>
          </p:nvSpPr>
          <p:spPr>
            <a:xfrm>
              <a:off x="1967805" y="487354"/>
              <a:ext cx="445821" cy="119713"/>
            </a:xfrm>
            <a:custGeom>
              <a:rect b="b" l="l" r="r" t="t"/>
              <a:pathLst>
                <a:path extrusionOk="0" fill="none" h="2450" w="9124">
                  <a:moveTo>
                    <a:pt x="1" y="2450"/>
                  </a:moveTo>
                  <a:lnTo>
                    <a:pt x="9123" y="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49" name="Google Shape;2849;p61"/>
            <p:cNvSpPr/>
            <p:nvPr/>
          </p:nvSpPr>
          <p:spPr>
            <a:xfrm>
              <a:off x="2035676" y="532600"/>
              <a:ext cx="398669" cy="229996"/>
            </a:xfrm>
            <a:custGeom>
              <a:rect b="b" l="l" r="r" t="t"/>
              <a:pathLst>
                <a:path extrusionOk="0" fill="none" h="4707" w="8159">
                  <a:moveTo>
                    <a:pt x="0" y="4706"/>
                  </a:moveTo>
                  <a:lnTo>
                    <a:pt x="8158" y="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50" name="Google Shape;2850;p61"/>
            <p:cNvSpPr/>
            <p:nvPr/>
          </p:nvSpPr>
          <p:spPr>
            <a:xfrm>
              <a:off x="2141219" y="569345"/>
              <a:ext cx="326108" cy="326108"/>
            </a:xfrm>
            <a:custGeom>
              <a:rect b="b" l="l" r="r" t="t"/>
              <a:pathLst>
                <a:path extrusionOk="0" fill="none" h="6674" w="6674">
                  <a:moveTo>
                    <a:pt x="0" y="6674"/>
                  </a:moveTo>
                  <a:lnTo>
                    <a:pt x="6673" y="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51" name="Google Shape;2851;p61"/>
            <p:cNvSpPr/>
            <p:nvPr/>
          </p:nvSpPr>
          <p:spPr>
            <a:xfrm>
              <a:off x="2277840" y="597588"/>
              <a:ext cx="229996" cy="398718"/>
            </a:xfrm>
            <a:custGeom>
              <a:rect b="b" l="l" r="r" t="t"/>
              <a:pathLst>
                <a:path extrusionOk="0" fill="none" h="8160" w="4707">
                  <a:moveTo>
                    <a:pt x="1" y="8159"/>
                  </a:moveTo>
                  <a:lnTo>
                    <a:pt x="4707" y="1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52" name="Google Shape;2852;p61"/>
            <p:cNvSpPr/>
            <p:nvPr/>
          </p:nvSpPr>
          <p:spPr>
            <a:xfrm>
              <a:off x="2435227" y="613615"/>
              <a:ext cx="118785" cy="444893"/>
            </a:xfrm>
            <a:custGeom>
              <a:rect b="b" l="l" r="r" t="t"/>
              <a:pathLst>
                <a:path extrusionOk="0" fill="none" h="9105" w="2431">
                  <a:moveTo>
                    <a:pt x="1" y="9104"/>
                  </a:moveTo>
                  <a:lnTo>
                    <a:pt x="2431" y="1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53" name="Google Shape;2853;p61"/>
            <p:cNvSpPr/>
            <p:nvPr/>
          </p:nvSpPr>
          <p:spPr>
            <a:xfrm>
              <a:off x="2602973" y="617377"/>
              <a:ext cx="49" cy="460920"/>
            </a:xfrm>
            <a:custGeom>
              <a:rect b="b" l="l" r="r" t="t"/>
              <a:pathLst>
                <a:path extrusionOk="0" fill="none" h="9433" w="1">
                  <a:moveTo>
                    <a:pt x="1" y="9432"/>
                  </a:moveTo>
                  <a:lnTo>
                    <a:pt x="1" y="1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54" name="Google Shape;2854;p61"/>
            <p:cNvSpPr/>
            <p:nvPr/>
          </p:nvSpPr>
          <p:spPr>
            <a:xfrm>
              <a:off x="2651982" y="607996"/>
              <a:ext cx="118785" cy="444844"/>
            </a:xfrm>
            <a:custGeom>
              <a:rect b="b" l="l" r="r" t="t"/>
              <a:pathLst>
                <a:path extrusionOk="0" fill="none" h="9104" w="2431">
                  <a:moveTo>
                    <a:pt x="2431" y="9103"/>
                  </a:moveTo>
                  <a:lnTo>
                    <a:pt x="1" y="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55" name="Google Shape;2855;p61"/>
            <p:cNvSpPr/>
            <p:nvPr/>
          </p:nvSpPr>
          <p:spPr>
            <a:xfrm>
              <a:off x="2696300" y="586301"/>
              <a:ext cx="229996" cy="398669"/>
            </a:xfrm>
            <a:custGeom>
              <a:rect b="b" l="l" r="r" t="t"/>
              <a:pathLst>
                <a:path extrusionOk="0" fill="none" h="8159" w="4707">
                  <a:moveTo>
                    <a:pt x="4706" y="8159"/>
                  </a:moveTo>
                  <a:lnTo>
                    <a:pt x="0" y="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56" name="Google Shape;2856;p61"/>
            <p:cNvSpPr/>
            <p:nvPr/>
          </p:nvSpPr>
          <p:spPr>
            <a:xfrm>
              <a:off x="2733974" y="554247"/>
              <a:ext cx="325180" cy="326108"/>
            </a:xfrm>
            <a:custGeom>
              <a:rect b="b" l="l" r="r" t="t"/>
              <a:pathLst>
                <a:path extrusionOk="0" fill="none" h="6674" w="6655">
                  <a:moveTo>
                    <a:pt x="6655" y="6674"/>
                  </a:moveTo>
                  <a:lnTo>
                    <a:pt x="1" y="1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57" name="Google Shape;2857;p61"/>
            <p:cNvSpPr/>
            <p:nvPr/>
          </p:nvSpPr>
          <p:spPr>
            <a:xfrm>
              <a:off x="2761288" y="513739"/>
              <a:ext cx="398718" cy="229996"/>
            </a:xfrm>
            <a:custGeom>
              <a:rect b="b" l="l" r="r" t="t"/>
              <a:pathLst>
                <a:path extrusionOk="0" fill="none" h="4707" w="8160">
                  <a:moveTo>
                    <a:pt x="8159" y="4706"/>
                  </a:moveTo>
                  <a:lnTo>
                    <a:pt x="1" y="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58" name="Google Shape;2858;p61"/>
            <p:cNvSpPr/>
            <p:nvPr/>
          </p:nvSpPr>
          <p:spPr>
            <a:xfrm>
              <a:off x="2777315" y="466636"/>
              <a:ext cx="444893" cy="119713"/>
            </a:xfrm>
            <a:custGeom>
              <a:rect b="b" l="l" r="r" t="t"/>
              <a:pathLst>
                <a:path extrusionOk="0" fill="none" h="2450" w="9105">
                  <a:moveTo>
                    <a:pt x="9104" y="2449"/>
                  </a:moveTo>
                  <a:lnTo>
                    <a:pt x="1" y="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59" name="Google Shape;2859;p61"/>
            <p:cNvSpPr/>
            <p:nvPr/>
          </p:nvSpPr>
          <p:spPr>
            <a:xfrm>
              <a:off x="2781077" y="417626"/>
              <a:ext cx="460920" cy="49"/>
            </a:xfrm>
            <a:custGeom>
              <a:rect b="b" l="l" r="r" t="t"/>
              <a:pathLst>
                <a:path extrusionOk="0" fill="none" h="1" w="9433">
                  <a:moveTo>
                    <a:pt x="9432" y="0"/>
                  </a:moveTo>
                  <a:lnTo>
                    <a:pt x="1" y="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60" name="Google Shape;2860;p61"/>
            <p:cNvSpPr/>
            <p:nvPr/>
          </p:nvSpPr>
          <p:spPr>
            <a:xfrm>
              <a:off x="2771696" y="249880"/>
              <a:ext cx="444844" cy="119713"/>
            </a:xfrm>
            <a:custGeom>
              <a:rect b="b" l="l" r="r" t="t"/>
              <a:pathLst>
                <a:path extrusionOk="0" fill="none" h="2450" w="9104">
                  <a:moveTo>
                    <a:pt x="9103" y="0"/>
                  </a:moveTo>
                  <a:lnTo>
                    <a:pt x="0" y="24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61" name="Google Shape;2861;p61"/>
            <p:cNvSpPr/>
            <p:nvPr/>
          </p:nvSpPr>
          <p:spPr>
            <a:xfrm>
              <a:off x="2750929" y="94350"/>
              <a:ext cx="398718" cy="230973"/>
            </a:xfrm>
            <a:custGeom>
              <a:rect b="b" l="l" r="r" t="t"/>
              <a:pathLst>
                <a:path extrusionOk="0" fill="none" h="4727" w="8160">
                  <a:moveTo>
                    <a:pt x="8159" y="1"/>
                  </a:moveTo>
                  <a:lnTo>
                    <a:pt x="1" y="4726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62" name="Google Shape;2862;p61"/>
            <p:cNvSpPr/>
            <p:nvPr/>
          </p:nvSpPr>
          <p:spPr>
            <a:xfrm>
              <a:off x="2717947" y="-38508"/>
              <a:ext cx="326108" cy="326108"/>
            </a:xfrm>
            <a:custGeom>
              <a:rect b="b" l="l" r="r" t="t"/>
              <a:pathLst>
                <a:path extrusionOk="0" fill="none" h="6674" w="6674">
                  <a:moveTo>
                    <a:pt x="6674" y="0"/>
                  </a:moveTo>
                  <a:lnTo>
                    <a:pt x="1" y="6674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63" name="Google Shape;2863;p61"/>
            <p:cNvSpPr/>
            <p:nvPr/>
          </p:nvSpPr>
          <p:spPr>
            <a:xfrm>
              <a:off x="2677439" y="-139361"/>
              <a:ext cx="229996" cy="399646"/>
            </a:xfrm>
            <a:custGeom>
              <a:rect b="b" l="l" r="r" t="t"/>
              <a:pathLst>
                <a:path extrusionOk="0" fill="none" h="8179" w="4707">
                  <a:moveTo>
                    <a:pt x="4706" y="1"/>
                  </a:moveTo>
                  <a:lnTo>
                    <a:pt x="0" y="8178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64" name="Google Shape;2864;p61"/>
            <p:cNvSpPr/>
            <p:nvPr/>
          </p:nvSpPr>
          <p:spPr>
            <a:xfrm>
              <a:off x="2631264" y="-201563"/>
              <a:ext cx="118785" cy="444893"/>
            </a:xfrm>
            <a:custGeom>
              <a:rect b="b" l="l" r="r" t="t"/>
              <a:pathLst>
                <a:path extrusionOk="0" fill="none" h="9105" w="2431">
                  <a:moveTo>
                    <a:pt x="2430" y="1"/>
                  </a:moveTo>
                  <a:lnTo>
                    <a:pt x="0" y="9104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65" name="Google Shape;2865;p61"/>
            <p:cNvSpPr/>
            <p:nvPr/>
          </p:nvSpPr>
          <p:spPr>
            <a:xfrm>
              <a:off x="2607712" y="-215684"/>
              <a:ext cx="62251" cy="456180"/>
            </a:xfrm>
            <a:custGeom>
              <a:rect b="b" l="l" r="r" t="t"/>
              <a:pathLst>
                <a:path extrusionOk="0" fill="none" h="9336" w="1274">
                  <a:moveTo>
                    <a:pt x="1273" y="0"/>
                  </a:moveTo>
                  <a:lnTo>
                    <a:pt x="0" y="9335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66" name="Google Shape;2866;p61"/>
            <p:cNvSpPr/>
            <p:nvPr/>
          </p:nvSpPr>
          <p:spPr>
            <a:xfrm>
              <a:off x="2500263" y="-213779"/>
              <a:ext cx="57511" cy="457109"/>
            </a:xfrm>
            <a:custGeom>
              <a:rect b="b" l="l" r="r" t="t"/>
              <a:pathLst>
                <a:path extrusionOk="0" fill="none" h="9355" w="1177">
                  <a:moveTo>
                    <a:pt x="1" y="0"/>
                  </a:moveTo>
                  <a:lnTo>
                    <a:pt x="1177" y="9354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67" name="Google Shape;2867;p61"/>
            <p:cNvSpPr/>
            <p:nvPr/>
          </p:nvSpPr>
          <p:spPr>
            <a:xfrm>
              <a:off x="2337208" y="-168580"/>
              <a:ext cx="174390" cy="426961"/>
            </a:xfrm>
            <a:custGeom>
              <a:rect b="b" l="l" r="r" t="t"/>
              <a:pathLst>
                <a:path extrusionOk="0" fill="none" h="8738" w="3569">
                  <a:moveTo>
                    <a:pt x="1" y="1"/>
                  </a:moveTo>
                  <a:lnTo>
                    <a:pt x="3569" y="8738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68" name="Google Shape;2868;p61"/>
            <p:cNvSpPr/>
            <p:nvPr/>
          </p:nvSpPr>
          <p:spPr>
            <a:xfrm>
              <a:off x="2191157" y="-81849"/>
              <a:ext cx="279005" cy="366615"/>
            </a:xfrm>
            <a:custGeom>
              <a:rect b="b" l="l" r="r" t="t"/>
              <a:pathLst>
                <a:path extrusionOk="0" fill="none" h="7503" w="5710">
                  <a:moveTo>
                    <a:pt x="0" y="0"/>
                  </a:moveTo>
                  <a:lnTo>
                    <a:pt x="5709" y="7503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69" name="Google Shape;2869;p61"/>
            <p:cNvSpPr/>
            <p:nvPr/>
          </p:nvSpPr>
          <p:spPr>
            <a:xfrm>
              <a:off x="2072420" y="39722"/>
              <a:ext cx="364759" cy="281790"/>
            </a:xfrm>
            <a:custGeom>
              <a:rect b="b" l="l" r="r" t="t"/>
              <a:pathLst>
                <a:path extrusionOk="0" fill="none" h="5767" w="7465">
                  <a:moveTo>
                    <a:pt x="0" y="0"/>
                  </a:moveTo>
                  <a:lnTo>
                    <a:pt x="7464" y="5767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70" name="Google Shape;2870;p61"/>
            <p:cNvSpPr/>
            <p:nvPr/>
          </p:nvSpPr>
          <p:spPr>
            <a:xfrm>
              <a:off x="1989500" y="187678"/>
              <a:ext cx="425055" cy="178153"/>
            </a:xfrm>
            <a:custGeom>
              <a:rect b="b" l="l" r="r" t="t"/>
              <a:pathLst>
                <a:path extrusionOk="0" fill="none" h="3646" w="8699">
                  <a:moveTo>
                    <a:pt x="0" y="0"/>
                  </a:moveTo>
                  <a:lnTo>
                    <a:pt x="8698" y="3645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71" name="Google Shape;2871;p61"/>
            <p:cNvSpPr/>
            <p:nvPr/>
          </p:nvSpPr>
          <p:spPr>
            <a:xfrm>
              <a:off x="1948016" y="351662"/>
              <a:ext cx="456180" cy="62251"/>
            </a:xfrm>
            <a:custGeom>
              <a:rect b="b" l="l" r="r" t="t"/>
              <a:pathLst>
                <a:path extrusionOk="0" fill="none" h="1274" w="9336">
                  <a:moveTo>
                    <a:pt x="1" y="0"/>
                  </a:moveTo>
                  <a:lnTo>
                    <a:pt x="9335" y="1273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72" name="Google Shape;2872;p61"/>
            <p:cNvSpPr/>
            <p:nvPr/>
          </p:nvSpPr>
          <p:spPr>
            <a:xfrm>
              <a:off x="1949921" y="462824"/>
              <a:ext cx="457109" cy="58488"/>
            </a:xfrm>
            <a:custGeom>
              <a:rect b="b" l="l" r="r" t="t"/>
              <a:pathLst>
                <a:path extrusionOk="0" fill="none" h="1197" w="9355">
                  <a:moveTo>
                    <a:pt x="0" y="1197"/>
                  </a:moveTo>
                  <a:lnTo>
                    <a:pt x="9354" y="1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73" name="Google Shape;2873;p61"/>
            <p:cNvSpPr/>
            <p:nvPr/>
          </p:nvSpPr>
          <p:spPr>
            <a:xfrm>
              <a:off x="1996097" y="509977"/>
              <a:ext cx="425983" cy="174390"/>
            </a:xfrm>
            <a:custGeom>
              <a:rect b="b" l="l" r="r" t="t"/>
              <a:pathLst>
                <a:path extrusionOk="0" fill="none" h="3569" w="8718">
                  <a:moveTo>
                    <a:pt x="0" y="3568"/>
                  </a:moveTo>
                  <a:lnTo>
                    <a:pt x="8718" y="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74" name="Google Shape;2874;p61"/>
            <p:cNvSpPr/>
            <p:nvPr/>
          </p:nvSpPr>
          <p:spPr>
            <a:xfrm>
              <a:off x="2081851" y="551413"/>
              <a:ext cx="367593" cy="279005"/>
            </a:xfrm>
            <a:custGeom>
              <a:rect b="b" l="l" r="r" t="t"/>
              <a:pathLst>
                <a:path extrusionOk="0" fill="none" h="5710" w="7523">
                  <a:moveTo>
                    <a:pt x="0" y="5710"/>
                  </a:moveTo>
                  <a:lnTo>
                    <a:pt x="7522" y="1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75" name="Google Shape;2875;p61"/>
            <p:cNvSpPr/>
            <p:nvPr/>
          </p:nvSpPr>
          <p:spPr>
            <a:xfrm>
              <a:off x="2203422" y="584395"/>
              <a:ext cx="281790" cy="363830"/>
            </a:xfrm>
            <a:custGeom>
              <a:rect b="b" l="l" r="r" t="t"/>
              <a:pathLst>
                <a:path extrusionOk="0" fill="none" h="7446" w="5767">
                  <a:moveTo>
                    <a:pt x="0" y="7446"/>
                  </a:moveTo>
                  <a:lnTo>
                    <a:pt x="5767" y="1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76" name="Google Shape;2876;p61"/>
            <p:cNvSpPr/>
            <p:nvPr/>
          </p:nvSpPr>
          <p:spPr>
            <a:xfrm>
              <a:off x="2351378" y="607018"/>
              <a:ext cx="178153" cy="424126"/>
            </a:xfrm>
            <a:custGeom>
              <a:rect b="b" l="l" r="r" t="t"/>
              <a:pathLst>
                <a:path extrusionOk="0" fill="none" h="8680" w="3646">
                  <a:moveTo>
                    <a:pt x="0" y="8680"/>
                  </a:moveTo>
                  <a:lnTo>
                    <a:pt x="3645" y="1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77" name="Google Shape;2877;p61"/>
            <p:cNvSpPr/>
            <p:nvPr/>
          </p:nvSpPr>
          <p:spPr>
            <a:xfrm>
              <a:off x="2515362" y="616449"/>
              <a:ext cx="62251" cy="457109"/>
            </a:xfrm>
            <a:custGeom>
              <a:rect b="b" l="l" r="r" t="t"/>
              <a:pathLst>
                <a:path extrusionOk="0" fill="none" h="9355" w="1274">
                  <a:moveTo>
                    <a:pt x="0" y="9355"/>
                  </a:moveTo>
                  <a:lnTo>
                    <a:pt x="1273" y="1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78" name="Google Shape;2878;p61"/>
            <p:cNvSpPr/>
            <p:nvPr/>
          </p:nvSpPr>
          <p:spPr>
            <a:xfrm>
              <a:off x="2626524" y="614592"/>
              <a:ext cx="58488" cy="457109"/>
            </a:xfrm>
            <a:custGeom>
              <a:rect b="b" l="l" r="r" t="t"/>
              <a:pathLst>
                <a:path extrusionOk="0" fill="none" h="9355" w="1197">
                  <a:moveTo>
                    <a:pt x="1197" y="9354"/>
                  </a:moveTo>
                  <a:lnTo>
                    <a:pt x="1" y="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79" name="Google Shape;2879;p61"/>
            <p:cNvSpPr/>
            <p:nvPr/>
          </p:nvSpPr>
          <p:spPr>
            <a:xfrm>
              <a:off x="2673677" y="598565"/>
              <a:ext cx="174390" cy="426961"/>
            </a:xfrm>
            <a:custGeom>
              <a:rect b="b" l="l" r="r" t="t"/>
              <a:pathLst>
                <a:path extrusionOk="0" fill="none" h="8738" w="3569">
                  <a:moveTo>
                    <a:pt x="3568" y="8737"/>
                  </a:moveTo>
                  <a:lnTo>
                    <a:pt x="0" y="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80" name="Google Shape;2880;p61"/>
            <p:cNvSpPr/>
            <p:nvPr/>
          </p:nvSpPr>
          <p:spPr>
            <a:xfrm>
              <a:off x="2715113" y="572179"/>
              <a:ext cx="279005" cy="366615"/>
            </a:xfrm>
            <a:custGeom>
              <a:rect b="b" l="l" r="r" t="t"/>
              <a:pathLst>
                <a:path extrusionOk="0" fill="none" h="7503" w="5710">
                  <a:moveTo>
                    <a:pt x="5710" y="7503"/>
                  </a:moveTo>
                  <a:lnTo>
                    <a:pt x="1" y="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81" name="Google Shape;2881;p61"/>
            <p:cNvSpPr/>
            <p:nvPr/>
          </p:nvSpPr>
          <p:spPr>
            <a:xfrm>
              <a:off x="2748095" y="535386"/>
              <a:ext cx="364759" cy="281839"/>
            </a:xfrm>
            <a:custGeom>
              <a:rect b="b" l="l" r="r" t="t"/>
              <a:pathLst>
                <a:path extrusionOk="0" fill="none" h="5768" w="7465">
                  <a:moveTo>
                    <a:pt x="7465" y="5768"/>
                  </a:moveTo>
                  <a:lnTo>
                    <a:pt x="1" y="1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82" name="Google Shape;2882;p61"/>
            <p:cNvSpPr/>
            <p:nvPr/>
          </p:nvSpPr>
          <p:spPr>
            <a:xfrm>
              <a:off x="2770718" y="491116"/>
              <a:ext cx="424126" cy="179081"/>
            </a:xfrm>
            <a:custGeom>
              <a:rect b="b" l="l" r="r" t="t"/>
              <a:pathLst>
                <a:path extrusionOk="0" fill="none" h="3665" w="8680">
                  <a:moveTo>
                    <a:pt x="8680" y="3665"/>
                  </a:moveTo>
                  <a:lnTo>
                    <a:pt x="1" y="1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83" name="Google Shape;2883;p61"/>
            <p:cNvSpPr/>
            <p:nvPr/>
          </p:nvSpPr>
          <p:spPr>
            <a:xfrm>
              <a:off x="2781077" y="443035"/>
              <a:ext cx="456180" cy="62251"/>
            </a:xfrm>
            <a:custGeom>
              <a:rect b="b" l="l" r="r" t="t"/>
              <a:pathLst>
                <a:path extrusionOk="0" fill="none" h="1274" w="9336">
                  <a:moveTo>
                    <a:pt x="9336" y="1274"/>
                  </a:moveTo>
                  <a:lnTo>
                    <a:pt x="1" y="1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84" name="Google Shape;2884;p61"/>
            <p:cNvSpPr/>
            <p:nvPr/>
          </p:nvSpPr>
          <p:spPr>
            <a:xfrm>
              <a:off x="2778292" y="335635"/>
              <a:ext cx="457109" cy="58440"/>
            </a:xfrm>
            <a:custGeom>
              <a:rect b="b" l="l" r="r" t="t"/>
              <a:pathLst>
                <a:path extrusionOk="0" fill="none" h="1196" w="9355">
                  <a:moveTo>
                    <a:pt x="9354" y="0"/>
                  </a:moveTo>
                  <a:lnTo>
                    <a:pt x="0" y="1196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85" name="Google Shape;2885;p61"/>
            <p:cNvSpPr/>
            <p:nvPr/>
          </p:nvSpPr>
          <p:spPr>
            <a:xfrm>
              <a:off x="2763194" y="172579"/>
              <a:ext cx="426032" cy="174390"/>
            </a:xfrm>
            <a:custGeom>
              <a:rect b="b" l="l" r="r" t="t"/>
              <a:pathLst>
                <a:path extrusionOk="0" fill="none" h="3569" w="8719">
                  <a:moveTo>
                    <a:pt x="8718" y="1"/>
                  </a:moveTo>
                  <a:lnTo>
                    <a:pt x="1" y="3569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86" name="Google Shape;2886;p61"/>
            <p:cNvSpPr/>
            <p:nvPr/>
          </p:nvSpPr>
          <p:spPr>
            <a:xfrm>
              <a:off x="2735879" y="27457"/>
              <a:ext cx="366615" cy="278076"/>
            </a:xfrm>
            <a:custGeom>
              <a:rect b="b" l="l" r="r" t="t"/>
              <a:pathLst>
                <a:path extrusionOk="0" fill="none" h="5691" w="7503">
                  <a:moveTo>
                    <a:pt x="7503" y="0"/>
                  </a:moveTo>
                  <a:lnTo>
                    <a:pt x="0" y="569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87" name="Google Shape;2887;p61"/>
            <p:cNvSpPr/>
            <p:nvPr/>
          </p:nvSpPr>
          <p:spPr>
            <a:xfrm>
              <a:off x="2699135" y="-91280"/>
              <a:ext cx="282767" cy="364759"/>
            </a:xfrm>
            <a:custGeom>
              <a:rect b="b" l="l" r="r" t="t"/>
              <a:pathLst>
                <a:path extrusionOk="0" fill="none" h="7465" w="5787">
                  <a:moveTo>
                    <a:pt x="5786" y="0"/>
                  </a:moveTo>
                  <a:lnTo>
                    <a:pt x="0" y="7464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88" name="Google Shape;2888;p61"/>
            <p:cNvSpPr/>
            <p:nvPr/>
          </p:nvSpPr>
          <p:spPr>
            <a:xfrm>
              <a:off x="2655744" y="-174200"/>
              <a:ext cx="178153" cy="425055"/>
            </a:xfrm>
            <a:custGeom>
              <a:rect b="b" l="l" r="r" t="t"/>
              <a:pathLst>
                <a:path extrusionOk="0" fill="none" h="8699" w="3646">
                  <a:moveTo>
                    <a:pt x="3646" y="0"/>
                  </a:moveTo>
                  <a:lnTo>
                    <a:pt x="1" y="8698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889" name="Google Shape;2889;p61"/>
          <p:cNvSpPr/>
          <p:nvPr/>
        </p:nvSpPr>
        <p:spPr>
          <a:xfrm flipH="1" rot="5400000">
            <a:off x="7369961" y="2844075"/>
            <a:ext cx="825452" cy="1673688"/>
          </a:xfrm>
          <a:custGeom>
            <a:rect b="b" l="l" r="r" t="t"/>
            <a:pathLst>
              <a:path extrusionOk="0" fill="none" h="34232" w="16883">
                <a:moveTo>
                  <a:pt x="16882" y="34232"/>
                </a:moveTo>
                <a:cubicBezTo>
                  <a:pt x="7517" y="34109"/>
                  <a:pt x="1" y="26494"/>
                  <a:pt x="1" y="17129"/>
                </a:cubicBezTo>
                <a:cubicBezTo>
                  <a:pt x="1" y="7764"/>
                  <a:pt x="7517" y="124"/>
                  <a:pt x="16882" y="1"/>
                </a:cubicBezTo>
              </a:path>
            </a:pathLst>
          </a:custGeom>
          <a:noFill/>
          <a:ln cap="flat" cmpd="sng" w="85025">
            <a:solidFill>
              <a:schemeClr val="lt1"/>
            </a:solidFill>
            <a:prstDash val="solid"/>
            <a:miter lim="24644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90" name="Google Shape;2890;p61"/>
          <p:cNvSpPr/>
          <p:nvPr/>
        </p:nvSpPr>
        <p:spPr>
          <a:xfrm>
            <a:off x="2610052" y="2676035"/>
            <a:ext cx="555517" cy="554294"/>
          </a:xfrm>
          <a:custGeom>
            <a:rect b="b" l="l" r="r" t="t"/>
            <a:pathLst>
              <a:path extrusionOk="0" h="11337" w="11362">
                <a:moveTo>
                  <a:pt x="11362" y="5668"/>
                </a:moveTo>
                <a:cubicBezTo>
                  <a:pt x="11362" y="8798"/>
                  <a:pt x="8823" y="11337"/>
                  <a:pt x="5669" y="11337"/>
                </a:cubicBezTo>
                <a:cubicBezTo>
                  <a:pt x="2539" y="11337"/>
                  <a:pt x="1" y="8798"/>
                  <a:pt x="1" y="5668"/>
                </a:cubicBezTo>
                <a:cubicBezTo>
                  <a:pt x="1" y="2539"/>
                  <a:pt x="2539" y="0"/>
                  <a:pt x="5669" y="0"/>
                </a:cubicBezTo>
                <a:cubicBezTo>
                  <a:pt x="8823" y="0"/>
                  <a:pt x="11362" y="2539"/>
                  <a:pt x="11362" y="5668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91" name="Google Shape;2891;p61"/>
          <p:cNvSpPr/>
          <p:nvPr/>
        </p:nvSpPr>
        <p:spPr>
          <a:xfrm>
            <a:off x="2610052" y="1537385"/>
            <a:ext cx="555517" cy="554294"/>
          </a:xfrm>
          <a:custGeom>
            <a:rect b="b" l="l" r="r" t="t"/>
            <a:pathLst>
              <a:path extrusionOk="0" h="11337" w="11362">
                <a:moveTo>
                  <a:pt x="11362" y="5668"/>
                </a:moveTo>
                <a:cubicBezTo>
                  <a:pt x="11362" y="8798"/>
                  <a:pt x="8823" y="11337"/>
                  <a:pt x="5669" y="11337"/>
                </a:cubicBezTo>
                <a:cubicBezTo>
                  <a:pt x="2539" y="11337"/>
                  <a:pt x="1" y="8798"/>
                  <a:pt x="1" y="5668"/>
                </a:cubicBezTo>
                <a:cubicBezTo>
                  <a:pt x="1" y="2539"/>
                  <a:pt x="2539" y="0"/>
                  <a:pt x="5669" y="0"/>
                </a:cubicBezTo>
                <a:cubicBezTo>
                  <a:pt x="8823" y="0"/>
                  <a:pt x="11362" y="2539"/>
                  <a:pt x="11362" y="5668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92" name="Google Shape;2892;p61"/>
          <p:cNvSpPr/>
          <p:nvPr/>
        </p:nvSpPr>
        <p:spPr>
          <a:xfrm>
            <a:off x="2610052" y="3814673"/>
            <a:ext cx="555517" cy="554294"/>
          </a:xfrm>
          <a:custGeom>
            <a:rect b="b" l="l" r="r" t="t"/>
            <a:pathLst>
              <a:path extrusionOk="0" h="11337" w="11362">
                <a:moveTo>
                  <a:pt x="11362" y="5668"/>
                </a:moveTo>
                <a:cubicBezTo>
                  <a:pt x="11362" y="8798"/>
                  <a:pt x="8823" y="11337"/>
                  <a:pt x="5669" y="11337"/>
                </a:cubicBezTo>
                <a:cubicBezTo>
                  <a:pt x="2539" y="11337"/>
                  <a:pt x="1" y="8798"/>
                  <a:pt x="1" y="5668"/>
                </a:cubicBezTo>
                <a:cubicBezTo>
                  <a:pt x="1" y="2539"/>
                  <a:pt x="2539" y="0"/>
                  <a:pt x="5669" y="0"/>
                </a:cubicBezTo>
                <a:cubicBezTo>
                  <a:pt x="8823" y="0"/>
                  <a:pt x="11362" y="2539"/>
                  <a:pt x="11362" y="5668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893" name="Google Shape;2893;p61"/>
          <p:cNvGrpSpPr/>
          <p:nvPr/>
        </p:nvGrpSpPr>
        <p:grpSpPr>
          <a:xfrm rot="10800000">
            <a:off x="-2065912" y="3101271"/>
            <a:ext cx="4000413" cy="3175881"/>
            <a:chOff x="5207925" y="-1994879"/>
            <a:chExt cx="4000413" cy="3175881"/>
          </a:xfrm>
        </p:grpSpPr>
        <p:sp>
          <p:nvSpPr>
            <p:cNvPr id="2894" name="Google Shape;2894;p61"/>
            <p:cNvSpPr/>
            <p:nvPr/>
          </p:nvSpPr>
          <p:spPr>
            <a:xfrm>
              <a:off x="5256209" y="-1994879"/>
              <a:ext cx="3952129" cy="3103920"/>
            </a:xfrm>
            <a:custGeom>
              <a:rect b="b" l="l" r="r" t="t"/>
              <a:pathLst>
                <a:path extrusionOk="0" fill="none" h="70648" w="89954">
                  <a:moveTo>
                    <a:pt x="89954" y="70647"/>
                  </a:moveTo>
                  <a:lnTo>
                    <a:pt x="1" y="70647"/>
                  </a:lnTo>
                  <a:lnTo>
                    <a:pt x="1" y="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95" name="Google Shape;2895;p61"/>
            <p:cNvSpPr/>
            <p:nvPr/>
          </p:nvSpPr>
          <p:spPr>
            <a:xfrm>
              <a:off x="5579917" y="1036061"/>
              <a:ext cx="144942" cy="144942"/>
            </a:xfrm>
            <a:custGeom>
              <a:rect b="b" l="l" r="r" t="t"/>
              <a:pathLst>
                <a:path extrusionOk="0" h="3299" w="3299">
                  <a:moveTo>
                    <a:pt x="0" y="1"/>
                  </a:moveTo>
                  <a:lnTo>
                    <a:pt x="0" y="3299"/>
                  </a:lnTo>
                  <a:lnTo>
                    <a:pt x="3298" y="3299"/>
                  </a:lnTo>
                  <a:lnTo>
                    <a:pt x="329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96" name="Google Shape;2896;p61"/>
            <p:cNvSpPr/>
            <p:nvPr/>
          </p:nvSpPr>
          <p:spPr>
            <a:xfrm>
              <a:off x="5207925" y="352772"/>
              <a:ext cx="96613" cy="394888"/>
            </a:xfrm>
            <a:custGeom>
              <a:rect b="b" l="l" r="r" t="t"/>
              <a:pathLst>
                <a:path extrusionOk="0" h="8988" w="2199">
                  <a:moveTo>
                    <a:pt x="0" y="0"/>
                  </a:moveTo>
                  <a:lnTo>
                    <a:pt x="0" y="8988"/>
                  </a:lnTo>
                  <a:lnTo>
                    <a:pt x="2199" y="8988"/>
                  </a:lnTo>
                  <a:lnTo>
                    <a:pt x="219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897" name="Google Shape;2897;p61"/>
          <p:cNvGrpSpPr/>
          <p:nvPr/>
        </p:nvGrpSpPr>
        <p:grpSpPr>
          <a:xfrm>
            <a:off x="2734961" y="1652139"/>
            <a:ext cx="299787" cy="301002"/>
            <a:chOff x="7025531" y="2456707"/>
            <a:chExt cx="337712" cy="339119"/>
          </a:xfrm>
        </p:grpSpPr>
        <p:sp>
          <p:nvSpPr>
            <p:cNvPr id="2898" name="Google Shape;2898;p61"/>
            <p:cNvSpPr/>
            <p:nvPr/>
          </p:nvSpPr>
          <p:spPr>
            <a:xfrm>
              <a:off x="7025531" y="2456707"/>
              <a:ext cx="337712" cy="287286"/>
            </a:xfrm>
            <a:custGeom>
              <a:rect b="b" l="l" r="r" t="t"/>
              <a:pathLst>
                <a:path extrusionOk="0" h="9765" w="11479">
                  <a:moveTo>
                    <a:pt x="9074" y="691"/>
                  </a:moveTo>
                  <a:lnTo>
                    <a:pt x="9074" y="4406"/>
                  </a:lnTo>
                  <a:lnTo>
                    <a:pt x="8312" y="4406"/>
                  </a:lnTo>
                  <a:lnTo>
                    <a:pt x="8312" y="691"/>
                  </a:lnTo>
                  <a:close/>
                  <a:moveTo>
                    <a:pt x="6121" y="2144"/>
                  </a:moveTo>
                  <a:lnTo>
                    <a:pt x="6121" y="5883"/>
                  </a:lnTo>
                  <a:lnTo>
                    <a:pt x="5359" y="5883"/>
                  </a:lnTo>
                  <a:lnTo>
                    <a:pt x="5359" y="2144"/>
                  </a:lnTo>
                  <a:close/>
                  <a:moveTo>
                    <a:pt x="3215" y="3620"/>
                  </a:moveTo>
                  <a:lnTo>
                    <a:pt x="3215" y="7335"/>
                  </a:lnTo>
                  <a:lnTo>
                    <a:pt x="2429" y="7335"/>
                  </a:lnTo>
                  <a:lnTo>
                    <a:pt x="2429" y="3620"/>
                  </a:lnTo>
                  <a:close/>
                  <a:moveTo>
                    <a:pt x="3215" y="7978"/>
                  </a:moveTo>
                  <a:lnTo>
                    <a:pt x="3215" y="9097"/>
                  </a:lnTo>
                  <a:lnTo>
                    <a:pt x="2429" y="9097"/>
                  </a:lnTo>
                  <a:lnTo>
                    <a:pt x="2429" y="7978"/>
                  </a:lnTo>
                  <a:close/>
                  <a:moveTo>
                    <a:pt x="6121" y="6525"/>
                  </a:moveTo>
                  <a:lnTo>
                    <a:pt x="6121" y="9097"/>
                  </a:lnTo>
                  <a:lnTo>
                    <a:pt x="5359" y="9097"/>
                  </a:lnTo>
                  <a:lnTo>
                    <a:pt x="5359" y="6525"/>
                  </a:lnTo>
                  <a:close/>
                  <a:moveTo>
                    <a:pt x="9050" y="5073"/>
                  </a:moveTo>
                  <a:lnTo>
                    <a:pt x="9050" y="9097"/>
                  </a:lnTo>
                  <a:lnTo>
                    <a:pt x="8264" y="9097"/>
                  </a:lnTo>
                  <a:lnTo>
                    <a:pt x="8264" y="5073"/>
                  </a:lnTo>
                  <a:close/>
                  <a:moveTo>
                    <a:pt x="7597" y="0"/>
                  </a:moveTo>
                  <a:lnTo>
                    <a:pt x="7597" y="9097"/>
                  </a:lnTo>
                  <a:lnTo>
                    <a:pt x="6811" y="9097"/>
                  </a:lnTo>
                  <a:lnTo>
                    <a:pt x="6811" y="1477"/>
                  </a:lnTo>
                  <a:lnTo>
                    <a:pt x="4668" y="1477"/>
                  </a:lnTo>
                  <a:lnTo>
                    <a:pt x="4668" y="9097"/>
                  </a:lnTo>
                  <a:lnTo>
                    <a:pt x="3882" y="9097"/>
                  </a:lnTo>
                  <a:lnTo>
                    <a:pt x="3882" y="2930"/>
                  </a:lnTo>
                  <a:lnTo>
                    <a:pt x="1739" y="2930"/>
                  </a:lnTo>
                  <a:lnTo>
                    <a:pt x="1739" y="9097"/>
                  </a:lnTo>
                  <a:lnTo>
                    <a:pt x="0" y="9097"/>
                  </a:lnTo>
                  <a:lnTo>
                    <a:pt x="0" y="9764"/>
                  </a:lnTo>
                  <a:lnTo>
                    <a:pt x="11479" y="9764"/>
                  </a:lnTo>
                  <a:lnTo>
                    <a:pt x="11479" y="9097"/>
                  </a:lnTo>
                  <a:lnTo>
                    <a:pt x="9740" y="9097"/>
                  </a:lnTo>
                  <a:lnTo>
                    <a:pt x="974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F3F6F7"/>
                </a:solidFill>
              </a:endParaRPr>
            </a:p>
          </p:txBody>
        </p:sp>
        <p:sp>
          <p:nvSpPr>
            <p:cNvPr id="2899" name="Google Shape;2899;p61"/>
            <p:cNvSpPr/>
            <p:nvPr/>
          </p:nvSpPr>
          <p:spPr>
            <a:xfrm>
              <a:off x="7087871" y="2775468"/>
              <a:ext cx="42777" cy="20359"/>
            </a:xfrm>
            <a:custGeom>
              <a:rect b="b" l="l" r="r" t="t"/>
              <a:pathLst>
                <a:path extrusionOk="0" h="692" w="1454">
                  <a:moveTo>
                    <a:pt x="1" y="1"/>
                  </a:moveTo>
                  <a:lnTo>
                    <a:pt x="1" y="692"/>
                  </a:lnTo>
                  <a:lnTo>
                    <a:pt x="1454" y="692"/>
                  </a:lnTo>
                  <a:lnTo>
                    <a:pt x="145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F3F6F7"/>
                </a:solidFill>
              </a:endParaRPr>
            </a:p>
          </p:txBody>
        </p:sp>
        <p:sp>
          <p:nvSpPr>
            <p:cNvPr id="2900" name="Google Shape;2900;p61"/>
            <p:cNvSpPr/>
            <p:nvPr/>
          </p:nvSpPr>
          <p:spPr>
            <a:xfrm>
              <a:off x="7173364" y="2775468"/>
              <a:ext cx="42747" cy="20359"/>
            </a:xfrm>
            <a:custGeom>
              <a:rect b="b" l="l" r="r" t="t"/>
              <a:pathLst>
                <a:path extrusionOk="0" h="692" w="1453">
                  <a:moveTo>
                    <a:pt x="0" y="1"/>
                  </a:moveTo>
                  <a:lnTo>
                    <a:pt x="0" y="692"/>
                  </a:lnTo>
                  <a:lnTo>
                    <a:pt x="1453" y="692"/>
                  </a:lnTo>
                  <a:lnTo>
                    <a:pt x="145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F3F6F7"/>
                </a:solidFill>
              </a:endParaRPr>
            </a:p>
          </p:txBody>
        </p:sp>
        <p:sp>
          <p:nvSpPr>
            <p:cNvPr id="2901" name="Google Shape;2901;p61"/>
            <p:cNvSpPr/>
            <p:nvPr/>
          </p:nvSpPr>
          <p:spPr>
            <a:xfrm>
              <a:off x="7259534" y="2775468"/>
              <a:ext cx="42777" cy="20359"/>
            </a:xfrm>
            <a:custGeom>
              <a:rect b="b" l="l" r="r" t="t"/>
              <a:pathLst>
                <a:path extrusionOk="0" h="692" w="1454">
                  <a:moveTo>
                    <a:pt x="0" y="1"/>
                  </a:moveTo>
                  <a:lnTo>
                    <a:pt x="0" y="692"/>
                  </a:lnTo>
                  <a:lnTo>
                    <a:pt x="1453" y="692"/>
                  </a:lnTo>
                  <a:lnTo>
                    <a:pt x="145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F3F6F7"/>
                </a:solidFill>
              </a:endParaRPr>
            </a:p>
          </p:txBody>
        </p:sp>
      </p:grpSp>
      <p:sp>
        <p:nvSpPr>
          <p:cNvPr id="2902" name="Google Shape;2902;p61"/>
          <p:cNvSpPr/>
          <p:nvPr/>
        </p:nvSpPr>
        <p:spPr>
          <a:xfrm>
            <a:off x="2735982" y="2802781"/>
            <a:ext cx="301028" cy="301628"/>
          </a:xfrm>
          <a:custGeom>
            <a:rect b="b" l="l" r="r" t="t"/>
            <a:pathLst>
              <a:path extrusionOk="0" h="11550" w="11527">
                <a:moveTo>
                  <a:pt x="2716" y="667"/>
                </a:moveTo>
                <a:lnTo>
                  <a:pt x="2716" y="2667"/>
                </a:lnTo>
                <a:lnTo>
                  <a:pt x="715" y="2667"/>
                </a:lnTo>
                <a:lnTo>
                  <a:pt x="715" y="1667"/>
                </a:lnTo>
                <a:cubicBezTo>
                  <a:pt x="691" y="1119"/>
                  <a:pt x="1144" y="667"/>
                  <a:pt x="1715" y="667"/>
                </a:cubicBezTo>
                <a:close/>
                <a:moveTo>
                  <a:pt x="9884" y="667"/>
                </a:moveTo>
                <a:cubicBezTo>
                  <a:pt x="10431" y="667"/>
                  <a:pt x="10884" y="1119"/>
                  <a:pt x="10884" y="1667"/>
                </a:cubicBezTo>
                <a:lnTo>
                  <a:pt x="10884" y="2667"/>
                </a:lnTo>
                <a:lnTo>
                  <a:pt x="8884" y="2667"/>
                </a:lnTo>
                <a:lnTo>
                  <a:pt x="8884" y="667"/>
                </a:lnTo>
                <a:close/>
                <a:moveTo>
                  <a:pt x="5454" y="1334"/>
                </a:moveTo>
                <a:lnTo>
                  <a:pt x="5454" y="2786"/>
                </a:lnTo>
                <a:cubicBezTo>
                  <a:pt x="5454" y="4239"/>
                  <a:pt x="4264" y="5430"/>
                  <a:pt x="2811" y="5430"/>
                </a:cubicBezTo>
                <a:lnTo>
                  <a:pt x="1358" y="5430"/>
                </a:lnTo>
                <a:lnTo>
                  <a:pt x="1358" y="3358"/>
                </a:lnTo>
                <a:lnTo>
                  <a:pt x="3382" y="3358"/>
                </a:lnTo>
                <a:lnTo>
                  <a:pt x="3382" y="1334"/>
                </a:lnTo>
                <a:close/>
                <a:moveTo>
                  <a:pt x="8193" y="1334"/>
                </a:moveTo>
                <a:lnTo>
                  <a:pt x="8193" y="3358"/>
                </a:lnTo>
                <a:lnTo>
                  <a:pt x="10217" y="3358"/>
                </a:lnTo>
                <a:lnTo>
                  <a:pt x="10217" y="5430"/>
                </a:lnTo>
                <a:lnTo>
                  <a:pt x="8764" y="5430"/>
                </a:lnTo>
                <a:cubicBezTo>
                  <a:pt x="7312" y="5430"/>
                  <a:pt x="6121" y="4239"/>
                  <a:pt x="6121" y="2786"/>
                </a:cubicBezTo>
                <a:lnTo>
                  <a:pt x="6121" y="1334"/>
                </a:lnTo>
                <a:close/>
                <a:moveTo>
                  <a:pt x="5811" y="4239"/>
                </a:moveTo>
                <a:cubicBezTo>
                  <a:pt x="6121" y="4906"/>
                  <a:pt x="6645" y="5430"/>
                  <a:pt x="7336" y="5763"/>
                </a:cubicBezTo>
                <a:cubicBezTo>
                  <a:pt x="6693" y="6097"/>
                  <a:pt x="6145" y="6620"/>
                  <a:pt x="5811" y="7287"/>
                </a:cubicBezTo>
                <a:cubicBezTo>
                  <a:pt x="5502" y="6620"/>
                  <a:pt x="4954" y="6097"/>
                  <a:pt x="4311" y="5763"/>
                </a:cubicBezTo>
                <a:cubicBezTo>
                  <a:pt x="4954" y="5430"/>
                  <a:pt x="5502" y="4906"/>
                  <a:pt x="5811" y="4239"/>
                </a:cubicBezTo>
                <a:close/>
                <a:moveTo>
                  <a:pt x="2811" y="6097"/>
                </a:moveTo>
                <a:cubicBezTo>
                  <a:pt x="4264" y="6097"/>
                  <a:pt x="5454" y="7287"/>
                  <a:pt x="5454" y="8740"/>
                </a:cubicBezTo>
                <a:lnTo>
                  <a:pt x="5454" y="10193"/>
                </a:lnTo>
                <a:lnTo>
                  <a:pt x="3382" y="10193"/>
                </a:lnTo>
                <a:lnTo>
                  <a:pt x="3382" y="8145"/>
                </a:lnTo>
                <a:lnTo>
                  <a:pt x="1358" y="8145"/>
                </a:lnTo>
                <a:lnTo>
                  <a:pt x="1358" y="6097"/>
                </a:lnTo>
                <a:close/>
                <a:moveTo>
                  <a:pt x="10217" y="6097"/>
                </a:moveTo>
                <a:lnTo>
                  <a:pt x="10217" y="8168"/>
                </a:lnTo>
                <a:lnTo>
                  <a:pt x="8193" y="8168"/>
                </a:lnTo>
                <a:lnTo>
                  <a:pt x="8193" y="10193"/>
                </a:lnTo>
                <a:lnTo>
                  <a:pt x="6121" y="10193"/>
                </a:lnTo>
                <a:lnTo>
                  <a:pt x="6121" y="8740"/>
                </a:lnTo>
                <a:cubicBezTo>
                  <a:pt x="6121" y="7287"/>
                  <a:pt x="7312" y="6097"/>
                  <a:pt x="8764" y="6097"/>
                </a:cubicBezTo>
                <a:close/>
                <a:moveTo>
                  <a:pt x="2716" y="8835"/>
                </a:moveTo>
                <a:lnTo>
                  <a:pt x="2716" y="10836"/>
                </a:lnTo>
                <a:lnTo>
                  <a:pt x="1715" y="10836"/>
                </a:lnTo>
                <a:cubicBezTo>
                  <a:pt x="1168" y="10836"/>
                  <a:pt x="739" y="10383"/>
                  <a:pt x="739" y="9835"/>
                </a:cubicBezTo>
                <a:lnTo>
                  <a:pt x="739" y="8835"/>
                </a:lnTo>
                <a:close/>
                <a:moveTo>
                  <a:pt x="10884" y="8835"/>
                </a:moveTo>
                <a:lnTo>
                  <a:pt x="10884" y="9835"/>
                </a:lnTo>
                <a:cubicBezTo>
                  <a:pt x="10884" y="10383"/>
                  <a:pt x="10431" y="10836"/>
                  <a:pt x="9884" y="10836"/>
                </a:cubicBezTo>
                <a:lnTo>
                  <a:pt x="8884" y="10836"/>
                </a:lnTo>
                <a:lnTo>
                  <a:pt x="8884" y="8835"/>
                </a:lnTo>
                <a:close/>
                <a:moveTo>
                  <a:pt x="8193" y="0"/>
                </a:moveTo>
                <a:lnTo>
                  <a:pt x="8193" y="643"/>
                </a:lnTo>
                <a:lnTo>
                  <a:pt x="3382" y="643"/>
                </a:lnTo>
                <a:lnTo>
                  <a:pt x="3382" y="24"/>
                </a:lnTo>
                <a:lnTo>
                  <a:pt x="1668" y="24"/>
                </a:lnTo>
                <a:cubicBezTo>
                  <a:pt x="763" y="24"/>
                  <a:pt x="1" y="762"/>
                  <a:pt x="1" y="1691"/>
                </a:cubicBezTo>
                <a:lnTo>
                  <a:pt x="1" y="3358"/>
                </a:lnTo>
                <a:lnTo>
                  <a:pt x="668" y="3358"/>
                </a:lnTo>
                <a:lnTo>
                  <a:pt x="668" y="8168"/>
                </a:lnTo>
                <a:lnTo>
                  <a:pt x="1" y="8168"/>
                </a:lnTo>
                <a:lnTo>
                  <a:pt x="1" y="9883"/>
                </a:lnTo>
                <a:cubicBezTo>
                  <a:pt x="1" y="10788"/>
                  <a:pt x="763" y="11550"/>
                  <a:pt x="1668" y="11550"/>
                </a:cubicBezTo>
                <a:lnTo>
                  <a:pt x="3382" y="11550"/>
                </a:lnTo>
                <a:lnTo>
                  <a:pt x="3382" y="10907"/>
                </a:lnTo>
                <a:lnTo>
                  <a:pt x="8193" y="10907"/>
                </a:lnTo>
                <a:lnTo>
                  <a:pt x="8193" y="11550"/>
                </a:lnTo>
                <a:lnTo>
                  <a:pt x="9860" y="11550"/>
                </a:lnTo>
                <a:cubicBezTo>
                  <a:pt x="10789" y="11550"/>
                  <a:pt x="11527" y="10788"/>
                  <a:pt x="11527" y="9883"/>
                </a:cubicBezTo>
                <a:lnTo>
                  <a:pt x="11527" y="8216"/>
                </a:lnTo>
                <a:lnTo>
                  <a:pt x="10908" y="8216"/>
                </a:lnTo>
                <a:lnTo>
                  <a:pt x="10908" y="3358"/>
                </a:lnTo>
                <a:lnTo>
                  <a:pt x="11527" y="3358"/>
                </a:lnTo>
                <a:lnTo>
                  <a:pt x="11527" y="1667"/>
                </a:lnTo>
                <a:cubicBezTo>
                  <a:pt x="11527" y="738"/>
                  <a:pt x="10789" y="0"/>
                  <a:pt x="9860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3F6F7"/>
              </a:solidFill>
            </a:endParaRPr>
          </a:p>
        </p:txBody>
      </p:sp>
      <p:sp>
        <p:nvSpPr>
          <p:cNvPr id="2903" name="Google Shape;2903;p61"/>
          <p:cNvSpPr/>
          <p:nvPr/>
        </p:nvSpPr>
        <p:spPr>
          <a:xfrm>
            <a:off x="2745607" y="3939942"/>
            <a:ext cx="302281" cy="302908"/>
          </a:xfrm>
          <a:custGeom>
            <a:rect b="b" l="l" r="r" t="t"/>
            <a:pathLst>
              <a:path extrusionOk="0" h="11599" w="11575">
                <a:moveTo>
                  <a:pt x="5811" y="2001"/>
                </a:moveTo>
                <a:cubicBezTo>
                  <a:pt x="6002" y="2001"/>
                  <a:pt x="6192" y="2168"/>
                  <a:pt x="6192" y="2382"/>
                </a:cubicBezTo>
                <a:cubicBezTo>
                  <a:pt x="6192" y="2597"/>
                  <a:pt x="6002" y="2763"/>
                  <a:pt x="5811" y="2763"/>
                </a:cubicBezTo>
                <a:cubicBezTo>
                  <a:pt x="5597" y="2763"/>
                  <a:pt x="5406" y="2597"/>
                  <a:pt x="5406" y="2382"/>
                </a:cubicBezTo>
                <a:cubicBezTo>
                  <a:pt x="5382" y="2168"/>
                  <a:pt x="5573" y="2001"/>
                  <a:pt x="5811" y="2001"/>
                </a:cubicBezTo>
                <a:close/>
                <a:moveTo>
                  <a:pt x="2787" y="1620"/>
                </a:moveTo>
                <a:lnTo>
                  <a:pt x="3358" y="2406"/>
                </a:lnTo>
                <a:lnTo>
                  <a:pt x="2787" y="3216"/>
                </a:lnTo>
                <a:lnTo>
                  <a:pt x="739" y="3216"/>
                </a:lnTo>
                <a:lnTo>
                  <a:pt x="739" y="1620"/>
                </a:lnTo>
                <a:close/>
                <a:moveTo>
                  <a:pt x="5811" y="5383"/>
                </a:moveTo>
                <a:cubicBezTo>
                  <a:pt x="6002" y="5383"/>
                  <a:pt x="6192" y="5574"/>
                  <a:pt x="6192" y="5788"/>
                </a:cubicBezTo>
                <a:cubicBezTo>
                  <a:pt x="6192" y="5978"/>
                  <a:pt x="6002" y="6169"/>
                  <a:pt x="5811" y="6169"/>
                </a:cubicBezTo>
                <a:cubicBezTo>
                  <a:pt x="5597" y="6169"/>
                  <a:pt x="5406" y="5978"/>
                  <a:pt x="5406" y="5788"/>
                </a:cubicBezTo>
                <a:cubicBezTo>
                  <a:pt x="5406" y="5574"/>
                  <a:pt x="5597" y="5383"/>
                  <a:pt x="5811" y="5383"/>
                </a:cubicBezTo>
                <a:close/>
                <a:moveTo>
                  <a:pt x="10860" y="4978"/>
                </a:moveTo>
                <a:lnTo>
                  <a:pt x="10860" y="6574"/>
                </a:lnTo>
                <a:lnTo>
                  <a:pt x="8812" y="6574"/>
                </a:lnTo>
                <a:lnTo>
                  <a:pt x="8240" y="5788"/>
                </a:lnTo>
                <a:lnTo>
                  <a:pt x="8812" y="4978"/>
                </a:lnTo>
                <a:close/>
                <a:moveTo>
                  <a:pt x="5811" y="8765"/>
                </a:moveTo>
                <a:cubicBezTo>
                  <a:pt x="6002" y="8765"/>
                  <a:pt x="6192" y="8931"/>
                  <a:pt x="6192" y="9146"/>
                </a:cubicBezTo>
                <a:cubicBezTo>
                  <a:pt x="6192" y="9360"/>
                  <a:pt x="6002" y="9527"/>
                  <a:pt x="5811" y="9527"/>
                </a:cubicBezTo>
                <a:cubicBezTo>
                  <a:pt x="5597" y="9527"/>
                  <a:pt x="5406" y="9360"/>
                  <a:pt x="5406" y="9146"/>
                </a:cubicBezTo>
                <a:cubicBezTo>
                  <a:pt x="5406" y="8931"/>
                  <a:pt x="5597" y="8765"/>
                  <a:pt x="5811" y="8765"/>
                </a:cubicBezTo>
                <a:close/>
                <a:moveTo>
                  <a:pt x="2787" y="8336"/>
                </a:moveTo>
                <a:lnTo>
                  <a:pt x="3358" y="9146"/>
                </a:lnTo>
                <a:lnTo>
                  <a:pt x="2787" y="9955"/>
                </a:lnTo>
                <a:lnTo>
                  <a:pt x="739" y="9955"/>
                </a:lnTo>
                <a:lnTo>
                  <a:pt x="739" y="8336"/>
                </a:lnTo>
                <a:close/>
                <a:moveTo>
                  <a:pt x="5454" y="1"/>
                </a:moveTo>
                <a:lnTo>
                  <a:pt x="5454" y="1382"/>
                </a:lnTo>
                <a:cubicBezTo>
                  <a:pt x="5120" y="1501"/>
                  <a:pt x="4882" y="1739"/>
                  <a:pt x="4763" y="2049"/>
                </a:cubicBezTo>
                <a:lnTo>
                  <a:pt x="3906" y="2049"/>
                </a:lnTo>
                <a:lnTo>
                  <a:pt x="3096" y="930"/>
                </a:lnTo>
                <a:lnTo>
                  <a:pt x="0" y="930"/>
                </a:lnTo>
                <a:lnTo>
                  <a:pt x="0" y="3906"/>
                </a:lnTo>
                <a:lnTo>
                  <a:pt x="3096" y="3906"/>
                </a:lnTo>
                <a:lnTo>
                  <a:pt x="3906" y="2763"/>
                </a:lnTo>
                <a:lnTo>
                  <a:pt x="4763" y="2763"/>
                </a:lnTo>
                <a:cubicBezTo>
                  <a:pt x="4882" y="3097"/>
                  <a:pt x="5120" y="3335"/>
                  <a:pt x="5454" y="3454"/>
                </a:cubicBezTo>
                <a:lnTo>
                  <a:pt x="5454" y="4788"/>
                </a:lnTo>
                <a:cubicBezTo>
                  <a:pt x="5025" y="4954"/>
                  <a:pt x="4692" y="5335"/>
                  <a:pt x="4692" y="5812"/>
                </a:cubicBezTo>
                <a:cubicBezTo>
                  <a:pt x="4692" y="6288"/>
                  <a:pt x="5001" y="6669"/>
                  <a:pt x="5454" y="6812"/>
                </a:cubicBezTo>
                <a:lnTo>
                  <a:pt x="5454" y="8169"/>
                </a:lnTo>
                <a:cubicBezTo>
                  <a:pt x="5120" y="8288"/>
                  <a:pt x="4882" y="8526"/>
                  <a:pt x="4763" y="8836"/>
                </a:cubicBezTo>
                <a:lnTo>
                  <a:pt x="3906" y="8836"/>
                </a:lnTo>
                <a:lnTo>
                  <a:pt x="3096" y="7717"/>
                </a:lnTo>
                <a:lnTo>
                  <a:pt x="0" y="7717"/>
                </a:lnTo>
                <a:lnTo>
                  <a:pt x="0" y="10694"/>
                </a:lnTo>
                <a:lnTo>
                  <a:pt x="3096" y="10694"/>
                </a:lnTo>
                <a:lnTo>
                  <a:pt x="3906" y="9551"/>
                </a:lnTo>
                <a:lnTo>
                  <a:pt x="4763" y="9551"/>
                </a:lnTo>
                <a:cubicBezTo>
                  <a:pt x="4882" y="9884"/>
                  <a:pt x="5120" y="10122"/>
                  <a:pt x="5454" y="10241"/>
                </a:cubicBezTo>
                <a:lnTo>
                  <a:pt x="5454" y="11599"/>
                </a:lnTo>
                <a:lnTo>
                  <a:pt x="6121" y="11599"/>
                </a:lnTo>
                <a:lnTo>
                  <a:pt x="6121" y="10241"/>
                </a:lnTo>
                <a:cubicBezTo>
                  <a:pt x="6549" y="10098"/>
                  <a:pt x="6883" y="9717"/>
                  <a:pt x="6883" y="9217"/>
                </a:cubicBezTo>
                <a:cubicBezTo>
                  <a:pt x="6883" y="8741"/>
                  <a:pt x="6573" y="8360"/>
                  <a:pt x="6121" y="8217"/>
                </a:cubicBezTo>
                <a:lnTo>
                  <a:pt x="6121" y="6883"/>
                </a:lnTo>
                <a:cubicBezTo>
                  <a:pt x="6454" y="6764"/>
                  <a:pt x="6692" y="6526"/>
                  <a:pt x="6811" y="6193"/>
                </a:cubicBezTo>
                <a:lnTo>
                  <a:pt x="7669" y="6193"/>
                </a:lnTo>
                <a:lnTo>
                  <a:pt x="8478" y="7312"/>
                </a:lnTo>
                <a:lnTo>
                  <a:pt x="11574" y="7312"/>
                </a:lnTo>
                <a:lnTo>
                  <a:pt x="11574" y="4335"/>
                </a:lnTo>
                <a:lnTo>
                  <a:pt x="8454" y="4335"/>
                </a:lnTo>
                <a:lnTo>
                  <a:pt x="8454" y="4288"/>
                </a:lnTo>
                <a:lnTo>
                  <a:pt x="7645" y="5407"/>
                </a:lnTo>
                <a:lnTo>
                  <a:pt x="6811" y="5407"/>
                </a:lnTo>
                <a:cubicBezTo>
                  <a:pt x="6692" y="5097"/>
                  <a:pt x="6454" y="4859"/>
                  <a:pt x="6121" y="4740"/>
                </a:cubicBezTo>
                <a:lnTo>
                  <a:pt x="6121" y="3406"/>
                </a:lnTo>
                <a:cubicBezTo>
                  <a:pt x="6549" y="3240"/>
                  <a:pt x="6883" y="2859"/>
                  <a:pt x="6883" y="2382"/>
                </a:cubicBezTo>
                <a:cubicBezTo>
                  <a:pt x="6883" y="1906"/>
                  <a:pt x="6573" y="1525"/>
                  <a:pt x="6121" y="1382"/>
                </a:cubicBezTo>
                <a:lnTo>
                  <a:pt x="6121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3F6F7"/>
              </a:solidFill>
            </a:endParaRPr>
          </a:p>
        </p:txBody>
      </p:sp>
      <p:sp>
        <p:nvSpPr>
          <p:cNvPr id="2904" name="Google Shape;2904;p61"/>
          <p:cNvSpPr/>
          <p:nvPr/>
        </p:nvSpPr>
        <p:spPr>
          <a:xfrm>
            <a:off x="7770424" y="4641864"/>
            <a:ext cx="356100" cy="3561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05" name="Google Shape;2905;p61"/>
          <p:cNvSpPr/>
          <p:nvPr/>
        </p:nvSpPr>
        <p:spPr>
          <a:xfrm rot="-5400000">
            <a:off x="7837924" y="4715039"/>
            <a:ext cx="221100" cy="182100"/>
          </a:xfrm>
          <a:prstGeom prst="homePlate">
            <a:avLst>
              <a:gd fmla="val 50000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06" name="Google Shape;2906;p61">
            <a:hlinkClick/>
          </p:cNvPr>
          <p:cNvSpPr/>
          <p:nvPr/>
        </p:nvSpPr>
        <p:spPr>
          <a:xfrm>
            <a:off x="7770424" y="4641864"/>
            <a:ext cx="356100" cy="356100"/>
          </a:xfrm>
          <a:prstGeom prst="ellipse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07" name="Google Shape;2907;p61">
            <a:hlinkClick action="ppaction://hlinkshowjump?jump=previousslide"/>
          </p:cNvPr>
          <p:cNvSpPr/>
          <p:nvPr/>
        </p:nvSpPr>
        <p:spPr>
          <a:xfrm>
            <a:off x="7462717" y="4728472"/>
            <a:ext cx="158147" cy="182899"/>
          </a:xfrm>
          <a:custGeom>
            <a:rect b="b" l="l" r="r" t="t"/>
            <a:pathLst>
              <a:path extrusionOk="0" h="3993" w="3453">
                <a:moveTo>
                  <a:pt x="3453" y="0"/>
                </a:moveTo>
                <a:lnTo>
                  <a:pt x="0" y="2006"/>
                </a:lnTo>
                <a:lnTo>
                  <a:pt x="3453" y="3993"/>
                </a:lnTo>
                <a:lnTo>
                  <a:pt x="3453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08" name="Google Shape;2908;p61">
            <a:hlinkClick action="ppaction://hlinkshowjump?jump=nextslide"/>
          </p:cNvPr>
          <p:cNvSpPr/>
          <p:nvPr/>
        </p:nvSpPr>
        <p:spPr>
          <a:xfrm flipH="1">
            <a:off x="8276954" y="4728472"/>
            <a:ext cx="157277" cy="182899"/>
          </a:xfrm>
          <a:custGeom>
            <a:rect b="b" l="l" r="r" t="t"/>
            <a:pathLst>
              <a:path extrusionOk="0" h="3993" w="3434">
                <a:moveTo>
                  <a:pt x="3434" y="0"/>
                </a:moveTo>
                <a:lnTo>
                  <a:pt x="1" y="2006"/>
                </a:lnTo>
                <a:lnTo>
                  <a:pt x="3434" y="3993"/>
                </a:lnTo>
                <a:lnTo>
                  <a:pt x="3434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28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28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mph" presetID="8" presetSubtype="0">
                                  <p:stCondLst>
                                    <p:cond delay="0"/>
                                  </p:stCondLst>
                                  <p:childTnLst>
                                    <p:animRot by="-21600000">
                                      <p:cBhvr>
                                        <p:cTn dur="1000" fill="hold"/>
                                        <p:tgtEl>
                                          <p:spTgt spid="288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8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8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8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8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8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8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289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289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289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289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289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289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8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9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9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9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9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9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9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9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12" name="Shape 29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3" name="Google Shape;2913;p62"/>
          <p:cNvSpPr txBox="1"/>
          <p:nvPr>
            <p:ph idx="1" type="subTitle"/>
          </p:nvPr>
        </p:nvSpPr>
        <p:spPr>
          <a:xfrm>
            <a:off x="624825" y="2415963"/>
            <a:ext cx="3856500" cy="97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Char char="➢"/>
            </a:pPr>
            <a:r>
              <a:rPr lang="en" sz="1600"/>
              <a:t>Traditional Augmentation</a:t>
            </a:r>
            <a:endParaRPr sz="1600"/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Char char="➢"/>
            </a:pPr>
            <a:r>
              <a:rPr lang="en" sz="1600"/>
              <a:t>Augmentation using GAN (cGAN)</a:t>
            </a:r>
            <a:endParaRPr sz="1600"/>
          </a:p>
        </p:txBody>
      </p:sp>
      <p:sp>
        <p:nvSpPr>
          <p:cNvPr id="2914" name="Google Shape;2914;p62"/>
          <p:cNvSpPr txBox="1"/>
          <p:nvPr>
            <p:ph type="title"/>
          </p:nvPr>
        </p:nvSpPr>
        <p:spPr>
          <a:xfrm>
            <a:off x="713750" y="1225795"/>
            <a:ext cx="3367200" cy="10386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 Augmentation</a:t>
            </a:r>
            <a:endParaRPr/>
          </a:p>
        </p:txBody>
      </p:sp>
      <p:pic>
        <p:nvPicPr>
          <p:cNvPr id="2915" name="Google Shape;2915;p6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3241" y="4008500"/>
            <a:ext cx="9353213" cy="268125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916" name="Google Shape;2916;p62"/>
          <p:cNvGrpSpPr/>
          <p:nvPr/>
        </p:nvGrpSpPr>
        <p:grpSpPr>
          <a:xfrm flipH="1">
            <a:off x="7912919" y="1278570"/>
            <a:ext cx="289170" cy="284718"/>
            <a:chOff x="426000" y="3302025"/>
            <a:chExt cx="220875" cy="217475"/>
          </a:xfrm>
        </p:grpSpPr>
        <p:sp>
          <p:nvSpPr>
            <p:cNvPr id="2917" name="Google Shape;2917;p62"/>
            <p:cNvSpPr/>
            <p:nvPr/>
          </p:nvSpPr>
          <p:spPr>
            <a:xfrm>
              <a:off x="426000" y="3425950"/>
              <a:ext cx="214125" cy="93550"/>
            </a:xfrm>
            <a:custGeom>
              <a:rect b="b" l="l" r="r" t="t"/>
              <a:pathLst>
                <a:path extrusionOk="0" h="3742" w="8565">
                  <a:moveTo>
                    <a:pt x="1" y="0"/>
                  </a:moveTo>
                  <a:cubicBezTo>
                    <a:pt x="290" y="2141"/>
                    <a:pt x="2122" y="3742"/>
                    <a:pt x="4283" y="3742"/>
                  </a:cubicBezTo>
                  <a:cubicBezTo>
                    <a:pt x="6443" y="3742"/>
                    <a:pt x="8275" y="2141"/>
                    <a:pt x="856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18" name="Google Shape;2918;p62"/>
            <p:cNvSpPr/>
            <p:nvPr/>
          </p:nvSpPr>
          <p:spPr>
            <a:xfrm>
              <a:off x="432750" y="3302025"/>
              <a:ext cx="214125" cy="94050"/>
            </a:xfrm>
            <a:custGeom>
              <a:rect b="b" l="l" r="r" t="t"/>
              <a:pathLst>
                <a:path extrusionOk="0" h="3762" w="8565">
                  <a:moveTo>
                    <a:pt x="1" y="0"/>
                  </a:moveTo>
                  <a:cubicBezTo>
                    <a:pt x="271" y="2141"/>
                    <a:pt x="2103" y="3761"/>
                    <a:pt x="4283" y="3761"/>
                  </a:cubicBezTo>
                  <a:cubicBezTo>
                    <a:pt x="6443" y="3761"/>
                    <a:pt x="8275" y="2141"/>
                    <a:pt x="856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919" name="Google Shape;2919;p62"/>
          <p:cNvGrpSpPr/>
          <p:nvPr/>
        </p:nvGrpSpPr>
        <p:grpSpPr>
          <a:xfrm flipH="1">
            <a:off x="9148986" y="905775"/>
            <a:ext cx="357454" cy="956304"/>
            <a:chOff x="357713" y="600975"/>
            <a:chExt cx="357454" cy="956304"/>
          </a:xfrm>
        </p:grpSpPr>
        <p:sp>
          <p:nvSpPr>
            <p:cNvPr id="2920" name="Google Shape;2920;p62"/>
            <p:cNvSpPr/>
            <p:nvPr/>
          </p:nvSpPr>
          <p:spPr>
            <a:xfrm>
              <a:off x="357713" y="600975"/>
              <a:ext cx="357454" cy="357454"/>
            </a:xfrm>
            <a:custGeom>
              <a:rect b="b" l="l" r="r" t="t"/>
              <a:pathLst>
                <a:path extrusionOk="0" fill="none" h="6539" w="6539">
                  <a:moveTo>
                    <a:pt x="3954" y="367"/>
                  </a:moveTo>
                  <a:cubicBezTo>
                    <a:pt x="5535" y="752"/>
                    <a:pt x="6538" y="2353"/>
                    <a:pt x="6152" y="3954"/>
                  </a:cubicBezTo>
                  <a:cubicBezTo>
                    <a:pt x="5767" y="5535"/>
                    <a:pt x="4166" y="6538"/>
                    <a:pt x="2584" y="6153"/>
                  </a:cubicBezTo>
                  <a:cubicBezTo>
                    <a:pt x="984" y="5767"/>
                    <a:pt x="0" y="4166"/>
                    <a:pt x="366" y="2585"/>
                  </a:cubicBezTo>
                  <a:cubicBezTo>
                    <a:pt x="752" y="984"/>
                    <a:pt x="2353" y="0"/>
                    <a:pt x="3954" y="367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21" name="Google Shape;2921;p62"/>
            <p:cNvSpPr/>
            <p:nvPr/>
          </p:nvSpPr>
          <p:spPr>
            <a:xfrm>
              <a:off x="374549" y="819196"/>
              <a:ext cx="324765" cy="324765"/>
            </a:xfrm>
            <a:custGeom>
              <a:rect b="b" l="l" r="r" t="t"/>
              <a:pathLst>
                <a:path extrusionOk="0" fill="none" h="5941" w="5941">
                  <a:moveTo>
                    <a:pt x="5941" y="2971"/>
                  </a:moveTo>
                  <a:cubicBezTo>
                    <a:pt x="5941" y="4610"/>
                    <a:pt x="4610" y="5941"/>
                    <a:pt x="2971" y="5941"/>
                  </a:cubicBezTo>
                  <a:cubicBezTo>
                    <a:pt x="1331" y="5941"/>
                    <a:pt x="1" y="4610"/>
                    <a:pt x="1" y="2971"/>
                  </a:cubicBezTo>
                  <a:cubicBezTo>
                    <a:pt x="1" y="1331"/>
                    <a:pt x="1331" y="1"/>
                    <a:pt x="2971" y="1"/>
                  </a:cubicBezTo>
                  <a:cubicBezTo>
                    <a:pt x="4610" y="1"/>
                    <a:pt x="5941" y="1331"/>
                    <a:pt x="5941" y="2971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22" name="Google Shape;2922;p62"/>
            <p:cNvSpPr/>
            <p:nvPr/>
          </p:nvSpPr>
          <p:spPr>
            <a:xfrm>
              <a:off x="357713" y="997347"/>
              <a:ext cx="357454" cy="357509"/>
            </a:xfrm>
            <a:custGeom>
              <a:rect b="b" l="l" r="r" t="t"/>
              <a:pathLst>
                <a:path extrusionOk="0" fill="none" h="6540" w="6539">
                  <a:moveTo>
                    <a:pt x="3954" y="387"/>
                  </a:moveTo>
                  <a:cubicBezTo>
                    <a:pt x="5555" y="753"/>
                    <a:pt x="6538" y="2354"/>
                    <a:pt x="6152" y="3955"/>
                  </a:cubicBezTo>
                  <a:cubicBezTo>
                    <a:pt x="5767" y="5556"/>
                    <a:pt x="4166" y="6539"/>
                    <a:pt x="2584" y="6153"/>
                  </a:cubicBezTo>
                  <a:cubicBezTo>
                    <a:pt x="984" y="5787"/>
                    <a:pt x="0" y="4186"/>
                    <a:pt x="366" y="2585"/>
                  </a:cubicBezTo>
                  <a:cubicBezTo>
                    <a:pt x="752" y="985"/>
                    <a:pt x="2353" y="1"/>
                    <a:pt x="3954" y="387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23" name="Google Shape;2923;p62"/>
            <p:cNvSpPr/>
            <p:nvPr/>
          </p:nvSpPr>
          <p:spPr>
            <a:xfrm>
              <a:off x="358751" y="1200863"/>
              <a:ext cx="356416" cy="356416"/>
            </a:xfrm>
            <a:custGeom>
              <a:rect b="b" l="l" r="r" t="t"/>
              <a:pathLst>
                <a:path extrusionOk="0" fill="none" h="6520" w="6520">
                  <a:moveTo>
                    <a:pt x="5362" y="1158"/>
                  </a:moveTo>
                  <a:cubicBezTo>
                    <a:pt x="6519" y="2315"/>
                    <a:pt x="6519" y="4186"/>
                    <a:pt x="5362" y="5343"/>
                  </a:cubicBezTo>
                  <a:cubicBezTo>
                    <a:pt x="4186" y="6519"/>
                    <a:pt x="2315" y="6519"/>
                    <a:pt x="1157" y="5343"/>
                  </a:cubicBezTo>
                  <a:cubicBezTo>
                    <a:pt x="0" y="4186"/>
                    <a:pt x="0" y="2315"/>
                    <a:pt x="1157" y="1158"/>
                  </a:cubicBezTo>
                  <a:cubicBezTo>
                    <a:pt x="2315" y="0"/>
                    <a:pt x="4186" y="0"/>
                    <a:pt x="5362" y="1158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924" name="Google Shape;2924;p62"/>
          <p:cNvSpPr/>
          <p:nvPr/>
        </p:nvSpPr>
        <p:spPr>
          <a:xfrm flipH="1">
            <a:off x="3663353" y="538238"/>
            <a:ext cx="825452" cy="1673688"/>
          </a:xfrm>
          <a:custGeom>
            <a:rect b="b" l="l" r="r" t="t"/>
            <a:pathLst>
              <a:path extrusionOk="0" fill="none" h="34232" w="16883">
                <a:moveTo>
                  <a:pt x="16882" y="34232"/>
                </a:moveTo>
                <a:cubicBezTo>
                  <a:pt x="7517" y="34109"/>
                  <a:pt x="1" y="26494"/>
                  <a:pt x="1" y="17129"/>
                </a:cubicBezTo>
                <a:cubicBezTo>
                  <a:pt x="1" y="7764"/>
                  <a:pt x="7517" y="124"/>
                  <a:pt x="16882" y="1"/>
                </a:cubicBezTo>
              </a:path>
            </a:pathLst>
          </a:custGeom>
          <a:noFill/>
          <a:ln cap="flat" cmpd="sng" w="85025">
            <a:solidFill>
              <a:schemeClr val="lt1"/>
            </a:solidFill>
            <a:prstDash val="solid"/>
            <a:miter lim="24644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25" name="Google Shape;2925;p62"/>
          <p:cNvSpPr/>
          <p:nvPr/>
        </p:nvSpPr>
        <p:spPr>
          <a:xfrm flipH="1">
            <a:off x="5400061" y="321535"/>
            <a:ext cx="555517" cy="554294"/>
          </a:xfrm>
          <a:custGeom>
            <a:rect b="b" l="l" r="r" t="t"/>
            <a:pathLst>
              <a:path extrusionOk="0" h="11337" w="11362">
                <a:moveTo>
                  <a:pt x="11362" y="5668"/>
                </a:moveTo>
                <a:cubicBezTo>
                  <a:pt x="11362" y="8798"/>
                  <a:pt x="8823" y="11337"/>
                  <a:pt x="5669" y="11337"/>
                </a:cubicBezTo>
                <a:cubicBezTo>
                  <a:pt x="2539" y="11337"/>
                  <a:pt x="1" y="8798"/>
                  <a:pt x="1" y="5668"/>
                </a:cubicBezTo>
                <a:cubicBezTo>
                  <a:pt x="1" y="2539"/>
                  <a:pt x="2539" y="0"/>
                  <a:pt x="5669" y="0"/>
                </a:cubicBezTo>
                <a:cubicBezTo>
                  <a:pt x="8823" y="0"/>
                  <a:pt x="11362" y="2539"/>
                  <a:pt x="11362" y="5668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926" name="Google Shape;2926;p62"/>
          <p:cNvGrpSpPr/>
          <p:nvPr/>
        </p:nvGrpSpPr>
        <p:grpSpPr>
          <a:xfrm>
            <a:off x="2156438" y="568471"/>
            <a:ext cx="793256" cy="182899"/>
            <a:chOff x="2685575" y="2835950"/>
            <a:chExt cx="433000" cy="99825"/>
          </a:xfrm>
        </p:grpSpPr>
        <p:sp>
          <p:nvSpPr>
            <p:cNvPr id="2927" name="Google Shape;2927;p62"/>
            <p:cNvSpPr/>
            <p:nvPr/>
          </p:nvSpPr>
          <p:spPr>
            <a:xfrm>
              <a:off x="3032250" y="2835950"/>
              <a:ext cx="86325" cy="99825"/>
            </a:xfrm>
            <a:custGeom>
              <a:rect b="b" l="l" r="r" t="t"/>
              <a:pathLst>
                <a:path extrusionOk="0" h="3993" w="3453">
                  <a:moveTo>
                    <a:pt x="3453" y="0"/>
                  </a:moveTo>
                  <a:lnTo>
                    <a:pt x="0" y="2006"/>
                  </a:lnTo>
                  <a:lnTo>
                    <a:pt x="3453" y="3993"/>
                  </a:lnTo>
                  <a:lnTo>
                    <a:pt x="3453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28" name="Google Shape;2928;p62"/>
            <p:cNvSpPr/>
            <p:nvPr/>
          </p:nvSpPr>
          <p:spPr>
            <a:xfrm>
              <a:off x="2917000" y="2835950"/>
              <a:ext cx="85850" cy="99825"/>
            </a:xfrm>
            <a:custGeom>
              <a:rect b="b" l="l" r="r" t="t"/>
              <a:pathLst>
                <a:path extrusionOk="0" h="3993" w="3434">
                  <a:moveTo>
                    <a:pt x="3434" y="0"/>
                  </a:moveTo>
                  <a:lnTo>
                    <a:pt x="1" y="2006"/>
                  </a:lnTo>
                  <a:lnTo>
                    <a:pt x="3434" y="3993"/>
                  </a:lnTo>
                  <a:lnTo>
                    <a:pt x="3434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29" name="Google Shape;2929;p62"/>
            <p:cNvSpPr/>
            <p:nvPr/>
          </p:nvSpPr>
          <p:spPr>
            <a:xfrm>
              <a:off x="2801300" y="2835950"/>
              <a:ext cx="86325" cy="99825"/>
            </a:xfrm>
            <a:custGeom>
              <a:rect b="b" l="l" r="r" t="t"/>
              <a:pathLst>
                <a:path extrusionOk="0" h="3993" w="3453">
                  <a:moveTo>
                    <a:pt x="3452" y="0"/>
                  </a:moveTo>
                  <a:lnTo>
                    <a:pt x="0" y="2006"/>
                  </a:lnTo>
                  <a:lnTo>
                    <a:pt x="3452" y="3993"/>
                  </a:lnTo>
                  <a:lnTo>
                    <a:pt x="3452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30" name="Google Shape;2930;p62"/>
            <p:cNvSpPr/>
            <p:nvPr/>
          </p:nvSpPr>
          <p:spPr>
            <a:xfrm>
              <a:off x="2685575" y="2835950"/>
              <a:ext cx="86325" cy="99825"/>
            </a:xfrm>
            <a:custGeom>
              <a:rect b="b" l="l" r="r" t="t"/>
              <a:pathLst>
                <a:path extrusionOk="0" h="3993" w="3453">
                  <a:moveTo>
                    <a:pt x="3453" y="0"/>
                  </a:moveTo>
                  <a:lnTo>
                    <a:pt x="0" y="2006"/>
                  </a:lnTo>
                  <a:lnTo>
                    <a:pt x="3453" y="3993"/>
                  </a:lnTo>
                  <a:lnTo>
                    <a:pt x="3453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931" name="Google Shape;2931;p62"/>
          <p:cNvSpPr/>
          <p:nvPr/>
        </p:nvSpPr>
        <p:spPr>
          <a:xfrm>
            <a:off x="7770424" y="4641864"/>
            <a:ext cx="356100" cy="3561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32" name="Google Shape;2932;p62"/>
          <p:cNvSpPr/>
          <p:nvPr/>
        </p:nvSpPr>
        <p:spPr>
          <a:xfrm rot="-5400000">
            <a:off x="7837924" y="4715039"/>
            <a:ext cx="221100" cy="182100"/>
          </a:xfrm>
          <a:prstGeom prst="homePlate">
            <a:avLst>
              <a:gd fmla="val 50000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33" name="Google Shape;2933;p62">
            <a:hlinkClick/>
          </p:cNvPr>
          <p:cNvSpPr/>
          <p:nvPr/>
        </p:nvSpPr>
        <p:spPr>
          <a:xfrm>
            <a:off x="7770424" y="4641864"/>
            <a:ext cx="356100" cy="356100"/>
          </a:xfrm>
          <a:prstGeom prst="ellipse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34" name="Google Shape;2934;p62">
            <a:hlinkClick action="ppaction://hlinkshowjump?jump=previousslide"/>
          </p:cNvPr>
          <p:cNvSpPr/>
          <p:nvPr/>
        </p:nvSpPr>
        <p:spPr>
          <a:xfrm>
            <a:off x="7462717" y="4728472"/>
            <a:ext cx="158147" cy="182899"/>
          </a:xfrm>
          <a:custGeom>
            <a:rect b="b" l="l" r="r" t="t"/>
            <a:pathLst>
              <a:path extrusionOk="0" h="3993" w="3453">
                <a:moveTo>
                  <a:pt x="3453" y="0"/>
                </a:moveTo>
                <a:lnTo>
                  <a:pt x="0" y="2006"/>
                </a:lnTo>
                <a:lnTo>
                  <a:pt x="3453" y="3993"/>
                </a:lnTo>
                <a:lnTo>
                  <a:pt x="3453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35" name="Google Shape;2935;p62">
            <a:hlinkClick action="ppaction://hlinkshowjump?jump=nextslide"/>
          </p:cNvPr>
          <p:cNvSpPr/>
          <p:nvPr/>
        </p:nvSpPr>
        <p:spPr>
          <a:xfrm flipH="1">
            <a:off x="8276954" y="4728472"/>
            <a:ext cx="157277" cy="182899"/>
          </a:xfrm>
          <a:custGeom>
            <a:rect b="b" l="l" r="r" t="t"/>
            <a:pathLst>
              <a:path extrusionOk="0" h="3993" w="3434">
                <a:moveTo>
                  <a:pt x="3434" y="0"/>
                </a:moveTo>
                <a:lnTo>
                  <a:pt x="1" y="2006"/>
                </a:lnTo>
                <a:lnTo>
                  <a:pt x="3434" y="3993"/>
                </a:lnTo>
                <a:lnTo>
                  <a:pt x="3434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936" name="Google Shape;2936;p62" title="aug_7537.jp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990725" y="304801"/>
            <a:ext cx="2133600" cy="2359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37" name="Google Shape;2937;p62" title="aug_7532.jp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786025" y="304800"/>
            <a:ext cx="2204700" cy="2359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38" name="Google Shape;2938;p62" title="aug_7496.jp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990725" y="2664525"/>
            <a:ext cx="2133600" cy="2204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39" name="Google Shape;2939;p62" title="aug_6851.jp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786025" y="2664525"/>
            <a:ext cx="2204700" cy="2204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mph" presetID="8" presetSubtype="0">
                                  <p:stCondLst>
                                    <p:cond delay="0"/>
                                  </p:stCondLst>
                                  <p:childTnLst>
                                    <p:animRot by="-21600000">
                                      <p:cBhvr>
                                        <p:cTn dur="600" fill="hold"/>
                                        <p:tgtEl>
                                          <p:spTgt spid="292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29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9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29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29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29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29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29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9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9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9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9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9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43" name="Shape 29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944" name="Google Shape;2944;p63"/>
          <p:cNvGraphicFramePr/>
          <p:nvPr/>
        </p:nvGraphicFramePr>
        <p:xfrm>
          <a:off x="1130638" y="15925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{579A2327-23B5-4BA6-82C2-469AD99666FD}</a:tableStyleId>
              </a:tblPr>
              <a:tblGrid>
                <a:gridCol w="2805275"/>
                <a:gridCol w="3981650"/>
              </a:tblGrid>
              <a:tr h="6932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solidFill>
                            <a:schemeClr val="dk2"/>
                          </a:solidFill>
                          <a:latin typeface="Aldrich"/>
                          <a:ea typeface="Aldrich"/>
                          <a:cs typeface="Aldrich"/>
                          <a:sym typeface="Aldrich"/>
                        </a:rPr>
                        <a:t>Model 1</a:t>
                      </a:r>
                      <a:endParaRPr sz="2000">
                        <a:solidFill>
                          <a:schemeClr val="dk2"/>
                        </a:solidFill>
                        <a:latin typeface="Aldrich"/>
                        <a:ea typeface="Aldrich"/>
                        <a:cs typeface="Aldrich"/>
                        <a:sym typeface="Aldrich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2000">
                          <a:solidFill>
                            <a:schemeClr val="lt1"/>
                          </a:solidFill>
                          <a:latin typeface="Bai Jamjuree"/>
                          <a:ea typeface="Bai Jamjuree"/>
                          <a:cs typeface="Bai Jamjuree"/>
                          <a:sym typeface="Bai Jamjuree"/>
                        </a:rPr>
                        <a:t>InceptionV3</a:t>
                      </a:r>
                      <a:endParaRPr b="1" sz="2000">
                        <a:solidFill>
                          <a:schemeClr val="lt1"/>
                        </a:solidFill>
                        <a:latin typeface="Bai Jamjuree"/>
                        <a:ea typeface="Bai Jamjuree"/>
                        <a:cs typeface="Bai Jamjuree"/>
                        <a:sym typeface="Bai Jamjuree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8173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solidFill>
                            <a:schemeClr val="dk2"/>
                          </a:solidFill>
                          <a:latin typeface="Aldrich"/>
                          <a:ea typeface="Aldrich"/>
                          <a:cs typeface="Aldrich"/>
                          <a:sym typeface="Aldrich"/>
                        </a:rPr>
                        <a:t>Model 2</a:t>
                      </a:r>
                      <a:endParaRPr sz="2000">
                        <a:solidFill>
                          <a:schemeClr val="dk2"/>
                        </a:solidFill>
                        <a:latin typeface="Aldrich"/>
                        <a:ea typeface="Aldrich"/>
                        <a:cs typeface="Aldrich"/>
                        <a:sym typeface="Aldrich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2000">
                          <a:solidFill>
                            <a:schemeClr val="lt1"/>
                          </a:solidFill>
                          <a:latin typeface="Bai Jamjuree"/>
                          <a:ea typeface="Bai Jamjuree"/>
                          <a:cs typeface="Bai Jamjuree"/>
                          <a:sym typeface="Bai Jamjuree"/>
                        </a:rPr>
                        <a:t>ResNet50V2</a:t>
                      </a:r>
                      <a:endParaRPr b="1" sz="2000">
                        <a:solidFill>
                          <a:schemeClr val="lt1"/>
                        </a:solidFill>
                        <a:latin typeface="Bai Jamjuree"/>
                        <a:ea typeface="Bai Jamjuree"/>
                        <a:cs typeface="Bai Jamjuree"/>
                        <a:sym typeface="Bai Jamjuree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315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solidFill>
                            <a:schemeClr val="dk2"/>
                          </a:solidFill>
                          <a:latin typeface="Aldrich"/>
                          <a:ea typeface="Aldrich"/>
                          <a:cs typeface="Aldrich"/>
                          <a:sym typeface="Aldrich"/>
                        </a:rPr>
                        <a:t>Model 3</a:t>
                      </a:r>
                      <a:endParaRPr sz="2000">
                        <a:solidFill>
                          <a:schemeClr val="dk2"/>
                        </a:solidFill>
                        <a:latin typeface="Aldrich"/>
                        <a:ea typeface="Aldrich"/>
                        <a:cs typeface="Aldrich"/>
                        <a:sym typeface="Aldrich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2000">
                          <a:solidFill>
                            <a:schemeClr val="lt1"/>
                          </a:solidFill>
                          <a:latin typeface="Bai Jamjuree"/>
                          <a:ea typeface="Bai Jamjuree"/>
                          <a:cs typeface="Bai Jamjuree"/>
                          <a:sym typeface="Bai Jamjuree"/>
                        </a:rPr>
                        <a:t>ConvNeXt-Tiny</a:t>
                      </a:r>
                      <a:endParaRPr b="1" sz="2000">
                        <a:solidFill>
                          <a:schemeClr val="lt1"/>
                        </a:solidFill>
                        <a:latin typeface="Bai Jamjuree"/>
                        <a:ea typeface="Bai Jamjuree"/>
                        <a:cs typeface="Bai Jamjuree"/>
                        <a:sym typeface="Bai Jamjuree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945" name="Google Shape;2945;p63"/>
          <p:cNvSpPr txBox="1"/>
          <p:nvPr>
            <p:ph type="title"/>
          </p:nvPr>
        </p:nvSpPr>
        <p:spPr>
          <a:xfrm>
            <a:off x="715500" y="538250"/>
            <a:ext cx="7713000" cy="4206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Model Selection</a:t>
            </a:r>
            <a:endParaRPr/>
          </a:p>
        </p:txBody>
      </p:sp>
      <p:sp>
        <p:nvSpPr>
          <p:cNvPr id="2946" name="Google Shape;2946;p63"/>
          <p:cNvSpPr/>
          <p:nvPr/>
        </p:nvSpPr>
        <p:spPr>
          <a:xfrm>
            <a:off x="7770424" y="4641864"/>
            <a:ext cx="356100" cy="3561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47" name="Google Shape;2947;p63"/>
          <p:cNvSpPr/>
          <p:nvPr/>
        </p:nvSpPr>
        <p:spPr>
          <a:xfrm rot="-5400000">
            <a:off x="7837924" y="4715039"/>
            <a:ext cx="221100" cy="182100"/>
          </a:xfrm>
          <a:prstGeom prst="homePlate">
            <a:avLst>
              <a:gd fmla="val 50000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48" name="Google Shape;2948;p63">
            <a:hlinkClick/>
          </p:cNvPr>
          <p:cNvSpPr/>
          <p:nvPr/>
        </p:nvSpPr>
        <p:spPr>
          <a:xfrm>
            <a:off x="7770424" y="4641864"/>
            <a:ext cx="356100" cy="356100"/>
          </a:xfrm>
          <a:prstGeom prst="ellipse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49" name="Google Shape;2949;p63">
            <a:hlinkClick action="ppaction://hlinkshowjump?jump=previousslide"/>
          </p:cNvPr>
          <p:cNvSpPr/>
          <p:nvPr/>
        </p:nvSpPr>
        <p:spPr>
          <a:xfrm>
            <a:off x="7462717" y="4728472"/>
            <a:ext cx="158147" cy="182899"/>
          </a:xfrm>
          <a:custGeom>
            <a:rect b="b" l="l" r="r" t="t"/>
            <a:pathLst>
              <a:path extrusionOk="0" h="3993" w="3453">
                <a:moveTo>
                  <a:pt x="3453" y="0"/>
                </a:moveTo>
                <a:lnTo>
                  <a:pt x="0" y="2006"/>
                </a:lnTo>
                <a:lnTo>
                  <a:pt x="3453" y="3993"/>
                </a:lnTo>
                <a:lnTo>
                  <a:pt x="3453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50" name="Google Shape;2950;p63">
            <a:hlinkClick action="ppaction://hlinkshowjump?jump=nextslide"/>
          </p:cNvPr>
          <p:cNvSpPr/>
          <p:nvPr/>
        </p:nvSpPr>
        <p:spPr>
          <a:xfrm flipH="1">
            <a:off x="8276954" y="4728472"/>
            <a:ext cx="157277" cy="182899"/>
          </a:xfrm>
          <a:custGeom>
            <a:rect b="b" l="l" r="r" t="t"/>
            <a:pathLst>
              <a:path extrusionOk="0" h="3993" w="3434">
                <a:moveTo>
                  <a:pt x="3434" y="0"/>
                </a:moveTo>
                <a:lnTo>
                  <a:pt x="1" y="2006"/>
                </a:lnTo>
                <a:lnTo>
                  <a:pt x="3434" y="3993"/>
                </a:lnTo>
                <a:lnTo>
                  <a:pt x="3434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29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9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9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9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9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9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9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54" name="Shape 29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55" name="Google Shape;2955;p64"/>
          <p:cNvGrpSpPr/>
          <p:nvPr/>
        </p:nvGrpSpPr>
        <p:grpSpPr>
          <a:xfrm>
            <a:off x="-722389" y="2333274"/>
            <a:ext cx="1039906" cy="679800"/>
            <a:chOff x="4082325" y="3790650"/>
            <a:chExt cx="1039906" cy="679800"/>
          </a:xfrm>
        </p:grpSpPr>
        <p:sp>
          <p:nvSpPr>
            <p:cNvPr id="2956" name="Google Shape;2956;p64"/>
            <p:cNvSpPr/>
            <p:nvPr/>
          </p:nvSpPr>
          <p:spPr>
            <a:xfrm>
              <a:off x="4082325" y="3790650"/>
              <a:ext cx="1039906" cy="94858"/>
            </a:xfrm>
            <a:custGeom>
              <a:rect b="b" l="l" r="r" t="t"/>
              <a:pathLst>
                <a:path extrusionOk="0" fill="none" h="1448" w="15874">
                  <a:moveTo>
                    <a:pt x="1" y="1"/>
                  </a:moveTo>
                  <a:cubicBezTo>
                    <a:pt x="1138" y="1"/>
                    <a:pt x="1138" y="1447"/>
                    <a:pt x="2276" y="1447"/>
                  </a:cubicBezTo>
                  <a:cubicBezTo>
                    <a:pt x="3395" y="1447"/>
                    <a:pt x="3395" y="1"/>
                    <a:pt x="4533" y="1"/>
                  </a:cubicBezTo>
                  <a:cubicBezTo>
                    <a:pt x="5671" y="1"/>
                    <a:pt x="5671" y="1447"/>
                    <a:pt x="6809" y="1447"/>
                  </a:cubicBezTo>
                  <a:cubicBezTo>
                    <a:pt x="7947" y="1447"/>
                    <a:pt x="7947" y="1"/>
                    <a:pt x="9065" y="1"/>
                  </a:cubicBezTo>
                  <a:cubicBezTo>
                    <a:pt x="10203" y="1"/>
                    <a:pt x="10203" y="1447"/>
                    <a:pt x="11341" y="1447"/>
                  </a:cubicBezTo>
                  <a:cubicBezTo>
                    <a:pt x="12479" y="1447"/>
                    <a:pt x="12479" y="1"/>
                    <a:pt x="13617" y="1"/>
                  </a:cubicBezTo>
                  <a:cubicBezTo>
                    <a:pt x="14736" y="1"/>
                    <a:pt x="14736" y="1447"/>
                    <a:pt x="15873" y="1447"/>
                  </a:cubicBezTo>
                </a:path>
              </a:pathLst>
            </a:custGeom>
            <a:solidFill>
              <a:schemeClr val="lt1"/>
            </a:solidFill>
            <a:ln cap="flat" cmpd="sng" w="12050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57" name="Google Shape;2957;p64"/>
            <p:cNvSpPr/>
            <p:nvPr/>
          </p:nvSpPr>
          <p:spPr>
            <a:xfrm>
              <a:off x="4082325" y="4083808"/>
              <a:ext cx="1039906" cy="94793"/>
            </a:xfrm>
            <a:custGeom>
              <a:rect b="b" l="l" r="r" t="t"/>
              <a:pathLst>
                <a:path extrusionOk="0" fill="none" h="1447" w="15874">
                  <a:moveTo>
                    <a:pt x="1" y="0"/>
                  </a:moveTo>
                  <a:cubicBezTo>
                    <a:pt x="1138" y="0"/>
                    <a:pt x="1138" y="1447"/>
                    <a:pt x="2276" y="1447"/>
                  </a:cubicBezTo>
                  <a:cubicBezTo>
                    <a:pt x="3395" y="1447"/>
                    <a:pt x="3395" y="0"/>
                    <a:pt x="4533" y="0"/>
                  </a:cubicBezTo>
                  <a:cubicBezTo>
                    <a:pt x="5671" y="0"/>
                    <a:pt x="5671" y="1447"/>
                    <a:pt x="6809" y="1447"/>
                  </a:cubicBezTo>
                  <a:cubicBezTo>
                    <a:pt x="7947" y="1447"/>
                    <a:pt x="7947" y="0"/>
                    <a:pt x="9065" y="0"/>
                  </a:cubicBezTo>
                  <a:cubicBezTo>
                    <a:pt x="10203" y="0"/>
                    <a:pt x="10203" y="1447"/>
                    <a:pt x="11341" y="1447"/>
                  </a:cubicBezTo>
                  <a:cubicBezTo>
                    <a:pt x="12479" y="1447"/>
                    <a:pt x="12479" y="0"/>
                    <a:pt x="13617" y="0"/>
                  </a:cubicBezTo>
                  <a:cubicBezTo>
                    <a:pt x="14736" y="0"/>
                    <a:pt x="14736" y="1447"/>
                    <a:pt x="15873" y="1447"/>
                  </a:cubicBezTo>
                </a:path>
              </a:pathLst>
            </a:custGeom>
            <a:solidFill>
              <a:schemeClr val="lt1"/>
            </a:solidFill>
            <a:ln cap="flat" cmpd="sng" w="12050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58" name="Google Shape;2958;p64"/>
            <p:cNvSpPr/>
            <p:nvPr/>
          </p:nvSpPr>
          <p:spPr>
            <a:xfrm>
              <a:off x="4082325" y="4375657"/>
              <a:ext cx="1039906" cy="94793"/>
            </a:xfrm>
            <a:custGeom>
              <a:rect b="b" l="l" r="r" t="t"/>
              <a:pathLst>
                <a:path extrusionOk="0" fill="none" h="1447" w="15874">
                  <a:moveTo>
                    <a:pt x="1" y="0"/>
                  </a:moveTo>
                  <a:cubicBezTo>
                    <a:pt x="1138" y="0"/>
                    <a:pt x="1138" y="1447"/>
                    <a:pt x="2276" y="1447"/>
                  </a:cubicBezTo>
                  <a:cubicBezTo>
                    <a:pt x="3395" y="1447"/>
                    <a:pt x="3395" y="0"/>
                    <a:pt x="4533" y="0"/>
                  </a:cubicBezTo>
                  <a:cubicBezTo>
                    <a:pt x="5671" y="0"/>
                    <a:pt x="5671" y="1447"/>
                    <a:pt x="6809" y="1447"/>
                  </a:cubicBezTo>
                  <a:cubicBezTo>
                    <a:pt x="7947" y="1447"/>
                    <a:pt x="7947" y="0"/>
                    <a:pt x="9065" y="0"/>
                  </a:cubicBezTo>
                  <a:cubicBezTo>
                    <a:pt x="10203" y="0"/>
                    <a:pt x="10203" y="1447"/>
                    <a:pt x="11341" y="1447"/>
                  </a:cubicBezTo>
                  <a:cubicBezTo>
                    <a:pt x="12479" y="1447"/>
                    <a:pt x="12479" y="0"/>
                    <a:pt x="13617" y="0"/>
                  </a:cubicBezTo>
                  <a:cubicBezTo>
                    <a:pt x="14736" y="0"/>
                    <a:pt x="14736" y="1447"/>
                    <a:pt x="15873" y="1447"/>
                  </a:cubicBezTo>
                </a:path>
              </a:pathLst>
            </a:custGeom>
            <a:solidFill>
              <a:schemeClr val="lt1"/>
            </a:solidFill>
            <a:ln cap="flat" cmpd="sng" w="12050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959" name="Google Shape;2959;p64"/>
          <p:cNvGrpSpPr/>
          <p:nvPr/>
        </p:nvGrpSpPr>
        <p:grpSpPr>
          <a:xfrm flipH="1" rot="10800000">
            <a:off x="7462721" y="680494"/>
            <a:ext cx="793256" cy="182899"/>
            <a:chOff x="2685575" y="2835950"/>
            <a:chExt cx="433000" cy="99825"/>
          </a:xfrm>
        </p:grpSpPr>
        <p:sp>
          <p:nvSpPr>
            <p:cNvPr id="2960" name="Google Shape;2960;p64"/>
            <p:cNvSpPr/>
            <p:nvPr/>
          </p:nvSpPr>
          <p:spPr>
            <a:xfrm>
              <a:off x="3032250" y="2835950"/>
              <a:ext cx="86325" cy="99825"/>
            </a:xfrm>
            <a:custGeom>
              <a:rect b="b" l="l" r="r" t="t"/>
              <a:pathLst>
                <a:path extrusionOk="0" h="3993" w="3453">
                  <a:moveTo>
                    <a:pt x="3453" y="0"/>
                  </a:moveTo>
                  <a:lnTo>
                    <a:pt x="0" y="2006"/>
                  </a:lnTo>
                  <a:lnTo>
                    <a:pt x="3453" y="3993"/>
                  </a:lnTo>
                  <a:lnTo>
                    <a:pt x="3453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61" name="Google Shape;2961;p64"/>
            <p:cNvSpPr/>
            <p:nvPr/>
          </p:nvSpPr>
          <p:spPr>
            <a:xfrm>
              <a:off x="2917000" y="2835950"/>
              <a:ext cx="85850" cy="99825"/>
            </a:xfrm>
            <a:custGeom>
              <a:rect b="b" l="l" r="r" t="t"/>
              <a:pathLst>
                <a:path extrusionOk="0" h="3993" w="3434">
                  <a:moveTo>
                    <a:pt x="3434" y="0"/>
                  </a:moveTo>
                  <a:lnTo>
                    <a:pt x="1" y="2006"/>
                  </a:lnTo>
                  <a:lnTo>
                    <a:pt x="3434" y="3993"/>
                  </a:lnTo>
                  <a:lnTo>
                    <a:pt x="3434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62" name="Google Shape;2962;p64"/>
            <p:cNvSpPr/>
            <p:nvPr/>
          </p:nvSpPr>
          <p:spPr>
            <a:xfrm>
              <a:off x="2801300" y="2835950"/>
              <a:ext cx="86325" cy="99825"/>
            </a:xfrm>
            <a:custGeom>
              <a:rect b="b" l="l" r="r" t="t"/>
              <a:pathLst>
                <a:path extrusionOk="0" h="3993" w="3453">
                  <a:moveTo>
                    <a:pt x="3452" y="0"/>
                  </a:moveTo>
                  <a:lnTo>
                    <a:pt x="0" y="2006"/>
                  </a:lnTo>
                  <a:lnTo>
                    <a:pt x="3452" y="3993"/>
                  </a:lnTo>
                  <a:lnTo>
                    <a:pt x="3452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63" name="Google Shape;2963;p64"/>
            <p:cNvSpPr/>
            <p:nvPr/>
          </p:nvSpPr>
          <p:spPr>
            <a:xfrm>
              <a:off x="2685575" y="2835950"/>
              <a:ext cx="86325" cy="99825"/>
            </a:xfrm>
            <a:custGeom>
              <a:rect b="b" l="l" r="r" t="t"/>
              <a:pathLst>
                <a:path extrusionOk="0" h="3993" w="3453">
                  <a:moveTo>
                    <a:pt x="3453" y="0"/>
                  </a:moveTo>
                  <a:lnTo>
                    <a:pt x="0" y="2006"/>
                  </a:lnTo>
                  <a:lnTo>
                    <a:pt x="3453" y="3993"/>
                  </a:lnTo>
                  <a:lnTo>
                    <a:pt x="3453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964" name="Google Shape;2964;p64"/>
          <p:cNvSpPr/>
          <p:nvPr/>
        </p:nvSpPr>
        <p:spPr>
          <a:xfrm>
            <a:off x="7770424" y="4641864"/>
            <a:ext cx="356100" cy="3561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65" name="Google Shape;2965;p64"/>
          <p:cNvSpPr/>
          <p:nvPr/>
        </p:nvSpPr>
        <p:spPr>
          <a:xfrm rot="-5400000">
            <a:off x="7837924" y="4715039"/>
            <a:ext cx="221100" cy="182100"/>
          </a:xfrm>
          <a:prstGeom prst="homePlate">
            <a:avLst>
              <a:gd fmla="val 50000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66" name="Google Shape;2966;p64">
            <a:hlinkClick/>
          </p:cNvPr>
          <p:cNvSpPr/>
          <p:nvPr/>
        </p:nvSpPr>
        <p:spPr>
          <a:xfrm>
            <a:off x="7770424" y="4641864"/>
            <a:ext cx="356100" cy="356100"/>
          </a:xfrm>
          <a:prstGeom prst="ellipse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67" name="Google Shape;2967;p64">
            <a:hlinkClick action="ppaction://hlinkshowjump?jump=previousslide"/>
          </p:cNvPr>
          <p:cNvSpPr/>
          <p:nvPr/>
        </p:nvSpPr>
        <p:spPr>
          <a:xfrm>
            <a:off x="7462717" y="4728472"/>
            <a:ext cx="158147" cy="182899"/>
          </a:xfrm>
          <a:custGeom>
            <a:rect b="b" l="l" r="r" t="t"/>
            <a:pathLst>
              <a:path extrusionOk="0" h="3993" w="3453">
                <a:moveTo>
                  <a:pt x="3453" y="0"/>
                </a:moveTo>
                <a:lnTo>
                  <a:pt x="0" y="2006"/>
                </a:lnTo>
                <a:lnTo>
                  <a:pt x="3453" y="3993"/>
                </a:lnTo>
                <a:lnTo>
                  <a:pt x="3453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68" name="Google Shape;2968;p64">
            <a:hlinkClick action="ppaction://hlinkshowjump?jump=nextslide"/>
          </p:cNvPr>
          <p:cNvSpPr/>
          <p:nvPr/>
        </p:nvSpPr>
        <p:spPr>
          <a:xfrm flipH="1">
            <a:off x="8276954" y="4728472"/>
            <a:ext cx="157277" cy="182899"/>
          </a:xfrm>
          <a:custGeom>
            <a:rect b="b" l="l" r="r" t="t"/>
            <a:pathLst>
              <a:path extrusionOk="0" h="3993" w="3434">
                <a:moveTo>
                  <a:pt x="3434" y="0"/>
                </a:moveTo>
                <a:lnTo>
                  <a:pt x="1" y="2006"/>
                </a:lnTo>
                <a:lnTo>
                  <a:pt x="3434" y="3993"/>
                </a:lnTo>
                <a:lnTo>
                  <a:pt x="3434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2969" name="Google Shape;2969;p64"/>
          <p:cNvGraphicFramePr/>
          <p:nvPr/>
        </p:nvGraphicFramePr>
        <p:xfrm>
          <a:off x="152400" y="1524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{9B331E54-34D4-4D80-91F4-2A16977004CE}</a:tableStyleId>
              </a:tblPr>
              <a:tblGrid>
                <a:gridCol w="19050"/>
              </a:tblGrid>
              <a:tr h="190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2970" name="Google Shape;2970;p64"/>
          <p:cNvSpPr txBox="1"/>
          <p:nvPr>
            <p:ph type="title"/>
          </p:nvPr>
        </p:nvSpPr>
        <p:spPr>
          <a:xfrm>
            <a:off x="715500" y="622275"/>
            <a:ext cx="7713000" cy="4206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Model Build</a:t>
            </a:r>
            <a:endParaRPr/>
          </a:p>
        </p:txBody>
      </p:sp>
      <p:sp>
        <p:nvSpPr>
          <p:cNvPr id="2971" name="Google Shape;2971;p64"/>
          <p:cNvSpPr txBox="1"/>
          <p:nvPr/>
        </p:nvSpPr>
        <p:spPr>
          <a:xfrm>
            <a:off x="643675" y="1459725"/>
            <a:ext cx="5517000" cy="12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  <a:latin typeface="Bai Jamjuree"/>
                <a:ea typeface="Bai Jamjuree"/>
                <a:cs typeface="Bai Jamjuree"/>
                <a:sym typeface="Bai Jamjuree"/>
              </a:rPr>
              <a:t>1. Handling Class Imbalance</a:t>
            </a:r>
            <a:endParaRPr>
              <a:solidFill>
                <a:schemeClr val="dk2"/>
              </a:solidFill>
              <a:latin typeface="Bai Jamjuree"/>
              <a:ea typeface="Bai Jamjuree"/>
              <a:cs typeface="Bai Jamjuree"/>
              <a:sym typeface="Bai Jamjuree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Bai Jamjuree"/>
              <a:buChar char="●"/>
            </a:pPr>
            <a:r>
              <a:rPr lang="en">
                <a:solidFill>
                  <a:schemeClr val="lt1"/>
                </a:solidFill>
                <a:latin typeface="Bai Jamjuree"/>
                <a:ea typeface="Bai Jamjuree"/>
                <a:cs typeface="Bai Jamjuree"/>
                <a:sym typeface="Bai Jamjuree"/>
              </a:rPr>
              <a:t>Computed class weights using compute_class_weight from scikit-learn.</a:t>
            </a:r>
            <a:endParaRPr>
              <a:solidFill>
                <a:schemeClr val="lt1"/>
              </a:solidFill>
              <a:latin typeface="Bai Jamjuree"/>
              <a:ea typeface="Bai Jamjuree"/>
              <a:cs typeface="Bai Jamjuree"/>
              <a:sym typeface="Bai Jamjuree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Bai Jamjuree"/>
              <a:buChar char="●"/>
            </a:pPr>
            <a:r>
              <a:rPr lang="en">
                <a:solidFill>
                  <a:schemeClr val="lt1"/>
                </a:solidFill>
                <a:latin typeface="Bai Jamjuree"/>
                <a:ea typeface="Bai Jamjuree"/>
                <a:cs typeface="Bai Jamjuree"/>
                <a:sym typeface="Bai Jamjuree"/>
              </a:rPr>
              <a:t>Applied during training to balance the influence of each class.</a:t>
            </a:r>
            <a:endParaRPr>
              <a:solidFill>
                <a:schemeClr val="lt1"/>
              </a:solidFill>
              <a:latin typeface="Bai Jamjuree"/>
              <a:ea typeface="Bai Jamjuree"/>
              <a:cs typeface="Bai Jamjuree"/>
              <a:sym typeface="Bai Jamjuree"/>
            </a:endParaRPr>
          </a:p>
        </p:txBody>
      </p:sp>
      <p:sp>
        <p:nvSpPr>
          <p:cNvPr id="2972" name="Google Shape;2972;p64"/>
          <p:cNvSpPr txBox="1"/>
          <p:nvPr/>
        </p:nvSpPr>
        <p:spPr>
          <a:xfrm>
            <a:off x="605775" y="2868575"/>
            <a:ext cx="5517000" cy="103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  <a:latin typeface="Bai Jamjuree"/>
                <a:ea typeface="Bai Jamjuree"/>
                <a:cs typeface="Bai Jamjuree"/>
                <a:sym typeface="Bai Jamjuree"/>
              </a:rPr>
              <a:t>2. Model Architecture</a:t>
            </a:r>
            <a:endParaRPr>
              <a:solidFill>
                <a:schemeClr val="dk2"/>
              </a:solidFill>
              <a:latin typeface="Bai Jamjuree"/>
              <a:ea typeface="Bai Jamjuree"/>
              <a:cs typeface="Bai Jamjuree"/>
              <a:sym typeface="Bai Jamjuree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Bai Jamjuree"/>
              <a:buChar char="●"/>
            </a:pPr>
            <a:r>
              <a:rPr lang="en">
                <a:solidFill>
                  <a:schemeClr val="lt1"/>
                </a:solidFill>
                <a:latin typeface="Bai Jamjuree"/>
                <a:ea typeface="Bai Jamjuree"/>
                <a:cs typeface="Bai Jamjuree"/>
                <a:sym typeface="Bai Jamjuree"/>
              </a:rPr>
              <a:t>Base Model + Custom Head (e.g. Global Average Pooling, Dense, Batch Normalization, </a:t>
            </a:r>
            <a:r>
              <a:rPr lang="en">
                <a:solidFill>
                  <a:schemeClr val="lt1"/>
                </a:solidFill>
                <a:latin typeface="Bai Jamjuree"/>
                <a:ea typeface="Bai Jamjuree"/>
                <a:cs typeface="Bai Jamjuree"/>
                <a:sym typeface="Bai Jamjuree"/>
              </a:rPr>
              <a:t>ReLU,</a:t>
            </a:r>
            <a:r>
              <a:rPr lang="en">
                <a:solidFill>
                  <a:schemeClr val="lt1"/>
                </a:solidFill>
                <a:latin typeface="Bai Jamjuree"/>
                <a:ea typeface="Bai Jamjuree"/>
                <a:cs typeface="Bai Jamjuree"/>
                <a:sym typeface="Bai Jamjuree"/>
              </a:rPr>
              <a:t> Dropout layers etc)</a:t>
            </a:r>
            <a:endParaRPr>
              <a:solidFill>
                <a:schemeClr val="lt1"/>
              </a:solidFill>
              <a:latin typeface="Bai Jamjuree"/>
              <a:ea typeface="Bai Jamjuree"/>
              <a:cs typeface="Bai Jamjuree"/>
              <a:sym typeface="Bai Jamjure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lt1"/>
              </a:solidFill>
              <a:latin typeface="Bai Jamjuree"/>
              <a:ea typeface="Bai Jamjuree"/>
              <a:cs typeface="Bai Jamjuree"/>
              <a:sym typeface="Bai Jamjuree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29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29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9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9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9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9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9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76" name="Shape 29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77" name="Google Shape;2977;p65"/>
          <p:cNvGrpSpPr/>
          <p:nvPr/>
        </p:nvGrpSpPr>
        <p:grpSpPr>
          <a:xfrm>
            <a:off x="-722389" y="2333274"/>
            <a:ext cx="1039906" cy="679800"/>
            <a:chOff x="4082325" y="3790650"/>
            <a:chExt cx="1039906" cy="679800"/>
          </a:xfrm>
        </p:grpSpPr>
        <p:sp>
          <p:nvSpPr>
            <p:cNvPr id="2978" name="Google Shape;2978;p65"/>
            <p:cNvSpPr/>
            <p:nvPr/>
          </p:nvSpPr>
          <p:spPr>
            <a:xfrm>
              <a:off x="4082325" y="3790650"/>
              <a:ext cx="1039906" cy="94858"/>
            </a:xfrm>
            <a:custGeom>
              <a:rect b="b" l="l" r="r" t="t"/>
              <a:pathLst>
                <a:path extrusionOk="0" fill="none" h="1448" w="15874">
                  <a:moveTo>
                    <a:pt x="1" y="1"/>
                  </a:moveTo>
                  <a:cubicBezTo>
                    <a:pt x="1138" y="1"/>
                    <a:pt x="1138" y="1447"/>
                    <a:pt x="2276" y="1447"/>
                  </a:cubicBezTo>
                  <a:cubicBezTo>
                    <a:pt x="3395" y="1447"/>
                    <a:pt x="3395" y="1"/>
                    <a:pt x="4533" y="1"/>
                  </a:cubicBezTo>
                  <a:cubicBezTo>
                    <a:pt x="5671" y="1"/>
                    <a:pt x="5671" y="1447"/>
                    <a:pt x="6809" y="1447"/>
                  </a:cubicBezTo>
                  <a:cubicBezTo>
                    <a:pt x="7947" y="1447"/>
                    <a:pt x="7947" y="1"/>
                    <a:pt x="9065" y="1"/>
                  </a:cubicBezTo>
                  <a:cubicBezTo>
                    <a:pt x="10203" y="1"/>
                    <a:pt x="10203" y="1447"/>
                    <a:pt x="11341" y="1447"/>
                  </a:cubicBezTo>
                  <a:cubicBezTo>
                    <a:pt x="12479" y="1447"/>
                    <a:pt x="12479" y="1"/>
                    <a:pt x="13617" y="1"/>
                  </a:cubicBezTo>
                  <a:cubicBezTo>
                    <a:pt x="14736" y="1"/>
                    <a:pt x="14736" y="1447"/>
                    <a:pt x="15873" y="1447"/>
                  </a:cubicBezTo>
                </a:path>
              </a:pathLst>
            </a:custGeom>
            <a:solidFill>
              <a:schemeClr val="lt1"/>
            </a:solidFill>
            <a:ln cap="flat" cmpd="sng" w="12050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79" name="Google Shape;2979;p65"/>
            <p:cNvSpPr/>
            <p:nvPr/>
          </p:nvSpPr>
          <p:spPr>
            <a:xfrm>
              <a:off x="4082325" y="4083808"/>
              <a:ext cx="1039906" cy="94793"/>
            </a:xfrm>
            <a:custGeom>
              <a:rect b="b" l="l" r="r" t="t"/>
              <a:pathLst>
                <a:path extrusionOk="0" fill="none" h="1447" w="15874">
                  <a:moveTo>
                    <a:pt x="1" y="0"/>
                  </a:moveTo>
                  <a:cubicBezTo>
                    <a:pt x="1138" y="0"/>
                    <a:pt x="1138" y="1447"/>
                    <a:pt x="2276" y="1447"/>
                  </a:cubicBezTo>
                  <a:cubicBezTo>
                    <a:pt x="3395" y="1447"/>
                    <a:pt x="3395" y="0"/>
                    <a:pt x="4533" y="0"/>
                  </a:cubicBezTo>
                  <a:cubicBezTo>
                    <a:pt x="5671" y="0"/>
                    <a:pt x="5671" y="1447"/>
                    <a:pt x="6809" y="1447"/>
                  </a:cubicBezTo>
                  <a:cubicBezTo>
                    <a:pt x="7947" y="1447"/>
                    <a:pt x="7947" y="0"/>
                    <a:pt x="9065" y="0"/>
                  </a:cubicBezTo>
                  <a:cubicBezTo>
                    <a:pt x="10203" y="0"/>
                    <a:pt x="10203" y="1447"/>
                    <a:pt x="11341" y="1447"/>
                  </a:cubicBezTo>
                  <a:cubicBezTo>
                    <a:pt x="12479" y="1447"/>
                    <a:pt x="12479" y="0"/>
                    <a:pt x="13617" y="0"/>
                  </a:cubicBezTo>
                  <a:cubicBezTo>
                    <a:pt x="14736" y="0"/>
                    <a:pt x="14736" y="1447"/>
                    <a:pt x="15873" y="1447"/>
                  </a:cubicBezTo>
                </a:path>
              </a:pathLst>
            </a:custGeom>
            <a:solidFill>
              <a:schemeClr val="lt1"/>
            </a:solidFill>
            <a:ln cap="flat" cmpd="sng" w="12050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80" name="Google Shape;2980;p65"/>
            <p:cNvSpPr/>
            <p:nvPr/>
          </p:nvSpPr>
          <p:spPr>
            <a:xfrm>
              <a:off x="4082325" y="4375657"/>
              <a:ext cx="1039906" cy="94793"/>
            </a:xfrm>
            <a:custGeom>
              <a:rect b="b" l="l" r="r" t="t"/>
              <a:pathLst>
                <a:path extrusionOk="0" fill="none" h="1447" w="15874">
                  <a:moveTo>
                    <a:pt x="1" y="0"/>
                  </a:moveTo>
                  <a:cubicBezTo>
                    <a:pt x="1138" y="0"/>
                    <a:pt x="1138" y="1447"/>
                    <a:pt x="2276" y="1447"/>
                  </a:cubicBezTo>
                  <a:cubicBezTo>
                    <a:pt x="3395" y="1447"/>
                    <a:pt x="3395" y="0"/>
                    <a:pt x="4533" y="0"/>
                  </a:cubicBezTo>
                  <a:cubicBezTo>
                    <a:pt x="5671" y="0"/>
                    <a:pt x="5671" y="1447"/>
                    <a:pt x="6809" y="1447"/>
                  </a:cubicBezTo>
                  <a:cubicBezTo>
                    <a:pt x="7947" y="1447"/>
                    <a:pt x="7947" y="0"/>
                    <a:pt x="9065" y="0"/>
                  </a:cubicBezTo>
                  <a:cubicBezTo>
                    <a:pt x="10203" y="0"/>
                    <a:pt x="10203" y="1447"/>
                    <a:pt x="11341" y="1447"/>
                  </a:cubicBezTo>
                  <a:cubicBezTo>
                    <a:pt x="12479" y="1447"/>
                    <a:pt x="12479" y="0"/>
                    <a:pt x="13617" y="0"/>
                  </a:cubicBezTo>
                  <a:cubicBezTo>
                    <a:pt x="14736" y="0"/>
                    <a:pt x="14736" y="1447"/>
                    <a:pt x="15873" y="1447"/>
                  </a:cubicBezTo>
                </a:path>
              </a:pathLst>
            </a:custGeom>
            <a:solidFill>
              <a:schemeClr val="lt1"/>
            </a:solidFill>
            <a:ln cap="flat" cmpd="sng" w="12050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981" name="Google Shape;2981;p65"/>
          <p:cNvGrpSpPr/>
          <p:nvPr/>
        </p:nvGrpSpPr>
        <p:grpSpPr>
          <a:xfrm flipH="1" rot="10800000">
            <a:off x="7462721" y="680494"/>
            <a:ext cx="793256" cy="182899"/>
            <a:chOff x="2685575" y="2835950"/>
            <a:chExt cx="433000" cy="99825"/>
          </a:xfrm>
        </p:grpSpPr>
        <p:sp>
          <p:nvSpPr>
            <p:cNvPr id="2982" name="Google Shape;2982;p65"/>
            <p:cNvSpPr/>
            <p:nvPr/>
          </p:nvSpPr>
          <p:spPr>
            <a:xfrm>
              <a:off x="3032250" y="2835950"/>
              <a:ext cx="86325" cy="99825"/>
            </a:xfrm>
            <a:custGeom>
              <a:rect b="b" l="l" r="r" t="t"/>
              <a:pathLst>
                <a:path extrusionOk="0" h="3993" w="3453">
                  <a:moveTo>
                    <a:pt x="3453" y="0"/>
                  </a:moveTo>
                  <a:lnTo>
                    <a:pt x="0" y="2006"/>
                  </a:lnTo>
                  <a:lnTo>
                    <a:pt x="3453" y="3993"/>
                  </a:lnTo>
                  <a:lnTo>
                    <a:pt x="3453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83" name="Google Shape;2983;p65"/>
            <p:cNvSpPr/>
            <p:nvPr/>
          </p:nvSpPr>
          <p:spPr>
            <a:xfrm>
              <a:off x="2917000" y="2835950"/>
              <a:ext cx="85850" cy="99825"/>
            </a:xfrm>
            <a:custGeom>
              <a:rect b="b" l="l" r="r" t="t"/>
              <a:pathLst>
                <a:path extrusionOk="0" h="3993" w="3434">
                  <a:moveTo>
                    <a:pt x="3434" y="0"/>
                  </a:moveTo>
                  <a:lnTo>
                    <a:pt x="1" y="2006"/>
                  </a:lnTo>
                  <a:lnTo>
                    <a:pt x="3434" y="3993"/>
                  </a:lnTo>
                  <a:lnTo>
                    <a:pt x="3434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84" name="Google Shape;2984;p65"/>
            <p:cNvSpPr/>
            <p:nvPr/>
          </p:nvSpPr>
          <p:spPr>
            <a:xfrm>
              <a:off x="2801300" y="2835950"/>
              <a:ext cx="86325" cy="99825"/>
            </a:xfrm>
            <a:custGeom>
              <a:rect b="b" l="l" r="r" t="t"/>
              <a:pathLst>
                <a:path extrusionOk="0" h="3993" w="3453">
                  <a:moveTo>
                    <a:pt x="3452" y="0"/>
                  </a:moveTo>
                  <a:lnTo>
                    <a:pt x="0" y="2006"/>
                  </a:lnTo>
                  <a:lnTo>
                    <a:pt x="3452" y="3993"/>
                  </a:lnTo>
                  <a:lnTo>
                    <a:pt x="3452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85" name="Google Shape;2985;p65"/>
            <p:cNvSpPr/>
            <p:nvPr/>
          </p:nvSpPr>
          <p:spPr>
            <a:xfrm>
              <a:off x="2685575" y="2835950"/>
              <a:ext cx="86325" cy="99825"/>
            </a:xfrm>
            <a:custGeom>
              <a:rect b="b" l="l" r="r" t="t"/>
              <a:pathLst>
                <a:path extrusionOk="0" h="3993" w="3453">
                  <a:moveTo>
                    <a:pt x="3453" y="0"/>
                  </a:moveTo>
                  <a:lnTo>
                    <a:pt x="0" y="2006"/>
                  </a:lnTo>
                  <a:lnTo>
                    <a:pt x="3453" y="3993"/>
                  </a:lnTo>
                  <a:lnTo>
                    <a:pt x="3453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986" name="Google Shape;2986;p65"/>
          <p:cNvSpPr/>
          <p:nvPr/>
        </p:nvSpPr>
        <p:spPr>
          <a:xfrm>
            <a:off x="7770424" y="4641864"/>
            <a:ext cx="356100" cy="3561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87" name="Google Shape;2987;p65"/>
          <p:cNvSpPr/>
          <p:nvPr/>
        </p:nvSpPr>
        <p:spPr>
          <a:xfrm rot="-5400000">
            <a:off x="7837924" y="4715039"/>
            <a:ext cx="221100" cy="182100"/>
          </a:xfrm>
          <a:prstGeom prst="homePlate">
            <a:avLst>
              <a:gd fmla="val 50000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88" name="Google Shape;2988;p65">
            <a:hlinkClick/>
          </p:cNvPr>
          <p:cNvSpPr/>
          <p:nvPr/>
        </p:nvSpPr>
        <p:spPr>
          <a:xfrm>
            <a:off x="7770424" y="4641864"/>
            <a:ext cx="356100" cy="356100"/>
          </a:xfrm>
          <a:prstGeom prst="ellipse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89" name="Google Shape;2989;p65">
            <a:hlinkClick action="ppaction://hlinkshowjump?jump=previousslide"/>
          </p:cNvPr>
          <p:cNvSpPr/>
          <p:nvPr/>
        </p:nvSpPr>
        <p:spPr>
          <a:xfrm>
            <a:off x="7462717" y="4728472"/>
            <a:ext cx="158147" cy="182899"/>
          </a:xfrm>
          <a:custGeom>
            <a:rect b="b" l="l" r="r" t="t"/>
            <a:pathLst>
              <a:path extrusionOk="0" h="3993" w="3453">
                <a:moveTo>
                  <a:pt x="3453" y="0"/>
                </a:moveTo>
                <a:lnTo>
                  <a:pt x="0" y="2006"/>
                </a:lnTo>
                <a:lnTo>
                  <a:pt x="3453" y="3993"/>
                </a:lnTo>
                <a:lnTo>
                  <a:pt x="3453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90" name="Google Shape;2990;p65">
            <a:hlinkClick action="ppaction://hlinkshowjump?jump=nextslide"/>
          </p:cNvPr>
          <p:cNvSpPr/>
          <p:nvPr/>
        </p:nvSpPr>
        <p:spPr>
          <a:xfrm flipH="1">
            <a:off x="8276954" y="4728472"/>
            <a:ext cx="157277" cy="182899"/>
          </a:xfrm>
          <a:custGeom>
            <a:rect b="b" l="l" r="r" t="t"/>
            <a:pathLst>
              <a:path extrusionOk="0" h="3993" w="3434">
                <a:moveTo>
                  <a:pt x="3434" y="0"/>
                </a:moveTo>
                <a:lnTo>
                  <a:pt x="1" y="2006"/>
                </a:lnTo>
                <a:lnTo>
                  <a:pt x="3434" y="3993"/>
                </a:lnTo>
                <a:lnTo>
                  <a:pt x="3434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2991" name="Google Shape;2991;p65"/>
          <p:cNvGraphicFramePr/>
          <p:nvPr/>
        </p:nvGraphicFramePr>
        <p:xfrm>
          <a:off x="152400" y="1524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{9B331E54-34D4-4D80-91F4-2A16977004CE}</a:tableStyleId>
              </a:tblPr>
              <a:tblGrid>
                <a:gridCol w="19050"/>
              </a:tblGrid>
              <a:tr h="190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2992" name="Google Shape;2992;p65"/>
          <p:cNvSpPr txBox="1"/>
          <p:nvPr>
            <p:ph type="title"/>
          </p:nvPr>
        </p:nvSpPr>
        <p:spPr>
          <a:xfrm>
            <a:off x="715500" y="622275"/>
            <a:ext cx="7713000" cy="4206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Model Compile and Fit</a:t>
            </a:r>
            <a:endParaRPr/>
          </a:p>
        </p:txBody>
      </p:sp>
      <p:sp>
        <p:nvSpPr>
          <p:cNvPr id="2993" name="Google Shape;2993;p65"/>
          <p:cNvSpPr txBox="1"/>
          <p:nvPr/>
        </p:nvSpPr>
        <p:spPr>
          <a:xfrm>
            <a:off x="653250" y="1302275"/>
            <a:ext cx="5517000" cy="118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2"/>
                </a:solidFill>
                <a:latin typeface="Bai Jamjuree"/>
                <a:ea typeface="Bai Jamjuree"/>
                <a:cs typeface="Bai Jamjuree"/>
                <a:sym typeface="Bai Jamjuree"/>
              </a:rPr>
              <a:t>3. Transfer Learning Strategy</a:t>
            </a:r>
            <a:endParaRPr sz="1300">
              <a:solidFill>
                <a:schemeClr val="dk2"/>
              </a:solidFill>
              <a:latin typeface="Bai Jamjuree"/>
              <a:ea typeface="Bai Jamjuree"/>
              <a:cs typeface="Bai Jamjuree"/>
              <a:sym typeface="Bai Jamjuree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Bai Jamjuree"/>
              <a:buChar char="●"/>
            </a:pPr>
            <a:r>
              <a:rPr lang="en" sz="1300">
                <a:solidFill>
                  <a:schemeClr val="lt1"/>
                </a:solidFill>
                <a:latin typeface="Bai Jamjuree"/>
                <a:ea typeface="Bai Jamjuree"/>
                <a:cs typeface="Bai Jamjuree"/>
                <a:sym typeface="Bai Jamjuree"/>
              </a:rPr>
              <a:t>Phase 1: All base model layers frozen (only custom head trained)</a:t>
            </a:r>
            <a:endParaRPr sz="1300">
              <a:solidFill>
                <a:schemeClr val="lt1"/>
              </a:solidFill>
              <a:latin typeface="Bai Jamjuree"/>
              <a:ea typeface="Bai Jamjuree"/>
              <a:cs typeface="Bai Jamjuree"/>
              <a:sym typeface="Bai Jamjuree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Bai Jamjuree"/>
              <a:buChar char="●"/>
            </a:pPr>
            <a:r>
              <a:rPr lang="en" sz="1300">
                <a:solidFill>
                  <a:schemeClr val="lt1"/>
                </a:solidFill>
                <a:latin typeface="Bai Jamjuree"/>
                <a:ea typeface="Bai Jamjuree"/>
                <a:cs typeface="Bai Jamjuree"/>
                <a:sym typeface="Bai Jamjuree"/>
              </a:rPr>
              <a:t>Phase 2: Last 30 layers unfrozen for partial fine-tuning</a:t>
            </a:r>
            <a:endParaRPr sz="1300">
              <a:solidFill>
                <a:schemeClr val="lt1"/>
              </a:solidFill>
              <a:latin typeface="Bai Jamjuree"/>
              <a:ea typeface="Bai Jamjuree"/>
              <a:cs typeface="Bai Jamjuree"/>
              <a:sym typeface="Bai Jamjuree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Bai Jamjuree"/>
              <a:buChar char="●"/>
            </a:pPr>
            <a:r>
              <a:rPr lang="en" sz="1300">
                <a:solidFill>
                  <a:schemeClr val="lt1"/>
                </a:solidFill>
                <a:latin typeface="Bai Jamjuree"/>
                <a:ea typeface="Bai Jamjuree"/>
                <a:cs typeface="Bai Jamjuree"/>
                <a:sym typeface="Bai Jamjuree"/>
              </a:rPr>
              <a:t>Phase 3: All layers unfrozen for full fine-tuning</a:t>
            </a:r>
            <a:endParaRPr sz="1300">
              <a:solidFill>
                <a:schemeClr val="lt1"/>
              </a:solidFill>
              <a:latin typeface="Bai Jamjuree"/>
              <a:ea typeface="Bai Jamjuree"/>
              <a:cs typeface="Bai Jamjuree"/>
              <a:sym typeface="Bai Jamjuree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Bai Jamjuree"/>
              <a:buChar char="●"/>
            </a:pPr>
            <a:r>
              <a:rPr lang="en" sz="1300">
                <a:solidFill>
                  <a:schemeClr val="lt1"/>
                </a:solidFill>
                <a:latin typeface="Bai Jamjuree"/>
                <a:ea typeface="Bai Jamjuree"/>
                <a:cs typeface="Bai Jamjuree"/>
                <a:sym typeface="Bai Jamjuree"/>
              </a:rPr>
              <a:t>Used progressively lower learning rates for each phase</a:t>
            </a:r>
            <a:endParaRPr sz="1300">
              <a:solidFill>
                <a:schemeClr val="lt1"/>
              </a:solidFill>
              <a:latin typeface="Bai Jamjuree"/>
              <a:ea typeface="Bai Jamjuree"/>
              <a:cs typeface="Bai Jamjuree"/>
              <a:sym typeface="Bai Jamjuree"/>
            </a:endParaRPr>
          </a:p>
        </p:txBody>
      </p:sp>
      <p:sp>
        <p:nvSpPr>
          <p:cNvPr id="2994" name="Google Shape;2994;p65"/>
          <p:cNvSpPr txBox="1"/>
          <p:nvPr/>
        </p:nvSpPr>
        <p:spPr>
          <a:xfrm>
            <a:off x="605775" y="2487575"/>
            <a:ext cx="5517000" cy="12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2"/>
                </a:solidFill>
                <a:latin typeface="Bai Jamjuree"/>
                <a:ea typeface="Bai Jamjuree"/>
                <a:cs typeface="Bai Jamjuree"/>
                <a:sym typeface="Bai Jamjuree"/>
              </a:rPr>
              <a:t>4. Training Setup</a:t>
            </a:r>
            <a:endParaRPr sz="1300">
              <a:solidFill>
                <a:schemeClr val="dk2"/>
              </a:solidFill>
              <a:latin typeface="Bai Jamjuree"/>
              <a:ea typeface="Bai Jamjuree"/>
              <a:cs typeface="Bai Jamjuree"/>
              <a:sym typeface="Bai Jamjuree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Bai Jamjuree"/>
              <a:buChar char="●"/>
            </a:pPr>
            <a:r>
              <a:rPr lang="en" sz="1300">
                <a:solidFill>
                  <a:schemeClr val="lt1"/>
                </a:solidFill>
                <a:latin typeface="Bai Jamjuree"/>
                <a:ea typeface="Bai Jamjuree"/>
                <a:cs typeface="Bai Jamjuree"/>
                <a:sym typeface="Bai Jamjuree"/>
              </a:rPr>
              <a:t>Loss: Binary </a:t>
            </a:r>
            <a:r>
              <a:rPr lang="en" sz="1300">
                <a:solidFill>
                  <a:schemeClr val="lt1"/>
                </a:solidFill>
                <a:latin typeface="Bai Jamjuree"/>
                <a:ea typeface="Bai Jamjuree"/>
                <a:cs typeface="Bai Jamjuree"/>
                <a:sym typeface="Bai Jamjuree"/>
              </a:rPr>
              <a:t>Cross Entropy</a:t>
            </a:r>
            <a:endParaRPr sz="1300">
              <a:solidFill>
                <a:schemeClr val="lt1"/>
              </a:solidFill>
              <a:latin typeface="Bai Jamjuree"/>
              <a:ea typeface="Bai Jamjuree"/>
              <a:cs typeface="Bai Jamjuree"/>
              <a:sym typeface="Bai Jamjuree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Bai Jamjuree"/>
              <a:buChar char="●"/>
            </a:pPr>
            <a:r>
              <a:rPr lang="en" sz="1300">
                <a:solidFill>
                  <a:schemeClr val="lt1"/>
                </a:solidFill>
                <a:latin typeface="Bai Jamjuree"/>
                <a:ea typeface="Bai Jamjuree"/>
                <a:cs typeface="Bai Jamjuree"/>
                <a:sym typeface="Bai Jamjuree"/>
              </a:rPr>
              <a:t>Optimizer: Adam (LR: 0.001 → 1e-5 → 5e-6)</a:t>
            </a:r>
            <a:endParaRPr sz="1300">
              <a:solidFill>
                <a:schemeClr val="lt1"/>
              </a:solidFill>
              <a:latin typeface="Bai Jamjuree"/>
              <a:ea typeface="Bai Jamjuree"/>
              <a:cs typeface="Bai Jamjuree"/>
              <a:sym typeface="Bai Jamjuree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Bai Jamjuree"/>
              <a:buChar char="●"/>
            </a:pPr>
            <a:r>
              <a:rPr lang="en" sz="1300">
                <a:solidFill>
                  <a:schemeClr val="lt1"/>
                </a:solidFill>
                <a:latin typeface="Bai Jamjuree"/>
                <a:ea typeface="Bai Jamjuree"/>
                <a:cs typeface="Bai Jamjuree"/>
                <a:sym typeface="Bai Jamjuree"/>
              </a:rPr>
              <a:t>Metrics: Accuracy and F1 Score</a:t>
            </a:r>
            <a:endParaRPr sz="1300">
              <a:solidFill>
                <a:schemeClr val="lt1"/>
              </a:solidFill>
              <a:latin typeface="Bai Jamjuree"/>
              <a:ea typeface="Bai Jamjuree"/>
              <a:cs typeface="Bai Jamjuree"/>
              <a:sym typeface="Bai Jamjure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Bai Jamjuree"/>
              <a:ea typeface="Bai Jamjuree"/>
              <a:cs typeface="Bai Jamjuree"/>
              <a:sym typeface="Bai Jamjuree"/>
            </a:endParaRPr>
          </a:p>
        </p:txBody>
      </p:sp>
      <p:sp>
        <p:nvSpPr>
          <p:cNvPr id="2995" name="Google Shape;2995;p65"/>
          <p:cNvSpPr txBox="1"/>
          <p:nvPr/>
        </p:nvSpPr>
        <p:spPr>
          <a:xfrm>
            <a:off x="605775" y="3556850"/>
            <a:ext cx="5832600" cy="98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2"/>
                </a:solidFill>
                <a:latin typeface="Bai Jamjuree"/>
                <a:ea typeface="Bai Jamjuree"/>
                <a:cs typeface="Bai Jamjuree"/>
                <a:sym typeface="Bai Jamjuree"/>
              </a:rPr>
              <a:t>5. Callbacks Functions</a:t>
            </a:r>
            <a:endParaRPr sz="1300">
              <a:solidFill>
                <a:schemeClr val="dk2"/>
              </a:solidFill>
              <a:latin typeface="Bai Jamjuree"/>
              <a:ea typeface="Bai Jamjuree"/>
              <a:cs typeface="Bai Jamjuree"/>
              <a:sym typeface="Bai Jamjuree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Bai Jamjuree"/>
              <a:buChar char="●"/>
            </a:pPr>
            <a:r>
              <a:rPr lang="en" sz="1300">
                <a:solidFill>
                  <a:schemeClr val="lt1"/>
                </a:solidFill>
                <a:latin typeface="Bai Jamjuree"/>
                <a:ea typeface="Bai Jamjuree"/>
                <a:cs typeface="Bai Jamjuree"/>
                <a:sym typeface="Bai Jamjuree"/>
              </a:rPr>
              <a:t>EarlyStopping: Monitors val_f1_score, restores best weights</a:t>
            </a:r>
            <a:endParaRPr sz="1300">
              <a:solidFill>
                <a:schemeClr val="lt1"/>
              </a:solidFill>
              <a:latin typeface="Bai Jamjuree"/>
              <a:ea typeface="Bai Jamjuree"/>
              <a:cs typeface="Bai Jamjuree"/>
              <a:sym typeface="Bai Jamjuree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Bai Jamjuree"/>
              <a:buChar char="●"/>
            </a:pPr>
            <a:r>
              <a:rPr lang="en" sz="1300">
                <a:solidFill>
                  <a:schemeClr val="lt1"/>
                </a:solidFill>
                <a:latin typeface="Bai Jamjuree"/>
                <a:ea typeface="Bai Jamjuree"/>
                <a:cs typeface="Bai Jamjuree"/>
                <a:sym typeface="Bai Jamjuree"/>
              </a:rPr>
              <a:t>ReduceLROnPlateau: Lowers LR on plateau of validation loss</a:t>
            </a:r>
            <a:endParaRPr sz="1300">
              <a:solidFill>
                <a:schemeClr val="lt1"/>
              </a:solidFill>
              <a:latin typeface="Bai Jamjuree"/>
              <a:ea typeface="Bai Jamjuree"/>
              <a:cs typeface="Bai Jamjuree"/>
              <a:sym typeface="Bai Jamjuree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Bai Jamjuree"/>
              <a:buChar char="●"/>
            </a:pPr>
            <a:r>
              <a:rPr lang="en" sz="1300">
                <a:solidFill>
                  <a:schemeClr val="lt1"/>
                </a:solidFill>
                <a:latin typeface="Bai Jamjuree"/>
                <a:ea typeface="Bai Jamjuree"/>
                <a:cs typeface="Bai Jamjuree"/>
                <a:sym typeface="Bai Jamjuree"/>
              </a:rPr>
              <a:t>ModelCheckpoint: Saves best model based on val_f1_score</a:t>
            </a:r>
            <a:endParaRPr sz="1300">
              <a:solidFill>
                <a:schemeClr val="lt1"/>
              </a:solidFill>
              <a:latin typeface="Bai Jamjuree"/>
              <a:ea typeface="Bai Jamjuree"/>
              <a:cs typeface="Bai Jamjuree"/>
              <a:sym typeface="Bai Jamjuree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298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29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9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9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9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9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9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99" name="Shape 29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0" name="Google Shape;3000;p66"/>
          <p:cNvSpPr txBox="1"/>
          <p:nvPr>
            <p:ph type="title"/>
          </p:nvPr>
        </p:nvSpPr>
        <p:spPr>
          <a:xfrm>
            <a:off x="729850" y="204925"/>
            <a:ext cx="7978500" cy="4206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Accuracy?</a:t>
            </a:r>
            <a:endParaRPr/>
          </a:p>
        </p:txBody>
      </p:sp>
      <p:sp>
        <p:nvSpPr>
          <p:cNvPr id="3001" name="Google Shape;3001;p66"/>
          <p:cNvSpPr/>
          <p:nvPr/>
        </p:nvSpPr>
        <p:spPr>
          <a:xfrm>
            <a:off x="7770424" y="4641864"/>
            <a:ext cx="356100" cy="3561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02" name="Google Shape;3002;p66"/>
          <p:cNvSpPr/>
          <p:nvPr/>
        </p:nvSpPr>
        <p:spPr>
          <a:xfrm rot="-5400000">
            <a:off x="7837924" y="4715039"/>
            <a:ext cx="221100" cy="182100"/>
          </a:xfrm>
          <a:prstGeom prst="homePlate">
            <a:avLst>
              <a:gd fmla="val 50000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03" name="Google Shape;3003;p66">
            <a:hlinkClick/>
          </p:cNvPr>
          <p:cNvSpPr/>
          <p:nvPr/>
        </p:nvSpPr>
        <p:spPr>
          <a:xfrm>
            <a:off x="7770424" y="4641864"/>
            <a:ext cx="356100" cy="356100"/>
          </a:xfrm>
          <a:prstGeom prst="ellipse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04" name="Google Shape;3004;p66">
            <a:hlinkClick action="ppaction://hlinkshowjump?jump=previousslide"/>
          </p:cNvPr>
          <p:cNvSpPr/>
          <p:nvPr/>
        </p:nvSpPr>
        <p:spPr>
          <a:xfrm>
            <a:off x="7462717" y="4728472"/>
            <a:ext cx="158147" cy="182899"/>
          </a:xfrm>
          <a:custGeom>
            <a:rect b="b" l="l" r="r" t="t"/>
            <a:pathLst>
              <a:path extrusionOk="0" h="3993" w="3453">
                <a:moveTo>
                  <a:pt x="3453" y="0"/>
                </a:moveTo>
                <a:lnTo>
                  <a:pt x="0" y="2006"/>
                </a:lnTo>
                <a:lnTo>
                  <a:pt x="3453" y="3993"/>
                </a:lnTo>
                <a:lnTo>
                  <a:pt x="3453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05" name="Google Shape;3005;p66">
            <a:hlinkClick action="ppaction://hlinkshowjump?jump=nextslide"/>
          </p:cNvPr>
          <p:cNvSpPr/>
          <p:nvPr/>
        </p:nvSpPr>
        <p:spPr>
          <a:xfrm flipH="1">
            <a:off x="8276954" y="4728472"/>
            <a:ext cx="157277" cy="182899"/>
          </a:xfrm>
          <a:custGeom>
            <a:rect b="b" l="l" r="r" t="t"/>
            <a:pathLst>
              <a:path extrusionOk="0" h="3993" w="3434">
                <a:moveTo>
                  <a:pt x="3434" y="0"/>
                </a:moveTo>
                <a:lnTo>
                  <a:pt x="1" y="2006"/>
                </a:lnTo>
                <a:lnTo>
                  <a:pt x="3434" y="3993"/>
                </a:lnTo>
                <a:lnTo>
                  <a:pt x="3434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006" name="Google Shape;3006;p6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2" y="893338"/>
            <a:ext cx="4272250" cy="3835125"/>
          </a:xfrm>
          <a:prstGeom prst="rect">
            <a:avLst/>
          </a:prstGeom>
          <a:noFill/>
          <a:ln>
            <a:noFill/>
          </a:ln>
        </p:spPr>
      </p:pic>
      <p:sp>
        <p:nvSpPr>
          <p:cNvPr id="3007" name="Google Shape;3007;p66"/>
          <p:cNvSpPr txBox="1"/>
          <p:nvPr/>
        </p:nvSpPr>
        <p:spPr>
          <a:xfrm>
            <a:off x="0" y="4728475"/>
            <a:ext cx="42723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Bai Jamjuree"/>
                <a:ea typeface="Bai Jamjuree"/>
                <a:cs typeface="Bai Jamjuree"/>
                <a:sym typeface="Bai Jamjuree"/>
              </a:rPr>
              <a:t>Source: </a:t>
            </a:r>
            <a:r>
              <a:rPr lang="en" sz="1000" u="sng">
                <a:solidFill>
                  <a:schemeClr val="hlink"/>
                </a:solidFill>
                <a:latin typeface="Bai Jamjuree"/>
                <a:ea typeface="Bai Jamjuree"/>
                <a:cs typeface="Bai Jamjuree"/>
                <a:sym typeface="Bai Jamjuree"/>
                <a:hlinkClick r:id="rId4"/>
              </a:rPr>
              <a:t>Paper 1</a:t>
            </a:r>
            <a:endParaRPr sz="1000">
              <a:solidFill>
                <a:schemeClr val="lt1"/>
              </a:solidFill>
              <a:latin typeface="Bai Jamjuree"/>
              <a:ea typeface="Bai Jamjuree"/>
              <a:cs typeface="Bai Jamjuree"/>
              <a:sym typeface="Bai Jamjuree"/>
            </a:endParaRPr>
          </a:p>
        </p:txBody>
      </p:sp>
      <p:pic>
        <p:nvPicPr>
          <p:cNvPr id="3008" name="Google Shape;3008;p6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512050" y="1766800"/>
            <a:ext cx="4631951" cy="1609900"/>
          </a:xfrm>
          <a:prstGeom prst="rect">
            <a:avLst/>
          </a:prstGeom>
          <a:noFill/>
          <a:ln>
            <a:noFill/>
          </a:ln>
        </p:spPr>
      </p:pic>
      <p:sp>
        <p:nvSpPr>
          <p:cNvPr id="3009" name="Google Shape;3009;p66"/>
          <p:cNvSpPr txBox="1"/>
          <p:nvPr/>
        </p:nvSpPr>
        <p:spPr>
          <a:xfrm>
            <a:off x="4512050" y="3376700"/>
            <a:ext cx="4471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Bai Jamjuree"/>
                <a:ea typeface="Bai Jamjuree"/>
                <a:cs typeface="Bai Jamjuree"/>
                <a:sym typeface="Bai Jamjuree"/>
              </a:rPr>
              <a:t>Source: </a:t>
            </a:r>
            <a:r>
              <a:rPr lang="en" sz="1000" u="sng">
                <a:solidFill>
                  <a:schemeClr val="hlink"/>
                </a:solidFill>
                <a:latin typeface="Bai Jamjuree"/>
                <a:ea typeface="Bai Jamjuree"/>
                <a:cs typeface="Bai Jamjuree"/>
                <a:sym typeface="Bai Jamjuree"/>
                <a:hlinkClick r:id="rId6"/>
              </a:rPr>
              <a:t>Paper 2</a:t>
            </a:r>
            <a:endParaRPr sz="1000">
              <a:solidFill>
                <a:schemeClr val="lt1"/>
              </a:solidFill>
              <a:latin typeface="Bai Jamjuree"/>
              <a:ea typeface="Bai Jamjuree"/>
              <a:cs typeface="Bai Jamjuree"/>
              <a:sym typeface="Bai Jamjuree"/>
            </a:endParaRPr>
          </a:p>
        </p:txBody>
      </p:sp>
      <p:sp>
        <p:nvSpPr>
          <p:cNvPr id="3010" name="Google Shape;3010;p66"/>
          <p:cNvSpPr txBox="1"/>
          <p:nvPr/>
        </p:nvSpPr>
        <p:spPr>
          <a:xfrm>
            <a:off x="5019800" y="893350"/>
            <a:ext cx="34557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chemeClr val="dk2"/>
                </a:solidFill>
                <a:latin typeface="Bai Jamjuree"/>
                <a:ea typeface="Bai Jamjuree"/>
                <a:cs typeface="Bai Jamjuree"/>
                <a:sym typeface="Bai Jamjuree"/>
              </a:rPr>
              <a:t>Previous Work</a:t>
            </a:r>
            <a:r>
              <a:rPr b="1" lang="en" sz="1800">
                <a:solidFill>
                  <a:schemeClr val="dk2"/>
                </a:solidFill>
                <a:latin typeface="Bai Jamjuree"/>
                <a:ea typeface="Bai Jamjuree"/>
                <a:cs typeface="Bai Jamjuree"/>
                <a:sym typeface="Bai Jamjuree"/>
              </a:rPr>
              <a:t> </a:t>
            </a:r>
            <a:endParaRPr b="1" sz="1800">
              <a:solidFill>
                <a:schemeClr val="dk2"/>
              </a:solidFill>
              <a:latin typeface="Bai Jamjuree"/>
              <a:ea typeface="Bai Jamjuree"/>
              <a:cs typeface="Bai Jamjuree"/>
              <a:sym typeface="Bai Jamjuree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2" presetSubtype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30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0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0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0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0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0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14" name="Shape 30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5" name="Google Shape;3015;p67"/>
          <p:cNvSpPr txBox="1"/>
          <p:nvPr>
            <p:ph type="title"/>
          </p:nvPr>
        </p:nvSpPr>
        <p:spPr>
          <a:xfrm>
            <a:off x="715500" y="309650"/>
            <a:ext cx="7713000" cy="4206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Model Evaluate</a:t>
            </a:r>
            <a:endParaRPr/>
          </a:p>
        </p:txBody>
      </p:sp>
      <p:graphicFrame>
        <p:nvGraphicFramePr>
          <p:cNvPr id="3016" name="Google Shape;3016;p67"/>
          <p:cNvGraphicFramePr/>
          <p:nvPr/>
        </p:nvGraphicFramePr>
        <p:xfrm>
          <a:off x="1551038" y="914024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{579A2327-23B5-4BA6-82C2-469AD99666FD}</a:tableStyleId>
              </a:tblPr>
              <a:tblGrid>
                <a:gridCol w="1670875"/>
                <a:gridCol w="1403525"/>
                <a:gridCol w="1495250"/>
                <a:gridCol w="1472250"/>
              </a:tblGrid>
              <a:tr h="5825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2"/>
                          </a:solidFill>
                          <a:latin typeface="Aldrich"/>
                          <a:ea typeface="Aldrich"/>
                          <a:cs typeface="Aldrich"/>
                          <a:sym typeface="Aldrich"/>
                        </a:rPr>
                        <a:t>Model</a:t>
                      </a:r>
                      <a:endParaRPr sz="600">
                        <a:solidFill>
                          <a:schemeClr val="lt1"/>
                        </a:solidFill>
                        <a:latin typeface="Bai Jamjuree"/>
                        <a:ea typeface="Bai Jamjuree"/>
                        <a:cs typeface="Bai Jamjuree"/>
                        <a:sym typeface="Bai Jamjuree"/>
                      </a:endParaRPr>
                    </a:p>
                  </a:txBody>
                  <a:tcPr marT="91425" marB="91425" marR="162000" marL="126000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2"/>
                          </a:solidFill>
                          <a:latin typeface="Aldrich"/>
                          <a:ea typeface="Aldrich"/>
                          <a:cs typeface="Aldrich"/>
                          <a:sym typeface="Aldrich"/>
                        </a:rPr>
                        <a:t>InceptionV3</a:t>
                      </a:r>
                      <a:endParaRPr sz="1300">
                        <a:solidFill>
                          <a:schemeClr val="dk2"/>
                        </a:solidFill>
                        <a:latin typeface="Aldrich"/>
                        <a:ea typeface="Aldrich"/>
                        <a:cs typeface="Aldrich"/>
                        <a:sym typeface="Aldrich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2"/>
                          </a:solidFill>
                          <a:latin typeface="Aldrich"/>
                          <a:ea typeface="Aldrich"/>
                          <a:cs typeface="Aldrich"/>
                          <a:sym typeface="Aldrich"/>
                        </a:rPr>
                        <a:t>ResNet50V2</a:t>
                      </a:r>
                      <a:endParaRPr sz="1300">
                        <a:solidFill>
                          <a:schemeClr val="dk2"/>
                        </a:solidFill>
                        <a:latin typeface="Aldrich"/>
                        <a:ea typeface="Aldrich"/>
                        <a:cs typeface="Aldrich"/>
                        <a:sym typeface="Aldrich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2"/>
                          </a:solidFill>
                          <a:latin typeface="Aldrich"/>
                          <a:ea typeface="Aldrich"/>
                          <a:cs typeface="Aldrich"/>
                          <a:sym typeface="Aldrich"/>
                        </a:rPr>
                        <a:t>ConvNeXt-Tiny</a:t>
                      </a:r>
                      <a:endParaRPr sz="1300">
                        <a:solidFill>
                          <a:schemeClr val="dk2"/>
                        </a:solidFill>
                        <a:latin typeface="Aldrich"/>
                        <a:ea typeface="Aldrich"/>
                        <a:cs typeface="Aldrich"/>
                        <a:sym typeface="Aldrich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25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lt1"/>
                          </a:solidFill>
                          <a:latin typeface="Bai Jamjuree"/>
                          <a:ea typeface="Bai Jamjuree"/>
                          <a:cs typeface="Bai Jamjuree"/>
                          <a:sym typeface="Bai Jamjuree"/>
                        </a:rPr>
                        <a:t>Test Loss</a:t>
                      </a:r>
                      <a:endParaRPr sz="1200">
                        <a:solidFill>
                          <a:schemeClr val="lt1"/>
                        </a:solidFill>
                        <a:latin typeface="Bai Jamjuree"/>
                        <a:ea typeface="Bai Jamjuree"/>
                        <a:cs typeface="Bai Jamjuree"/>
                        <a:sym typeface="Bai Jamjuree"/>
                      </a:endParaRPr>
                    </a:p>
                  </a:txBody>
                  <a:tcPr marT="91425" marB="91425" marR="162000" marL="126000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lt1"/>
                          </a:solidFill>
                          <a:latin typeface="Bai Jamjuree"/>
                          <a:ea typeface="Bai Jamjuree"/>
                          <a:cs typeface="Bai Jamjuree"/>
                          <a:sym typeface="Bai Jamjuree"/>
                        </a:rPr>
                        <a:t>0.03</a:t>
                      </a:r>
                      <a:endParaRPr sz="1200">
                        <a:solidFill>
                          <a:schemeClr val="lt1"/>
                        </a:solidFill>
                        <a:latin typeface="Bai Jamjuree"/>
                        <a:ea typeface="Bai Jamjuree"/>
                        <a:cs typeface="Bai Jamjuree"/>
                        <a:sym typeface="Bai Jamjuree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lt1"/>
                          </a:solidFill>
                          <a:latin typeface="Bai Jamjuree"/>
                          <a:ea typeface="Bai Jamjuree"/>
                          <a:cs typeface="Bai Jamjuree"/>
                          <a:sym typeface="Bai Jamjuree"/>
                        </a:rPr>
                        <a:t>0.05</a:t>
                      </a:r>
                      <a:endParaRPr sz="1200">
                        <a:solidFill>
                          <a:schemeClr val="lt1"/>
                        </a:solidFill>
                        <a:latin typeface="Bai Jamjuree"/>
                        <a:ea typeface="Bai Jamjuree"/>
                        <a:cs typeface="Bai Jamjuree"/>
                        <a:sym typeface="Bai Jamjuree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lt1"/>
                          </a:solidFill>
                          <a:latin typeface="Bai Jamjuree"/>
                          <a:ea typeface="Bai Jamjuree"/>
                          <a:cs typeface="Bai Jamjuree"/>
                          <a:sym typeface="Bai Jamjuree"/>
                        </a:rPr>
                        <a:t>0.15</a:t>
                      </a:r>
                      <a:endParaRPr sz="1200">
                        <a:solidFill>
                          <a:schemeClr val="lt1"/>
                        </a:solidFill>
                        <a:latin typeface="Bai Jamjuree"/>
                        <a:ea typeface="Bai Jamjuree"/>
                        <a:cs typeface="Bai Jamjuree"/>
                        <a:sym typeface="Bai Jamjuree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25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200">
                          <a:solidFill>
                            <a:schemeClr val="lt1"/>
                          </a:solidFill>
                          <a:latin typeface="Bai Jamjuree"/>
                          <a:ea typeface="Bai Jamjuree"/>
                          <a:cs typeface="Bai Jamjuree"/>
                          <a:sym typeface="Bai Jamjuree"/>
                        </a:rPr>
                        <a:t>Test F1 Score </a:t>
                      </a:r>
                      <a:endParaRPr sz="1200">
                        <a:solidFill>
                          <a:schemeClr val="lt1"/>
                        </a:solidFill>
                        <a:latin typeface="Bai Jamjuree"/>
                        <a:ea typeface="Bai Jamjuree"/>
                        <a:cs typeface="Bai Jamjuree"/>
                        <a:sym typeface="Bai Jamjuree"/>
                      </a:endParaRPr>
                    </a:p>
                  </a:txBody>
                  <a:tcPr marT="91425" marB="91425" marR="162000" marL="126000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lt1"/>
                          </a:solidFill>
                          <a:latin typeface="Bai Jamjuree"/>
                          <a:ea typeface="Bai Jamjuree"/>
                          <a:cs typeface="Bai Jamjuree"/>
                          <a:sym typeface="Bai Jamjuree"/>
                        </a:rPr>
                        <a:t>0.99</a:t>
                      </a:r>
                      <a:endParaRPr sz="1200">
                        <a:solidFill>
                          <a:schemeClr val="lt1"/>
                        </a:solidFill>
                        <a:latin typeface="Bai Jamjuree"/>
                        <a:ea typeface="Bai Jamjuree"/>
                        <a:cs typeface="Bai Jamjuree"/>
                        <a:sym typeface="Bai Jamjuree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lt1"/>
                          </a:solidFill>
                          <a:latin typeface="Bai Jamjuree"/>
                          <a:ea typeface="Bai Jamjuree"/>
                          <a:cs typeface="Bai Jamjuree"/>
                          <a:sym typeface="Bai Jamjuree"/>
                        </a:rPr>
                        <a:t>0.98</a:t>
                      </a:r>
                      <a:endParaRPr sz="1200">
                        <a:solidFill>
                          <a:schemeClr val="lt1"/>
                        </a:solidFill>
                        <a:latin typeface="Bai Jamjuree"/>
                        <a:ea typeface="Bai Jamjuree"/>
                        <a:cs typeface="Bai Jamjuree"/>
                        <a:sym typeface="Bai Jamjuree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lt1"/>
                          </a:solidFill>
                          <a:latin typeface="Bai Jamjuree"/>
                          <a:ea typeface="Bai Jamjuree"/>
                          <a:cs typeface="Bai Jamjuree"/>
                          <a:sym typeface="Bai Jamjuree"/>
                        </a:rPr>
                        <a:t>0.96</a:t>
                      </a:r>
                      <a:endParaRPr sz="1200">
                        <a:solidFill>
                          <a:schemeClr val="lt1"/>
                        </a:solidFill>
                        <a:latin typeface="Bai Jamjuree"/>
                        <a:ea typeface="Bai Jamjuree"/>
                        <a:cs typeface="Bai Jamjuree"/>
                        <a:sym typeface="Bai Jamjuree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id="3017" name="Google Shape;3017;p6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327864" y="-365800"/>
            <a:ext cx="2527512" cy="2681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18" name="Google Shape;3018;p6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53375" y="2409025"/>
            <a:ext cx="3048000" cy="2274776"/>
          </a:xfrm>
          <a:prstGeom prst="rect">
            <a:avLst/>
          </a:prstGeom>
          <a:noFill/>
          <a:ln>
            <a:noFill/>
          </a:ln>
        </p:spPr>
      </p:pic>
      <p:pic>
        <p:nvPicPr>
          <p:cNvPr id="3019" name="Google Shape;3019;p6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244225" y="2409025"/>
            <a:ext cx="2790549" cy="2274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20" name="Google Shape;3020;p6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987150" y="2408000"/>
            <a:ext cx="2924450" cy="2276800"/>
          </a:xfrm>
          <a:prstGeom prst="rect">
            <a:avLst/>
          </a:prstGeom>
          <a:noFill/>
          <a:ln>
            <a:noFill/>
          </a:ln>
        </p:spPr>
      </p:pic>
      <p:sp>
        <p:nvSpPr>
          <p:cNvPr id="3021" name="Google Shape;3021;p67"/>
          <p:cNvSpPr txBox="1"/>
          <p:nvPr/>
        </p:nvSpPr>
        <p:spPr>
          <a:xfrm>
            <a:off x="253375" y="4682775"/>
            <a:ext cx="8658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45720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  <a:latin typeface="Aldrich"/>
                <a:ea typeface="Aldrich"/>
                <a:cs typeface="Aldrich"/>
                <a:sym typeface="Aldrich"/>
              </a:rPr>
              <a:t>InceptionV3				ResNet50V2				 ConvNeXt-Tiny</a:t>
            </a:r>
            <a:endParaRPr b="1">
              <a:solidFill>
                <a:schemeClr val="lt1"/>
              </a:solidFill>
              <a:latin typeface="Aldrich"/>
              <a:ea typeface="Aldrich"/>
              <a:cs typeface="Aldrich"/>
              <a:sym typeface="Aldrich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30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30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0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25" name="Shape 30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6" name="Google Shape;3026;p68"/>
          <p:cNvSpPr txBox="1"/>
          <p:nvPr>
            <p:ph type="title"/>
          </p:nvPr>
        </p:nvSpPr>
        <p:spPr>
          <a:xfrm>
            <a:off x="715500" y="233450"/>
            <a:ext cx="7713000" cy="4206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Training History Plot</a:t>
            </a:r>
            <a:endParaRPr/>
          </a:p>
        </p:txBody>
      </p:sp>
      <p:pic>
        <p:nvPicPr>
          <p:cNvPr id="3027" name="Google Shape;3027;p6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327864" y="-365800"/>
            <a:ext cx="2527512" cy="2681250"/>
          </a:xfrm>
          <a:prstGeom prst="rect">
            <a:avLst/>
          </a:prstGeom>
          <a:noFill/>
          <a:ln>
            <a:noFill/>
          </a:ln>
        </p:spPr>
      </p:pic>
      <p:sp>
        <p:nvSpPr>
          <p:cNvPr id="3028" name="Google Shape;3028;p68"/>
          <p:cNvSpPr txBox="1"/>
          <p:nvPr/>
        </p:nvSpPr>
        <p:spPr>
          <a:xfrm>
            <a:off x="395250" y="4768500"/>
            <a:ext cx="8658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  <a:latin typeface="Aldrich"/>
                <a:ea typeface="Aldrich"/>
                <a:cs typeface="Aldrich"/>
                <a:sym typeface="Aldrich"/>
              </a:rPr>
              <a:t>ResNet50V2	</a:t>
            </a:r>
            <a:endParaRPr b="1">
              <a:solidFill>
                <a:schemeClr val="lt1"/>
              </a:solidFill>
              <a:latin typeface="Aldrich"/>
              <a:ea typeface="Aldrich"/>
              <a:cs typeface="Aldrich"/>
              <a:sym typeface="Aldrich"/>
            </a:endParaRPr>
          </a:p>
        </p:txBody>
      </p:sp>
      <p:pic>
        <p:nvPicPr>
          <p:cNvPr id="3029" name="Google Shape;3029;p6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10625" y="811225"/>
            <a:ext cx="7543798" cy="1879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030" name="Google Shape;3030;p6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10625" y="2979425"/>
            <a:ext cx="7543798" cy="1879575"/>
          </a:xfrm>
          <a:prstGeom prst="rect">
            <a:avLst/>
          </a:prstGeom>
          <a:noFill/>
          <a:ln>
            <a:noFill/>
          </a:ln>
        </p:spPr>
      </p:pic>
      <p:sp>
        <p:nvSpPr>
          <p:cNvPr id="3031" name="Google Shape;3031;p68"/>
          <p:cNvSpPr txBox="1"/>
          <p:nvPr/>
        </p:nvSpPr>
        <p:spPr>
          <a:xfrm>
            <a:off x="1882225" y="2636525"/>
            <a:ext cx="5400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  <a:latin typeface="Aldrich"/>
                <a:ea typeface="Aldrich"/>
                <a:cs typeface="Aldrich"/>
                <a:sym typeface="Aldrich"/>
              </a:rPr>
              <a:t>InceptionV3</a:t>
            </a:r>
            <a:endParaRPr>
              <a:solidFill>
                <a:schemeClr val="lt1"/>
              </a:solidFill>
              <a:latin typeface="Bai Jamjuree"/>
              <a:ea typeface="Bai Jamjuree"/>
              <a:cs typeface="Bai Jamjuree"/>
              <a:sym typeface="Bai Jamjuree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30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30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35" name="Shape 30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6" name="Google Shape;3036;p69"/>
          <p:cNvSpPr txBox="1"/>
          <p:nvPr>
            <p:ph type="title"/>
          </p:nvPr>
        </p:nvSpPr>
        <p:spPr>
          <a:xfrm>
            <a:off x="715500" y="233450"/>
            <a:ext cx="7713000" cy="4206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Model </a:t>
            </a:r>
            <a:r>
              <a:rPr lang="en"/>
              <a:t>Comparison</a:t>
            </a:r>
            <a:endParaRPr/>
          </a:p>
        </p:txBody>
      </p:sp>
      <p:pic>
        <p:nvPicPr>
          <p:cNvPr id="3037" name="Google Shape;3037;p6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327864" y="-365800"/>
            <a:ext cx="2527512" cy="2681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38" name="Google Shape;3038;p6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5250" y="806450"/>
            <a:ext cx="8963025" cy="42636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30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30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42" name="Shape 30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3" name="Google Shape;3043;p70"/>
          <p:cNvSpPr txBox="1"/>
          <p:nvPr>
            <p:ph type="title"/>
          </p:nvPr>
        </p:nvSpPr>
        <p:spPr>
          <a:xfrm>
            <a:off x="715500" y="471575"/>
            <a:ext cx="7713000" cy="4206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Which Model is Best?</a:t>
            </a:r>
            <a:endParaRPr/>
          </a:p>
        </p:txBody>
      </p:sp>
      <p:pic>
        <p:nvPicPr>
          <p:cNvPr id="3044" name="Google Shape;3044;p70"/>
          <p:cNvPicPr preferRelativeResize="0"/>
          <p:nvPr/>
        </p:nvPicPr>
        <p:blipFill rotWithShape="1">
          <a:blip r:embed="rId3">
            <a:alphaModFix/>
          </a:blip>
          <a:srcRect b="0" l="-48330" r="48330" t="0"/>
          <a:stretch/>
        </p:blipFill>
        <p:spPr>
          <a:xfrm>
            <a:off x="6616489" y="-1431875"/>
            <a:ext cx="2527512" cy="2681250"/>
          </a:xfrm>
          <a:prstGeom prst="rect">
            <a:avLst/>
          </a:prstGeom>
          <a:noFill/>
          <a:ln>
            <a:noFill/>
          </a:ln>
        </p:spPr>
      </p:pic>
      <p:sp>
        <p:nvSpPr>
          <p:cNvPr id="3045" name="Google Shape;3045;p70"/>
          <p:cNvSpPr/>
          <p:nvPr/>
        </p:nvSpPr>
        <p:spPr>
          <a:xfrm>
            <a:off x="7770424" y="4641864"/>
            <a:ext cx="356100" cy="3561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46" name="Google Shape;3046;p70"/>
          <p:cNvSpPr/>
          <p:nvPr/>
        </p:nvSpPr>
        <p:spPr>
          <a:xfrm rot="-5400000">
            <a:off x="7837924" y="4715039"/>
            <a:ext cx="221100" cy="182100"/>
          </a:xfrm>
          <a:prstGeom prst="homePlate">
            <a:avLst>
              <a:gd fmla="val 50000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47" name="Google Shape;3047;p70">
            <a:hlinkClick/>
          </p:cNvPr>
          <p:cNvSpPr/>
          <p:nvPr/>
        </p:nvSpPr>
        <p:spPr>
          <a:xfrm>
            <a:off x="7770424" y="4641864"/>
            <a:ext cx="356100" cy="356100"/>
          </a:xfrm>
          <a:prstGeom prst="ellipse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48" name="Google Shape;3048;p70">
            <a:hlinkClick action="ppaction://hlinkshowjump?jump=previousslide"/>
          </p:cNvPr>
          <p:cNvSpPr/>
          <p:nvPr/>
        </p:nvSpPr>
        <p:spPr>
          <a:xfrm>
            <a:off x="7462717" y="4728472"/>
            <a:ext cx="158147" cy="182899"/>
          </a:xfrm>
          <a:custGeom>
            <a:rect b="b" l="l" r="r" t="t"/>
            <a:pathLst>
              <a:path extrusionOk="0" h="3993" w="3453">
                <a:moveTo>
                  <a:pt x="3453" y="0"/>
                </a:moveTo>
                <a:lnTo>
                  <a:pt x="0" y="2006"/>
                </a:lnTo>
                <a:lnTo>
                  <a:pt x="3453" y="3993"/>
                </a:lnTo>
                <a:lnTo>
                  <a:pt x="3453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49" name="Google Shape;3049;p70">
            <a:hlinkClick action="ppaction://hlinkshowjump?jump=nextslide"/>
          </p:cNvPr>
          <p:cNvSpPr/>
          <p:nvPr/>
        </p:nvSpPr>
        <p:spPr>
          <a:xfrm flipH="1">
            <a:off x="8276954" y="4728472"/>
            <a:ext cx="157277" cy="182899"/>
          </a:xfrm>
          <a:custGeom>
            <a:rect b="b" l="l" r="r" t="t"/>
            <a:pathLst>
              <a:path extrusionOk="0" h="3993" w="3434">
                <a:moveTo>
                  <a:pt x="3434" y="0"/>
                </a:moveTo>
                <a:lnTo>
                  <a:pt x="1" y="2006"/>
                </a:lnTo>
                <a:lnTo>
                  <a:pt x="3434" y="3993"/>
                </a:lnTo>
                <a:lnTo>
                  <a:pt x="3434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3050" name="Google Shape;3050;p70"/>
          <p:cNvGraphicFramePr/>
          <p:nvPr/>
        </p:nvGraphicFramePr>
        <p:xfrm>
          <a:off x="5401800" y="12001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{9B331E54-34D4-4D80-91F4-2A16977004CE}</a:tableStyleId>
              </a:tblPr>
              <a:tblGrid>
                <a:gridCol w="1016200"/>
                <a:gridCol w="1344500"/>
                <a:gridCol w="1344500"/>
              </a:tblGrid>
              <a:tr h="1905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chemeClr val="dk2"/>
                          </a:solidFill>
                          <a:latin typeface="Bai Jamjuree"/>
                          <a:ea typeface="Bai Jamjuree"/>
                          <a:cs typeface="Bai Jamjuree"/>
                          <a:sym typeface="Bai Jamjuree"/>
                        </a:rPr>
                        <a:t>Metric</a:t>
                      </a:r>
                      <a:endParaRPr b="1" sz="1100">
                        <a:solidFill>
                          <a:schemeClr val="dk2"/>
                        </a:solidFill>
                        <a:latin typeface="Bai Jamjuree"/>
                        <a:ea typeface="Bai Jamjuree"/>
                        <a:cs typeface="Bai Jamjuree"/>
                        <a:sym typeface="Bai Jamjuree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chemeClr val="dk2"/>
                          </a:solidFill>
                          <a:latin typeface="Bai Jamjuree"/>
                          <a:ea typeface="Bai Jamjuree"/>
                          <a:cs typeface="Bai Jamjuree"/>
                          <a:sym typeface="Bai Jamjuree"/>
                        </a:rPr>
                        <a:t>InceptionV3</a:t>
                      </a:r>
                      <a:endParaRPr b="1" sz="1100">
                        <a:solidFill>
                          <a:schemeClr val="dk2"/>
                        </a:solidFill>
                        <a:latin typeface="Bai Jamjuree"/>
                        <a:ea typeface="Bai Jamjuree"/>
                        <a:cs typeface="Bai Jamjuree"/>
                        <a:sym typeface="Bai Jamjuree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chemeClr val="dk2"/>
                          </a:solidFill>
                          <a:latin typeface="Bai Jamjuree"/>
                          <a:ea typeface="Bai Jamjuree"/>
                          <a:cs typeface="Bai Jamjuree"/>
                          <a:sym typeface="Bai Jamjuree"/>
                        </a:rPr>
                        <a:t>ResNet50V2</a:t>
                      </a:r>
                      <a:endParaRPr b="1" sz="1100">
                        <a:solidFill>
                          <a:schemeClr val="dk2"/>
                        </a:solidFill>
                        <a:latin typeface="Bai Jamjuree"/>
                        <a:ea typeface="Bai Jamjuree"/>
                        <a:cs typeface="Bai Jamjuree"/>
                        <a:sym typeface="Bai Jamjuree"/>
                      </a:endParaRPr>
                    </a:p>
                  </a:txBody>
                  <a:tcPr marT="91425" marB="91425" marR="91425" marL="91425"/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chemeClr val="lt1"/>
                          </a:solidFill>
                          <a:latin typeface="Bai Jamjuree"/>
                          <a:ea typeface="Bai Jamjuree"/>
                          <a:cs typeface="Bai Jamjuree"/>
                          <a:sym typeface="Bai Jamjuree"/>
                        </a:rPr>
                        <a:t>Precision</a:t>
                      </a:r>
                      <a:endParaRPr b="1" sz="1100">
                        <a:solidFill>
                          <a:schemeClr val="lt1"/>
                        </a:solidFill>
                        <a:latin typeface="Bai Jamjuree"/>
                        <a:ea typeface="Bai Jamjuree"/>
                        <a:cs typeface="Bai Jamjuree"/>
                        <a:sym typeface="Bai Jamjuree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lt1"/>
                          </a:solidFill>
                          <a:latin typeface="Bai Jamjuree"/>
                          <a:ea typeface="Bai Jamjuree"/>
                          <a:cs typeface="Bai Jamjuree"/>
                          <a:sym typeface="Bai Jamjuree"/>
                        </a:rPr>
                        <a:t>0.99 / 0.99</a:t>
                      </a:r>
                      <a:endParaRPr sz="1000">
                        <a:solidFill>
                          <a:schemeClr val="lt1"/>
                        </a:solidFill>
                        <a:latin typeface="Bai Jamjuree"/>
                        <a:ea typeface="Bai Jamjuree"/>
                        <a:cs typeface="Bai Jamjuree"/>
                        <a:sym typeface="Bai Jamjuree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lt1"/>
                          </a:solidFill>
                          <a:latin typeface="Bai Jamjuree"/>
                          <a:ea typeface="Bai Jamjuree"/>
                          <a:cs typeface="Bai Jamjuree"/>
                          <a:sym typeface="Bai Jamjuree"/>
                        </a:rPr>
                        <a:t>0.99 / 0.96</a:t>
                      </a:r>
                      <a:endParaRPr sz="1000">
                        <a:solidFill>
                          <a:schemeClr val="lt1"/>
                        </a:solidFill>
                        <a:latin typeface="Bai Jamjuree"/>
                        <a:ea typeface="Bai Jamjuree"/>
                        <a:cs typeface="Bai Jamjuree"/>
                        <a:sym typeface="Bai Jamjuree"/>
                      </a:endParaRPr>
                    </a:p>
                  </a:txBody>
                  <a:tcPr marT="91425" marB="91425" marR="91425" marL="91425"/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chemeClr val="lt1"/>
                          </a:solidFill>
                          <a:latin typeface="Bai Jamjuree"/>
                          <a:ea typeface="Bai Jamjuree"/>
                          <a:cs typeface="Bai Jamjuree"/>
                          <a:sym typeface="Bai Jamjuree"/>
                        </a:rPr>
                        <a:t>Recall</a:t>
                      </a:r>
                      <a:endParaRPr b="1" sz="1100">
                        <a:solidFill>
                          <a:schemeClr val="lt1"/>
                        </a:solidFill>
                        <a:latin typeface="Bai Jamjuree"/>
                        <a:ea typeface="Bai Jamjuree"/>
                        <a:cs typeface="Bai Jamjuree"/>
                        <a:sym typeface="Bai Jamjuree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lt1"/>
                          </a:solidFill>
                          <a:latin typeface="Bai Jamjuree"/>
                          <a:ea typeface="Bai Jamjuree"/>
                          <a:cs typeface="Bai Jamjuree"/>
                          <a:sym typeface="Bai Jamjuree"/>
                        </a:rPr>
                        <a:t>0.99 / 0.99</a:t>
                      </a:r>
                      <a:endParaRPr sz="1000">
                        <a:solidFill>
                          <a:schemeClr val="lt1"/>
                        </a:solidFill>
                        <a:latin typeface="Bai Jamjuree"/>
                        <a:ea typeface="Bai Jamjuree"/>
                        <a:cs typeface="Bai Jamjuree"/>
                        <a:sym typeface="Bai Jamjuree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lt1"/>
                          </a:solidFill>
                          <a:latin typeface="Bai Jamjuree"/>
                          <a:ea typeface="Bai Jamjuree"/>
                          <a:cs typeface="Bai Jamjuree"/>
                          <a:sym typeface="Bai Jamjuree"/>
                        </a:rPr>
                        <a:t>0.96 / 0.99</a:t>
                      </a:r>
                      <a:endParaRPr sz="1000">
                        <a:solidFill>
                          <a:schemeClr val="lt1"/>
                        </a:solidFill>
                        <a:latin typeface="Bai Jamjuree"/>
                        <a:ea typeface="Bai Jamjuree"/>
                        <a:cs typeface="Bai Jamjuree"/>
                        <a:sym typeface="Bai Jamjuree"/>
                      </a:endParaRPr>
                    </a:p>
                  </a:txBody>
                  <a:tcPr marT="91425" marB="91425" marR="91425" marL="91425"/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chemeClr val="lt1"/>
                          </a:solidFill>
                          <a:latin typeface="Bai Jamjuree"/>
                          <a:ea typeface="Bai Jamjuree"/>
                          <a:cs typeface="Bai Jamjuree"/>
                          <a:sym typeface="Bai Jamjuree"/>
                        </a:rPr>
                        <a:t>F1-Score</a:t>
                      </a:r>
                      <a:endParaRPr b="1" sz="1100">
                        <a:solidFill>
                          <a:schemeClr val="lt1"/>
                        </a:solidFill>
                        <a:latin typeface="Bai Jamjuree"/>
                        <a:ea typeface="Bai Jamjuree"/>
                        <a:cs typeface="Bai Jamjuree"/>
                        <a:sym typeface="Bai Jamjuree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lt1"/>
                          </a:solidFill>
                          <a:latin typeface="Bai Jamjuree"/>
                          <a:ea typeface="Bai Jamjuree"/>
                          <a:cs typeface="Bai Jamjuree"/>
                          <a:sym typeface="Bai Jamjuree"/>
                        </a:rPr>
                        <a:t>0.99 / 0.99</a:t>
                      </a:r>
                      <a:endParaRPr sz="1000">
                        <a:solidFill>
                          <a:schemeClr val="lt1"/>
                        </a:solidFill>
                        <a:latin typeface="Bai Jamjuree"/>
                        <a:ea typeface="Bai Jamjuree"/>
                        <a:cs typeface="Bai Jamjuree"/>
                        <a:sym typeface="Bai Jamjuree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lt1"/>
                          </a:solidFill>
                          <a:latin typeface="Bai Jamjuree"/>
                          <a:ea typeface="Bai Jamjuree"/>
                          <a:cs typeface="Bai Jamjuree"/>
                          <a:sym typeface="Bai Jamjuree"/>
                        </a:rPr>
                        <a:t>0.98 / 0.98</a:t>
                      </a:r>
                      <a:endParaRPr sz="1000">
                        <a:solidFill>
                          <a:schemeClr val="lt1"/>
                        </a:solidFill>
                        <a:latin typeface="Bai Jamjuree"/>
                        <a:ea typeface="Bai Jamjuree"/>
                        <a:cs typeface="Bai Jamjuree"/>
                        <a:sym typeface="Bai Jamjuree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3051" name="Google Shape;3051;p70"/>
          <p:cNvSpPr txBox="1"/>
          <p:nvPr/>
        </p:nvSpPr>
        <p:spPr>
          <a:xfrm>
            <a:off x="619125" y="1125550"/>
            <a:ext cx="4572000" cy="166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Bai Jamjuree"/>
              <a:buChar char="➢"/>
            </a:pPr>
            <a:r>
              <a:rPr lang="en" sz="1200">
                <a:solidFill>
                  <a:schemeClr val="lt1"/>
                </a:solidFill>
                <a:latin typeface="Bai Jamjuree"/>
                <a:ea typeface="Bai Jamjuree"/>
                <a:cs typeface="Bai Jamjuree"/>
                <a:sym typeface="Bai Jamjuree"/>
              </a:rPr>
              <a:t>InceptionV3 is </a:t>
            </a:r>
            <a:r>
              <a:rPr b="1" lang="en" sz="1200">
                <a:solidFill>
                  <a:schemeClr val="lt1"/>
                </a:solidFill>
                <a:latin typeface="Bai Jamjuree"/>
                <a:ea typeface="Bai Jamjuree"/>
                <a:cs typeface="Bai Jamjuree"/>
                <a:sym typeface="Bai Jamjuree"/>
              </a:rPr>
              <a:t>more balanced</a:t>
            </a:r>
            <a:r>
              <a:rPr lang="en" sz="1200">
                <a:solidFill>
                  <a:schemeClr val="lt1"/>
                </a:solidFill>
                <a:latin typeface="Bai Jamjuree"/>
                <a:ea typeface="Bai Jamjuree"/>
                <a:cs typeface="Bai Jamjuree"/>
                <a:sym typeface="Bai Jamjuree"/>
              </a:rPr>
              <a:t> — it achieves high precision, recall, and F1 for both classes.</a:t>
            </a:r>
            <a:endParaRPr sz="1200">
              <a:solidFill>
                <a:schemeClr val="lt1"/>
              </a:solidFill>
              <a:latin typeface="Bai Jamjuree"/>
              <a:ea typeface="Bai Jamjuree"/>
              <a:cs typeface="Bai Jamjuree"/>
              <a:sym typeface="Bai Jamjuree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Bai Jamjuree"/>
              <a:ea typeface="Bai Jamjuree"/>
              <a:cs typeface="Bai Jamjuree"/>
              <a:sym typeface="Bai Jamjuree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Bai Jamjuree"/>
              <a:buChar char="➢"/>
            </a:pPr>
            <a:r>
              <a:rPr lang="en" sz="1200">
                <a:solidFill>
                  <a:schemeClr val="lt1"/>
                </a:solidFill>
                <a:latin typeface="Bai Jamjuree"/>
                <a:ea typeface="Bai Jamjuree"/>
                <a:cs typeface="Bai Jamjuree"/>
                <a:sym typeface="Bai Jamjuree"/>
              </a:rPr>
              <a:t>ResNet50V2 shows a trade-off:</a:t>
            </a:r>
            <a:endParaRPr sz="1200">
              <a:solidFill>
                <a:schemeClr val="lt1"/>
              </a:solidFill>
              <a:latin typeface="Bai Jamjuree"/>
              <a:ea typeface="Bai Jamjuree"/>
              <a:cs typeface="Bai Jamjuree"/>
              <a:sym typeface="Bai Jamjuree"/>
            </a:endParaRPr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Bai Jamjuree"/>
              <a:buChar char="○"/>
            </a:pPr>
            <a:r>
              <a:rPr lang="en" sz="1200">
                <a:solidFill>
                  <a:schemeClr val="lt1"/>
                </a:solidFill>
                <a:latin typeface="Bai Jamjuree"/>
                <a:ea typeface="Bai Jamjuree"/>
                <a:cs typeface="Bai Jamjuree"/>
                <a:sym typeface="Bai Jamjuree"/>
              </a:rPr>
              <a:t>High precision for Defective, but lower recall → might miss some defects.</a:t>
            </a:r>
            <a:endParaRPr sz="1200">
              <a:solidFill>
                <a:schemeClr val="lt1"/>
              </a:solidFill>
              <a:latin typeface="Bai Jamjuree"/>
              <a:ea typeface="Bai Jamjuree"/>
              <a:cs typeface="Bai Jamjuree"/>
              <a:sym typeface="Bai Jamjuree"/>
            </a:endParaRPr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Bai Jamjuree"/>
              <a:buChar char="○"/>
            </a:pPr>
            <a:r>
              <a:rPr lang="en" sz="1200">
                <a:solidFill>
                  <a:schemeClr val="lt1"/>
                </a:solidFill>
                <a:latin typeface="Bai Jamjuree"/>
                <a:ea typeface="Bai Jamjuree"/>
                <a:cs typeface="Bai Jamjuree"/>
                <a:sym typeface="Bai Jamjuree"/>
              </a:rPr>
              <a:t>High recall for Non-Defective, but lower precision → might raise false alarms.</a:t>
            </a:r>
            <a:endParaRPr sz="1200">
              <a:solidFill>
                <a:schemeClr val="lt1"/>
              </a:solidFill>
              <a:latin typeface="Bai Jamjuree"/>
              <a:ea typeface="Bai Jamjuree"/>
              <a:cs typeface="Bai Jamjuree"/>
              <a:sym typeface="Bai Jamjuree"/>
            </a:endParaRPr>
          </a:p>
        </p:txBody>
      </p:sp>
      <p:sp>
        <p:nvSpPr>
          <p:cNvPr id="3052" name="Google Shape;3052;p70"/>
          <p:cNvSpPr txBox="1"/>
          <p:nvPr/>
        </p:nvSpPr>
        <p:spPr>
          <a:xfrm>
            <a:off x="619125" y="2742175"/>
            <a:ext cx="6125100" cy="12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Bai Jamjuree"/>
              <a:buChar char="➢"/>
            </a:pPr>
            <a:r>
              <a:rPr lang="en" sz="1200">
                <a:solidFill>
                  <a:schemeClr val="lt1"/>
                </a:solidFill>
                <a:latin typeface="Bai Jamjuree"/>
                <a:ea typeface="Bai Jamjuree"/>
                <a:cs typeface="Bai Jamjuree"/>
                <a:sym typeface="Bai Jamjuree"/>
              </a:rPr>
              <a:t>InceptionV3 has </a:t>
            </a:r>
            <a:r>
              <a:rPr b="1" lang="en" sz="1200">
                <a:solidFill>
                  <a:schemeClr val="lt1"/>
                </a:solidFill>
                <a:latin typeface="Bai Jamjuree"/>
                <a:ea typeface="Bai Jamjuree"/>
                <a:cs typeface="Bai Jamjuree"/>
                <a:sym typeface="Bai Jamjuree"/>
              </a:rPr>
              <a:t>Lower Params </a:t>
            </a:r>
            <a:r>
              <a:rPr lang="en" sz="1200">
                <a:solidFill>
                  <a:schemeClr val="lt1"/>
                </a:solidFill>
                <a:latin typeface="Bai Jamjuree"/>
                <a:ea typeface="Bai Jamjuree"/>
                <a:cs typeface="Bai Jamjuree"/>
                <a:sym typeface="Bai Jamjuree"/>
              </a:rPr>
              <a:t>(~23.9M vs. ~27M)</a:t>
            </a:r>
            <a:endParaRPr sz="1200">
              <a:solidFill>
                <a:schemeClr val="lt1"/>
              </a:solidFill>
              <a:latin typeface="Bai Jamjuree"/>
              <a:ea typeface="Bai Jamjuree"/>
              <a:cs typeface="Bai Jamjuree"/>
              <a:sym typeface="Bai Jamjuree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Bai Jamjuree"/>
              <a:ea typeface="Bai Jamjuree"/>
              <a:cs typeface="Bai Jamjuree"/>
              <a:sym typeface="Bai Jamjuree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Bai Jamjuree"/>
              <a:buChar char="➢"/>
            </a:pPr>
            <a:r>
              <a:rPr b="1" lang="en" sz="1200">
                <a:solidFill>
                  <a:schemeClr val="lt1"/>
                </a:solidFill>
                <a:latin typeface="Bai Jamjuree"/>
                <a:ea typeface="Bai Jamjuree"/>
                <a:cs typeface="Bai Jamjuree"/>
                <a:sym typeface="Bai Jamjuree"/>
              </a:rPr>
              <a:t>Training Time</a:t>
            </a:r>
            <a:r>
              <a:rPr lang="en" sz="1200">
                <a:solidFill>
                  <a:schemeClr val="lt1"/>
                </a:solidFill>
                <a:latin typeface="Bai Jamjuree"/>
                <a:ea typeface="Bai Jamjuree"/>
                <a:cs typeface="Bai Jamjuree"/>
                <a:sym typeface="Bai Jamjuree"/>
              </a:rPr>
              <a:t> Consideration </a:t>
            </a:r>
            <a:endParaRPr sz="1200">
              <a:solidFill>
                <a:schemeClr val="lt1"/>
              </a:solidFill>
              <a:latin typeface="Bai Jamjuree"/>
              <a:ea typeface="Bai Jamjuree"/>
              <a:cs typeface="Bai Jamjuree"/>
              <a:sym typeface="Bai Jamjure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Bai Jamjuree"/>
                <a:ea typeface="Bai Jamjuree"/>
                <a:cs typeface="Bai Jamjuree"/>
                <a:sym typeface="Bai Jamjuree"/>
              </a:rPr>
              <a:t>           ResNet50V2 is faster (~1.8 hrs vs. 3.45 hrs).</a:t>
            </a:r>
            <a:endParaRPr sz="1200">
              <a:solidFill>
                <a:schemeClr val="lt1"/>
              </a:solidFill>
              <a:latin typeface="Bai Jamjuree"/>
              <a:ea typeface="Bai Jamjuree"/>
              <a:cs typeface="Bai Jamjuree"/>
              <a:sym typeface="Bai Jamjure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Bai Jamjuree"/>
              <a:ea typeface="Bai Jamjuree"/>
              <a:cs typeface="Bai Jamjuree"/>
              <a:sym typeface="Bai Jamjuree"/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Bai Jamjuree"/>
                <a:ea typeface="Bai Jamjuree"/>
                <a:cs typeface="Bai Jamjuree"/>
                <a:sym typeface="Bai Jamjuree"/>
              </a:rPr>
              <a:t>But Since training is done very rarely, the training time is not a major concern.</a:t>
            </a:r>
            <a:endParaRPr sz="1200">
              <a:solidFill>
                <a:schemeClr val="lt1"/>
              </a:solidFill>
              <a:latin typeface="Bai Jamjuree"/>
              <a:ea typeface="Bai Jamjuree"/>
              <a:cs typeface="Bai Jamjuree"/>
              <a:sym typeface="Bai Jamjuree"/>
            </a:endParaRPr>
          </a:p>
        </p:txBody>
      </p:sp>
      <p:sp>
        <p:nvSpPr>
          <p:cNvPr id="3053" name="Google Shape;3053;p70"/>
          <p:cNvSpPr txBox="1"/>
          <p:nvPr/>
        </p:nvSpPr>
        <p:spPr>
          <a:xfrm>
            <a:off x="715500" y="3812225"/>
            <a:ext cx="54864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lt1"/>
              </a:solidFill>
              <a:latin typeface="Bai Jamjuree"/>
              <a:ea typeface="Bai Jamjuree"/>
              <a:cs typeface="Bai Jamjuree"/>
              <a:sym typeface="Bai Jamjure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Bai Jamjuree"/>
                <a:ea typeface="Bai Jamjuree"/>
                <a:cs typeface="Bai Jamjuree"/>
                <a:sym typeface="Bai Jamjuree"/>
              </a:rPr>
              <a:t>🏆 </a:t>
            </a:r>
            <a:r>
              <a:rPr b="1" lang="en">
                <a:solidFill>
                  <a:schemeClr val="lt1"/>
                </a:solidFill>
                <a:latin typeface="Bai Jamjuree"/>
                <a:ea typeface="Bai Jamjuree"/>
                <a:cs typeface="Bai Jamjuree"/>
                <a:sym typeface="Bai Jamjuree"/>
              </a:rPr>
              <a:t>InceptionV3</a:t>
            </a:r>
            <a:r>
              <a:rPr lang="en">
                <a:solidFill>
                  <a:schemeClr val="lt1"/>
                </a:solidFill>
                <a:latin typeface="Bai Jamjuree"/>
                <a:ea typeface="Bai Jamjuree"/>
                <a:cs typeface="Bai Jamjuree"/>
                <a:sym typeface="Bai Jamjuree"/>
              </a:rPr>
              <a:t> is the best model overall</a:t>
            </a:r>
            <a:endParaRPr>
              <a:solidFill>
                <a:schemeClr val="lt1"/>
              </a:solidFill>
              <a:latin typeface="Bai Jamjuree"/>
              <a:ea typeface="Bai Jamjuree"/>
              <a:cs typeface="Bai Jamjuree"/>
              <a:sym typeface="Bai Jamjuree"/>
            </a:endParaRPr>
          </a:p>
        </p:txBody>
      </p:sp>
    </p:spTree>
  </p:cSld>
  <p:clrMapOvr>
    <a:masterClrMapping/>
  </p:clrMapOvr>
  <mc:AlternateContent>
    <mc:Choice Requires="p14">
      <p:transition spd="med" p14:dur="600">
        <p:fade thruBlk="1"/>
      </p:transition>
    </mc:Choice>
    <mc:Fallback>
      <p:transition spd="med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2" presetSubtype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30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30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600"/>
                                        <p:tgtEl>
                                          <p:spTgt spid="30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0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0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0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0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57" name="Shape 30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8" name="Google Shape;3058;p71"/>
          <p:cNvSpPr/>
          <p:nvPr/>
        </p:nvSpPr>
        <p:spPr>
          <a:xfrm>
            <a:off x="852473" y="2986630"/>
            <a:ext cx="555517" cy="554294"/>
          </a:xfrm>
          <a:custGeom>
            <a:rect b="b" l="l" r="r" t="t"/>
            <a:pathLst>
              <a:path extrusionOk="0" h="11337" w="11362">
                <a:moveTo>
                  <a:pt x="11362" y="5668"/>
                </a:moveTo>
                <a:cubicBezTo>
                  <a:pt x="11362" y="8798"/>
                  <a:pt x="8823" y="11337"/>
                  <a:pt x="5669" y="11337"/>
                </a:cubicBezTo>
                <a:cubicBezTo>
                  <a:pt x="2539" y="11337"/>
                  <a:pt x="1" y="8798"/>
                  <a:pt x="1" y="5668"/>
                </a:cubicBezTo>
                <a:cubicBezTo>
                  <a:pt x="1" y="2539"/>
                  <a:pt x="2539" y="0"/>
                  <a:pt x="5669" y="0"/>
                </a:cubicBezTo>
                <a:cubicBezTo>
                  <a:pt x="8823" y="0"/>
                  <a:pt x="11362" y="2539"/>
                  <a:pt x="11362" y="5668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59" name="Google Shape;3059;p71"/>
          <p:cNvSpPr/>
          <p:nvPr/>
        </p:nvSpPr>
        <p:spPr>
          <a:xfrm>
            <a:off x="852473" y="2091815"/>
            <a:ext cx="555517" cy="554294"/>
          </a:xfrm>
          <a:custGeom>
            <a:rect b="b" l="l" r="r" t="t"/>
            <a:pathLst>
              <a:path extrusionOk="0" h="11337" w="11362">
                <a:moveTo>
                  <a:pt x="11362" y="5668"/>
                </a:moveTo>
                <a:cubicBezTo>
                  <a:pt x="11362" y="8798"/>
                  <a:pt x="8823" y="11337"/>
                  <a:pt x="5669" y="11337"/>
                </a:cubicBezTo>
                <a:cubicBezTo>
                  <a:pt x="2539" y="11337"/>
                  <a:pt x="1" y="8798"/>
                  <a:pt x="1" y="5668"/>
                </a:cubicBezTo>
                <a:cubicBezTo>
                  <a:pt x="1" y="2539"/>
                  <a:pt x="2539" y="0"/>
                  <a:pt x="5669" y="0"/>
                </a:cubicBezTo>
                <a:cubicBezTo>
                  <a:pt x="8823" y="0"/>
                  <a:pt x="11362" y="2539"/>
                  <a:pt x="11362" y="5668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60" name="Google Shape;3060;p71"/>
          <p:cNvSpPr/>
          <p:nvPr/>
        </p:nvSpPr>
        <p:spPr>
          <a:xfrm>
            <a:off x="852473" y="3881444"/>
            <a:ext cx="555517" cy="554294"/>
          </a:xfrm>
          <a:custGeom>
            <a:rect b="b" l="l" r="r" t="t"/>
            <a:pathLst>
              <a:path extrusionOk="0" h="11337" w="11362">
                <a:moveTo>
                  <a:pt x="11362" y="5668"/>
                </a:moveTo>
                <a:cubicBezTo>
                  <a:pt x="11362" y="8798"/>
                  <a:pt x="8823" y="11337"/>
                  <a:pt x="5669" y="11337"/>
                </a:cubicBezTo>
                <a:cubicBezTo>
                  <a:pt x="2539" y="11337"/>
                  <a:pt x="1" y="8798"/>
                  <a:pt x="1" y="5668"/>
                </a:cubicBezTo>
                <a:cubicBezTo>
                  <a:pt x="1" y="2539"/>
                  <a:pt x="2539" y="0"/>
                  <a:pt x="5669" y="0"/>
                </a:cubicBezTo>
                <a:cubicBezTo>
                  <a:pt x="8823" y="0"/>
                  <a:pt x="11362" y="2539"/>
                  <a:pt x="11362" y="5668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61" name="Google Shape;3061;p71"/>
          <p:cNvSpPr/>
          <p:nvPr/>
        </p:nvSpPr>
        <p:spPr>
          <a:xfrm>
            <a:off x="852473" y="1197001"/>
            <a:ext cx="555517" cy="554294"/>
          </a:xfrm>
          <a:custGeom>
            <a:rect b="b" l="l" r="r" t="t"/>
            <a:pathLst>
              <a:path extrusionOk="0" h="11337" w="11362">
                <a:moveTo>
                  <a:pt x="11362" y="5668"/>
                </a:moveTo>
                <a:cubicBezTo>
                  <a:pt x="11362" y="8798"/>
                  <a:pt x="8823" y="11337"/>
                  <a:pt x="5669" y="11337"/>
                </a:cubicBezTo>
                <a:cubicBezTo>
                  <a:pt x="2539" y="11337"/>
                  <a:pt x="1" y="8798"/>
                  <a:pt x="1" y="5668"/>
                </a:cubicBezTo>
                <a:cubicBezTo>
                  <a:pt x="1" y="2539"/>
                  <a:pt x="2539" y="0"/>
                  <a:pt x="5669" y="0"/>
                </a:cubicBezTo>
                <a:cubicBezTo>
                  <a:pt x="8823" y="0"/>
                  <a:pt x="11362" y="2539"/>
                  <a:pt x="11362" y="5668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62" name="Google Shape;3062;p71"/>
          <p:cNvSpPr txBox="1"/>
          <p:nvPr>
            <p:ph idx="17" type="title"/>
          </p:nvPr>
        </p:nvSpPr>
        <p:spPr>
          <a:xfrm>
            <a:off x="715500" y="435875"/>
            <a:ext cx="7713000" cy="4206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Future</a:t>
            </a:r>
            <a:r>
              <a:rPr lang="en"/>
              <a:t> Work</a:t>
            </a:r>
            <a:endParaRPr/>
          </a:p>
        </p:txBody>
      </p:sp>
      <p:sp>
        <p:nvSpPr>
          <p:cNvPr id="3063" name="Google Shape;3063;p71"/>
          <p:cNvSpPr txBox="1"/>
          <p:nvPr>
            <p:ph type="title"/>
          </p:nvPr>
        </p:nvSpPr>
        <p:spPr>
          <a:xfrm>
            <a:off x="719381" y="1118794"/>
            <a:ext cx="821700" cy="554400"/>
          </a:xfrm>
          <a:prstGeom prst="rect">
            <a:avLst/>
          </a:prstGeom>
        </p:spPr>
        <p:txBody>
          <a:bodyPr anchorCtr="0" anchor="t" bIns="91425" lIns="91425" spcFirstLastPara="1" rIns="91425" wrap="square" tIns="1828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01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3064" name="Google Shape;3064;p71"/>
          <p:cNvSpPr txBox="1"/>
          <p:nvPr>
            <p:ph idx="1" type="subTitle"/>
          </p:nvPr>
        </p:nvSpPr>
        <p:spPr>
          <a:xfrm>
            <a:off x="1541100" y="1168325"/>
            <a:ext cx="5137500" cy="3546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800"/>
              <a:t>Real-Time Detection on Edge Devices</a:t>
            </a:r>
            <a:endParaRPr sz="1800"/>
          </a:p>
        </p:txBody>
      </p:sp>
      <p:sp>
        <p:nvSpPr>
          <p:cNvPr id="3065" name="Google Shape;3065;p71"/>
          <p:cNvSpPr txBox="1"/>
          <p:nvPr>
            <p:ph idx="2" type="subTitle"/>
          </p:nvPr>
        </p:nvSpPr>
        <p:spPr>
          <a:xfrm>
            <a:off x="1541100" y="1446725"/>
            <a:ext cx="6735900" cy="3561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/>
              <a:t>Optimize and deploy the model on edge devices (e.g., Raspberry Pi, Jetson Nano) for real-time fault detection in trains.</a:t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/>
          </a:p>
        </p:txBody>
      </p:sp>
      <p:sp>
        <p:nvSpPr>
          <p:cNvPr id="3066" name="Google Shape;3066;p71"/>
          <p:cNvSpPr txBox="1"/>
          <p:nvPr>
            <p:ph idx="3" type="title"/>
          </p:nvPr>
        </p:nvSpPr>
        <p:spPr>
          <a:xfrm>
            <a:off x="719381" y="2013609"/>
            <a:ext cx="821700" cy="554400"/>
          </a:xfrm>
          <a:prstGeom prst="rect">
            <a:avLst/>
          </a:prstGeom>
        </p:spPr>
        <p:txBody>
          <a:bodyPr anchorCtr="0" anchor="t" bIns="91425" lIns="91425" spcFirstLastPara="1" rIns="91425" wrap="square" tIns="1828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02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3067" name="Google Shape;3067;p71"/>
          <p:cNvSpPr txBox="1"/>
          <p:nvPr>
            <p:ph idx="4" type="subTitle"/>
          </p:nvPr>
        </p:nvSpPr>
        <p:spPr>
          <a:xfrm>
            <a:off x="1541097" y="2063150"/>
            <a:ext cx="6498300" cy="3546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800"/>
              <a:t>Automated Reporting System</a:t>
            </a:r>
            <a:endParaRPr sz="1800"/>
          </a:p>
        </p:txBody>
      </p:sp>
      <p:sp>
        <p:nvSpPr>
          <p:cNvPr id="3068" name="Google Shape;3068;p71"/>
          <p:cNvSpPr txBox="1"/>
          <p:nvPr>
            <p:ph idx="5" type="subTitle"/>
          </p:nvPr>
        </p:nvSpPr>
        <p:spPr>
          <a:xfrm>
            <a:off x="1541100" y="2341550"/>
            <a:ext cx="6585300" cy="3561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/>
              <a:t>Build a pipeline that not only detects faults but also generates a report with location, image, type of defect, and urgency level.</a:t>
            </a:r>
            <a:endParaRPr sz="1200"/>
          </a:p>
        </p:txBody>
      </p:sp>
      <p:sp>
        <p:nvSpPr>
          <p:cNvPr id="3069" name="Google Shape;3069;p71"/>
          <p:cNvSpPr txBox="1"/>
          <p:nvPr>
            <p:ph idx="6" type="title"/>
          </p:nvPr>
        </p:nvSpPr>
        <p:spPr>
          <a:xfrm>
            <a:off x="719381" y="2908423"/>
            <a:ext cx="821700" cy="554400"/>
          </a:xfrm>
          <a:prstGeom prst="rect">
            <a:avLst/>
          </a:prstGeom>
        </p:spPr>
        <p:txBody>
          <a:bodyPr anchorCtr="0" anchor="t" bIns="91425" lIns="91425" spcFirstLastPara="1" rIns="91425" wrap="square" tIns="1828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03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3070" name="Google Shape;3070;p71"/>
          <p:cNvSpPr txBox="1"/>
          <p:nvPr>
            <p:ph idx="7" type="subTitle"/>
          </p:nvPr>
        </p:nvSpPr>
        <p:spPr>
          <a:xfrm>
            <a:off x="1541097" y="2957950"/>
            <a:ext cx="6585300" cy="3546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800"/>
              <a:t>Multiclass Defect Categorization</a:t>
            </a:r>
            <a:endParaRPr sz="1800"/>
          </a:p>
        </p:txBody>
      </p:sp>
      <p:sp>
        <p:nvSpPr>
          <p:cNvPr id="3071" name="Google Shape;3071;p71"/>
          <p:cNvSpPr txBox="1"/>
          <p:nvPr>
            <p:ph idx="8" type="subTitle"/>
          </p:nvPr>
        </p:nvSpPr>
        <p:spPr>
          <a:xfrm>
            <a:off x="1541108" y="3236375"/>
            <a:ext cx="6442800" cy="2514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/>
              <a:t>Instead of just binary classification, classify specific defect types (e.g., crack, wear, missing fastener, deformation).</a:t>
            </a:r>
            <a:endParaRPr sz="1200"/>
          </a:p>
        </p:txBody>
      </p:sp>
      <p:sp>
        <p:nvSpPr>
          <p:cNvPr id="3072" name="Google Shape;3072;p71"/>
          <p:cNvSpPr txBox="1"/>
          <p:nvPr>
            <p:ph idx="9" type="title"/>
          </p:nvPr>
        </p:nvSpPr>
        <p:spPr>
          <a:xfrm>
            <a:off x="719381" y="3803238"/>
            <a:ext cx="821700" cy="554400"/>
          </a:xfrm>
          <a:prstGeom prst="rect">
            <a:avLst/>
          </a:prstGeom>
        </p:spPr>
        <p:txBody>
          <a:bodyPr anchorCtr="0" anchor="t" bIns="91425" lIns="91425" spcFirstLastPara="1" rIns="91425" wrap="square" tIns="1828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04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3073" name="Google Shape;3073;p71"/>
          <p:cNvSpPr txBox="1"/>
          <p:nvPr>
            <p:ph idx="13" type="subTitle"/>
          </p:nvPr>
        </p:nvSpPr>
        <p:spPr>
          <a:xfrm>
            <a:off x="1541105" y="3852777"/>
            <a:ext cx="3987900" cy="3546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800"/>
              <a:t>Larger and Diverse Dataset</a:t>
            </a:r>
            <a:endParaRPr sz="1800"/>
          </a:p>
        </p:txBody>
      </p:sp>
      <p:sp>
        <p:nvSpPr>
          <p:cNvPr id="3074" name="Google Shape;3074;p71"/>
          <p:cNvSpPr txBox="1"/>
          <p:nvPr>
            <p:ph idx="14" type="subTitle"/>
          </p:nvPr>
        </p:nvSpPr>
        <p:spPr>
          <a:xfrm>
            <a:off x="1541100" y="4131175"/>
            <a:ext cx="5921700" cy="4206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/>
              <a:t>Improve robustness by collecting more data from different weather, lighting conditions, and regions (snow, rain, rural, urban).</a:t>
            </a:r>
            <a:endParaRPr sz="1200"/>
          </a:p>
        </p:txBody>
      </p:sp>
      <p:grpSp>
        <p:nvGrpSpPr>
          <p:cNvPr id="3075" name="Google Shape;3075;p71"/>
          <p:cNvGrpSpPr/>
          <p:nvPr/>
        </p:nvGrpSpPr>
        <p:grpSpPr>
          <a:xfrm>
            <a:off x="7635233" y="3899371"/>
            <a:ext cx="793256" cy="182899"/>
            <a:chOff x="2685575" y="2835950"/>
            <a:chExt cx="433000" cy="99825"/>
          </a:xfrm>
        </p:grpSpPr>
        <p:sp>
          <p:nvSpPr>
            <p:cNvPr id="3076" name="Google Shape;3076;p71"/>
            <p:cNvSpPr/>
            <p:nvPr/>
          </p:nvSpPr>
          <p:spPr>
            <a:xfrm>
              <a:off x="3032250" y="2835950"/>
              <a:ext cx="86325" cy="99825"/>
            </a:xfrm>
            <a:custGeom>
              <a:rect b="b" l="l" r="r" t="t"/>
              <a:pathLst>
                <a:path extrusionOk="0" h="3993" w="3453">
                  <a:moveTo>
                    <a:pt x="3453" y="0"/>
                  </a:moveTo>
                  <a:lnTo>
                    <a:pt x="0" y="2006"/>
                  </a:lnTo>
                  <a:lnTo>
                    <a:pt x="3453" y="3993"/>
                  </a:lnTo>
                  <a:lnTo>
                    <a:pt x="3453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77" name="Google Shape;3077;p71"/>
            <p:cNvSpPr/>
            <p:nvPr/>
          </p:nvSpPr>
          <p:spPr>
            <a:xfrm>
              <a:off x="2917000" y="2835950"/>
              <a:ext cx="85850" cy="99825"/>
            </a:xfrm>
            <a:custGeom>
              <a:rect b="b" l="l" r="r" t="t"/>
              <a:pathLst>
                <a:path extrusionOk="0" h="3993" w="3434">
                  <a:moveTo>
                    <a:pt x="3434" y="0"/>
                  </a:moveTo>
                  <a:lnTo>
                    <a:pt x="1" y="2006"/>
                  </a:lnTo>
                  <a:lnTo>
                    <a:pt x="3434" y="3993"/>
                  </a:lnTo>
                  <a:lnTo>
                    <a:pt x="3434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78" name="Google Shape;3078;p71"/>
            <p:cNvSpPr/>
            <p:nvPr/>
          </p:nvSpPr>
          <p:spPr>
            <a:xfrm>
              <a:off x="2801300" y="2835950"/>
              <a:ext cx="86325" cy="99825"/>
            </a:xfrm>
            <a:custGeom>
              <a:rect b="b" l="l" r="r" t="t"/>
              <a:pathLst>
                <a:path extrusionOk="0" h="3993" w="3453">
                  <a:moveTo>
                    <a:pt x="3452" y="0"/>
                  </a:moveTo>
                  <a:lnTo>
                    <a:pt x="0" y="2006"/>
                  </a:lnTo>
                  <a:lnTo>
                    <a:pt x="3452" y="3993"/>
                  </a:lnTo>
                  <a:lnTo>
                    <a:pt x="3452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79" name="Google Shape;3079;p71"/>
            <p:cNvSpPr/>
            <p:nvPr/>
          </p:nvSpPr>
          <p:spPr>
            <a:xfrm>
              <a:off x="2685575" y="2835950"/>
              <a:ext cx="86325" cy="99825"/>
            </a:xfrm>
            <a:custGeom>
              <a:rect b="b" l="l" r="r" t="t"/>
              <a:pathLst>
                <a:path extrusionOk="0" h="3993" w="3453">
                  <a:moveTo>
                    <a:pt x="3453" y="0"/>
                  </a:moveTo>
                  <a:lnTo>
                    <a:pt x="0" y="2006"/>
                  </a:lnTo>
                  <a:lnTo>
                    <a:pt x="3453" y="3993"/>
                  </a:lnTo>
                  <a:lnTo>
                    <a:pt x="3453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pic>
        <p:nvPicPr>
          <p:cNvPr id="3080" name="Google Shape;3080;p7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79427" y="-1358450"/>
            <a:ext cx="2527512" cy="2681250"/>
          </a:xfrm>
          <a:prstGeom prst="rect">
            <a:avLst/>
          </a:prstGeom>
          <a:noFill/>
          <a:ln>
            <a:noFill/>
          </a:ln>
        </p:spPr>
      </p:pic>
      <p:sp>
        <p:nvSpPr>
          <p:cNvPr id="3081" name="Google Shape;3081;p71"/>
          <p:cNvSpPr/>
          <p:nvPr/>
        </p:nvSpPr>
        <p:spPr>
          <a:xfrm>
            <a:off x="7770424" y="4641864"/>
            <a:ext cx="356100" cy="3561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82" name="Google Shape;3082;p71"/>
          <p:cNvSpPr/>
          <p:nvPr/>
        </p:nvSpPr>
        <p:spPr>
          <a:xfrm rot="-5400000">
            <a:off x="7837924" y="4715039"/>
            <a:ext cx="221100" cy="182100"/>
          </a:xfrm>
          <a:prstGeom prst="homePlate">
            <a:avLst>
              <a:gd fmla="val 50000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83" name="Google Shape;3083;p71">
            <a:hlinkClick/>
          </p:cNvPr>
          <p:cNvSpPr/>
          <p:nvPr/>
        </p:nvSpPr>
        <p:spPr>
          <a:xfrm>
            <a:off x="7770424" y="4641864"/>
            <a:ext cx="356100" cy="356100"/>
          </a:xfrm>
          <a:prstGeom prst="ellipse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84" name="Google Shape;3084;p71">
            <a:hlinkClick action="ppaction://hlinkshowjump?jump=previousslide"/>
          </p:cNvPr>
          <p:cNvSpPr/>
          <p:nvPr/>
        </p:nvSpPr>
        <p:spPr>
          <a:xfrm>
            <a:off x="7462717" y="4728472"/>
            <a:ext cx="158147" cy="182899"/>
          </a:xfrm>
          <a:custGeom>
            <a:rect b="b" l="l" r="r" t="t"/>
            <a:pathLst>
              <a:path extrusionOk="0" h="3993" w="3453">
                <a:moveTo>
                  <a:pt x="3453" y="0"/>
                </a:moveTo>
                <a:lnTo>
                  <a:pt x="0" y="2006"/>
                </a:lnTo>
                <a:lnTo>
                  <a:pt x="3453" y="3993"/>
                </a:lnTo>
                <a:lnTo>
                  <a:pt x="3453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85" name="Google Shape;3085;p71">
            <a:hlinkClick action="ppaction://hlinkshowjump?jump=nextslide"/>
          </p:cNvPr>
          <p:cNvSpPr/>
          <p:nvPr/>
        </p:nvSpPr>
        <p:spPr>
          <a:xfrm flipH="1">
            <a:off x="8276954" y="4728472"/>
            <a:ext cx="157277" cy="182899"/>
          </a:xfrm>
          <a:custGeom>
            <a:rect b="b" l="l" r="r" t="t"/>
            <a:pathLst>
              <a:path extrusionOk="0" h="3993" w="3434">
                <a:moveTo>
                  <a:pt x="3434" y="0"/>
                </a:moveTo>
                <a:lnTo>
                  <a:pt x="1" y="2006"/>
                </a:lnTo>
                <a:lnTo>
                  <a:pt x="3434" y="3993"/>
                </a:lnTo>
                <a:lnTo>
                  <a:pt x="3434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0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0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0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0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0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0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0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0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0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0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0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0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30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305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305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305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305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306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306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306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306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0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0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0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0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0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89" name="Shape 30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0" name="Google Shape;3090;p72"/>
          <p:cNvSpPr txBox="1"/>
          <p:nvPr>
            <p:ph type="title"/>
          </p:nvPr>
        </p:nvSpPr>
        <p:spPr>
          <a:xfrm>
            <a:off x="715500" y="538250"/>
            <a:ext cx="7713000" cy="4206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Reference</a:t>
            </a:r>
            <a:endParaRPr/>
          </a:p>
        </p:txBody>
      </p:sp>
      <p:sp>
        <p:nvSpPr>
          <p:cNvPr id="3091" name="Google Shape;3091;p72"/>
          <p:cNvSpPr/>
          <p:nvPr/>
        </p:nvSpPr>
        <p:spPr>
          <a:xfrm>
            <a:off x="7770424" y="4641864"/>
            <a:ext cx="356100" cy="3561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92" name="Google Shape;3092;p72"/>
          <p:cNvSpPr/>
          <p:nvPr/>
        </p:nvSpPr>
        <p:spPr>
          <a:xfrm rot="-5400000">
            <a:off x="7837924" y="4715039"/>
            <a:ext cx="221100" cy="182100"/>
          </a:xfrm>
          <a:prstGeom prst="homePlate">
            <a:avLst>
              <a:gd fmla="val 50000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93" name="Google Shape;3093;p72">
            <a:hlinkClick/>
          </p:cNvPr>
          <p:cNvSpPr/>
          <p:nvPr/>
        </p:nvSpPr>
        <p:spPr>
          <a:xfrm>
            <a:off x="7770424" y="4641864"/>
            <a:ext cx="356100" cy="356100"/>
          </a:xfrm>
          <a:prstGeom prst="ellipse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94" name="Google Shape;3094;p72">
            <a:hlinkClick action="ppaction://hlinkshowjump?jump=previousslide"/>
          </p:cNvPr>
          <p:cNvSpPr/>
          <p:nvPr/>
        </p:nvSpPr>
        <p:spPr>
          <a:xfrm>
            <a:off x="7462717" y="4728472"/>
            <a:ext cx="158147" cy="182899"/>
          </a:xfrm>
          <a:custGeom>
            <a:rect b="b" l="l" r="r" t="t"/>
            <a:pathLst>
              <a:path extrusionOk="0" h="3993" w="3453">
                <a:moveTo>
                  <a:pt x="3453" y="0"/>
                </a:moveTo>
                <a:lnTo>
                  <a:pt x="0" y="2006"/>
                </a:lnTo>
                <a:lnTo>
                  <a:pt x="3453" y="3993"/>
                </a:lnTo>
                <a:lnTo>
                  <a:pt x="3453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95" name="Google Shape;3095;p72">
            <a:hlinkClick action="ppaction://hlinkshowjump?jump=nextslide"/>
          </p:cNvPr>
          <p:cNvSpPr/>
          <p:nvPr/>
        </p:nvSpPr>
        <p:spPr>
          <a:xfrm flipH="1">
            <a:off x="8276954" y="4728472"/>
            <a:ext cx="157277" cy="182899"/>
          </a:xfrm>
          <a:custGeom>
            <a:rect b="b" l="l" r="r" t="t"/>
            <a:pathLst>
              <a:path extrusionOk="0" h="3993" w="3434">
                <a:moveTo>
                  <a:pt x="3434" y="0"/>
                </a:moveTo>
                <a:lnTo>
                  <a:pt x="1" y="2006"/>
                </a:lnTo>
                <a:lnTo>
                  <a:pt x="3434" y="3993"/>
                </a:lnTo>
                <a:lnTo>
                  <a:pt x="3434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96" name="Google Shape;3096;p72"/>
          <p:cNvSpPr txBox="1"/>
          <p:nvPr/>
        </p:nvSpPr>
        <p:spPr>
          <a:xfrm>
            <a:off x="821050" y="1325875"/>
            <a:ext cx="5486400" cy="190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Bai Jamjuree"/>
              <a:buAutoNum type="arabicPeriod"/>
            </a:pPr>
            <a:r>
              <a:rPr lang="en">
                <a:solidFill>
                  <a:schemeClr val="lt1"/>
                </a:solidFill>
                <a:latin typeface="Bai Jamjuree"/>
                <a:ea typeface="Bai Jamjuree"/>
                <a:cs typeface="Bai Jamjuree"/>
                <a:sym typeface="Bai Jamjuree"/>
              </a:rPr>
              <a:t>Dataset </a:t>
            </a:r>
            <a:endParaRPr>
              <a:solidFill>
                <a:schemeClr val="lt1"/>
              </a:solidFill>
              <a:latin typeface="Bai Jamjuree"/>
              <a:ea typeface="Bai Jamjuree"/>
              <a:cs typeface="Bai Jamjuree"/>
              <a:sym typeface="Bai Jamjuree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Bai Jamjuree"/>
              <a:buAutoNum type="alphaLcPeriod"/>
            </a:pPr>
            <a:r>
              <a:rPr lang="en" u="sng">
                <a:solidFill>
                  <a:schemeClr val="hlink"/>
                </a:solidFill>
                <a:latin typeface="Bai Jamjuree"/>
                <a:ea typeface="Bai Jamjuree"/>
                <a:cs typeface="Bai Jamjuree"/>
                <a:sym typeface="Bai Jamjuree"/>
                <a:hlinkClick r:id="rId3"/>
              </a:rPr>
              <a:t>https://doi.org/10.34740/kaggle/dsv/2772290</a:t>
            </a:r>
            <a:r>
              <a:rPr lang="en">
                <a:solidFill>
                  <a:schemeClr val="lt1"/>
                </a:solidFill>
                <a:latin typeface="Bai Jamjuree"/>
                <a:ea typeface="Bai Jamjuree"/>
                <a:cs typeface="Bai Jamjuree"/>
                <a:sym typeface="Bai Jamjuree"/>
              </a:rPr>
              <a:t> </a:t>
            </a:r>
            <a:endParaRPr>
              <a:solidFill>
                <a:schemeClr val="lt1"/>
              </a:solidFill>
              <a:latin typeface="Bai Jamjuree"/>
              <a:ea typeface="Bai Jamjuree"/>
              <a:cs typeface="Bai Jamjuree"/>
              <a:sym typeface="Bai Jamjuree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Bai Jamjuree"/>
              <a:buAutoNum type="alphaLcPeriod"/>
            </a:pPr>
            <a:r>
              <a:rPr lang="en" u="sng">
                <a:solidFill>
                  <a:schemeClr val="hlink"/>
                </a:solidFill>
                <a:latin typeface="Bai Jamjuree"/>
                <a:ea typeface="Bai Jamjuree"/>
                <a:cs typeface="Bai Jamjuree"/>
                <a:sym typeface="Bai Jamjuree"/>
                <a:hlinkClick r:id="rId4"/>
              </a:rPr>
              <a:t>https://doi.org/10.34740/kaggle/dsv/1884733</a:t>
            </a:r>
            <a:r>
              <a:rPr lang="en">
                <a:solidFill>
                  <a:schemeClr val="lt1"/>
                </a:solidFill>
                <a:latin typeface="Bai Jamjuree"/>
                <a:ea typeface="Bai Jamjuree"/>
                <a:cs typeface="Bai Jamjuree"/>
                <a:sym typeface="Bai Jamjuree"/>
              </a:rPr>
              <a:t> </a:t>
            </a:r>
            <a:endParaRPr>
              <a:solidFill>
                <a:schemeClr val="lt1"/>
              </a:solidFill>
              <a:latin typeface="Bai Jamjuree"/>
              <a:ea typeface="Bai Jamjuree"/>
              <a:cs typeface="Bai Jamjuree"/>
              <a:sym typeface="Bai Jamjuree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Bai Jamjuree"/>
              <a:buAutoNum type="alphaLcPeriod"/>
            </a:pPr>
            <a:r>
              <a:rPr lang="en" u="sng">
                <a:solidFill>
                  <a:schemeClr val="hlink"/>
                </a:solidFill>
                <a:latin typeface="Bai Jamjuree"/>
                <a:ea typeface="Bai Jamjuree"/>
                <a:cs typeface="Bai Jamjuree"/>
                <a:sym typeface="Bai Jamjuree"/>
                <a:hlinkClick r:id="rId5"/>
              </a:rPr>
              <a:t>https://doi.org/10.34740/kaggle/dsv/3108310</a:t>
            </a:r>
            <a:endParaRPr>
              <a:solidFill>
                <a:schemeClr val="lt1"/>
              </a:solidFill>
              <a:latin typeface="Bai Jamjuree"/>
              <a:ea typeface="Bai Jamjuree"/>
              <a:cs typeface="Bai Jamjuree"/>
              <a:sym typeface="Bai Jamjuree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Bai Jamjuree"/>
                <a:ea typeface="Bai Jamjuree"/>
                <a:cs typeface="Bai Jamjuree"/>
                <a:sym typeface="Bai Jamjuree"/>
              </a:rPr>
              <a:t> </a:t>
            </a:r>
            <a:endParaRPr>
              <a:solidFill>
                <a:schemeClr val="lt1"/>
              </a:solidFill>
              <a:latin typeface="Bai Jamjuree"/>
              <a:ea typeface="Bai Jamjuree"/>
              <a:cs typeface="Bai Jamjuree"/>
              <a:sym typeface="Bai Jamjuree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Bai Jamjuree"/>
              <a:buAutoNum type="arabicPeriod"/>
            </a:pPr>
            <a:r>
              <a:rPr lang="en">
                <a:solidFill>
                  <a:schemeClr val="lt1"/>
                </a:solidFill>
                <a:latin typeface="Bai Jamjuree"/>
                <a:ea typeface="Bai Jamjuree"/>
                <a:cs typeface="Bai Jamjuree"/>
                <a:sym typeface="Bai Jamjuree"/>
              </a:rPr>
              <a:t>Papers:</a:t>
            </a:r>
            <a:endParaRPr>
              <a:solidFill>
                <a:schemeClr val="lt1"/>
              </a:solidFill>
              <a:latin typeface="Bai Jamjuree"/>
              <a:ea typeface="Bai Jamjuree"/>
              <a:cs typeface="Bai Jamjuree"/>
              <a:sym typeface="Bai Jamjuree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Bai Jamjuree"/>
              <a:buAutoNum type="alphaLcPeriod"/>
            </a:pPr>
            <a:r>
              <a:rPr lang="en" u="sng">
                <a:solidFill>
                  <a:schemeClr val="hlink"/>
                </a:solidFill>
                <a:latin typeface="Bai Jamjuree"/>
                <a:ea typeface="Bai Jamjuree"/>
                <a:cs typeface="Bai Jamjuree"/>
                <a:sym typeface="Bai Jamjuree"/>
                <a:hlinkClick r:id="rId6"/>
              </a:rPr>
              <a:t>https://doi.org/10.3390/infrastructures10010003</a:t>
            </a:r>
            <a:r>
              <a:rPr lang="en">
                <a:solidFill>
                  <a:schemeClr val="lt1"/>
                </a:solidFill>
                <a:latin typeface="Bai Jamjuree"/>
                <a:ea typeface="Bai Jamjuree"/>
                <a:cs typeface="Bai Jamjuree"/>
                <a:sym typeface="Bai Jamjuree"/>
              </a:rPr>
              <a:t> </a:t>
            </a:r>
            <a:endParaRPr>
              <a:solidFill>
                <a:schemeClr val="lt1"/>
              </a:solidFill>
              <a:latin typeface="Bai Jamjuree"/>
              <a:ea typeface="Bai Jamjuree"/>
              <a:cs typeface="Bai Jamjuree"/>
              <a:sym typeface="Bai Jamjuree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Bai Jamjuree"/>
              <a:buAutoNum type="alphaLcPeriod"/>
            </a:pPr>
            <a:r>
              <a:rPr lang="en" u="sng">
                <a:solidFill>
                  <a:schemeClr val="hlink"/>
                </a:solidFill>
                <a:latin typeface="Bai Jamjuree"/>
                <a:ea typeface="Bai Jamjuree"/>
                <a:cs typeface="Bai Jamjuree"/>
                <a:sym typeface="Bai Jamjuree"/>
                <a:hlinkClick r:id="rId7"/>
              </a:rPr>
              <a:t>https://doi.org/10.3390/ai5020024</a:t>
            </a:r>
            <a:r>
              <a:rPr lang="en">
                <a:solidFill>
                  <a:schemeClr val="lt1"/>
                </a:solidFill>
                <a:latin typeface="Bai Jamjuree"/>
                <a:ea typeface="Bai Jamjuree"/>
                <a:cs typeface="Bai Jamjuree"/>
                <a:sym typeface="Bai Jamjuree"/>
              </a:rPr>
              <a:t> </a:t>
            </a:r>
            <a:endParaRPr>
              <a:solidFill>
                <a:schemeClr val="lt1"/>
              </a:solidFill>
              <a:latin typeface="Bai Jamjuree"/>
              <a:ea typeface="Bai Jamjuree"/>
              <a:cs typeface="Bai Jamjuree"/>
              <a:sym typeface="Bai Jamjuree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100"/>
                                        <p:tgtEl>
                                          <p:spTgt spid="309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0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0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0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0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0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00" name="Shape 3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01" name="Google Shape;3101;p73"/>
          <p:cNvGrpSpPr/>
          <p:nvPr/>
        </p:nvGrpSpPr>
        <p:grpSpPr>
          <a:xfrm>
            <a:off x="2290890" y="573334"/>
            <a:ext cx="1965289" cy="517060"/>
            <a:chOff x="3539975" y="3523525"/>
            <a:chExt cx="745925" cy="196250"/>
          </a:xfrm>
        </p:grpSpPr>
        <p:sp>
          <p:nvSpPr>
            <p:cNvPr id="3102" name="Google Shape;3102;p73"/>
            <p:cNvSpPr/>
            <p:nvPr/>
          </p:nvSpPr>
          <p:spPr>
            <a:xfrm>
              <a:off x="3539975" y="3523525"/>
              <a:ext cx="196250" cy="196250"/>
            </a:xfrm>
            <a:custGeom>
              <a:rect b="b" l="l" r="r" t="t"/>
              <a:pathLst>
                <a:path extrusionOk="0" fill="none" h="7850" w="785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03" name="Google Shape;3103;p73"/>
            <p:cNvSpPr/>
            <p:nvPr/>
          </p:nvSpPr>
          <p:spPr>
            <a:xfrm>
              <a:off x="3576625" y="3523525"/>
              <a:ext cx="196250" cy="196250"/>
            </a:xfrm>
            <a:custGeom>
              <a:rect b="b" l="l" r="r" t="t"/>
              <a:pathLst>
                <a:path extrusionOk="0" fill="none" h="7850" w="785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04" name="Google Shape;3104;p73"/>
            <p:cNvSpPr/>
            <p:nvPr/>
          </p:nvSpPr>
          <p:spPr>
            <a:xfrm>
              <a:off x="3613250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1" y="0"/>
                  </a:moveTo>
                  <a:lnTo>
                    <a:pt x="7851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05" name="Google Shape;3105;p73"/>
            <p:cNvSpPr/>
            <p:nvPr/>
          </p:nvSpPr>
          <p:spPr>
            <a:xfrm>
              <a:off x="3649900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1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06" name="Google Shape;3106;p73"/>
            <p:cNvSpPr/>
            <p:nvPr/>
          </p:nvSpPr>
          <p:spPr>
            <a:xfrm>
              <a:off x="3686550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07" name="Google Shape;3107;p73"/>
            <p:cNvSpPr/>
            <p:nvPr/>
          </p:nvSpPr>
          <p:spPr>
            <a:xfrm>
              <a:off x="3723200" y="3523525"/>
              <a:ext cx="196250" cy="196250"/>
            </a:xfrm>
            <a:custGeom>
              <a:rect b="b" l="l" r="r" t="t"/>
              <a:pathLst>
                <a:path extrusionOk="0" fill="none" h="7850" w="785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08" name="Google Shape;3108;p73"/>
            <p:cNvSpPr/>
            <p:nvPr/>
          </p:nvSpPr>
          <p:spPr>
            <a:xfrm>
              <a:off x="3759825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1" y="0"/>
                  </a:moveTo>
                  <a:lnTo>
                    <a:pt x="7851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09" name="Google Shape;3109;p73"/>
            <p:cNvSpPr/>
            <p:nvPr/>
          </p:nvSpPr>
          <p:spPr>
            <a:xfrm>
              <a:off x="3796475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1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10" name="Google Shape;3110;p73"/>
            <p:cNvSpPr/>
            <p:nvPr/>
          </p:nvSpPr>
          <p:spPr>
            <a:xfrm>
              <a:off x="3833125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1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11" name="Google Shape;3111;p73"/>
            <p:cNvSpPr/>
            <p:nvPr/>
          </p:nvSpPr>
          <p:spPr>
            <a:xfrm>
              <a:off x="3869775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12" name="Google Shape;3112;p73"/>
            <p:cNvSpPr/>
            <p:nvPr/>
          </p:nvSpPr>
          <p:spPr>
            <a:xfrm>
              <a:off x="3906425" y="3523525"/>
              <a:ext cx="196250" cy="196250"/>
            </a:xfrm>
            <a:custGeom>
              <a:rect b="b" l="l" r="r" t="t"/>
              <a:pathLst>
                <a:path extrusionOk="0" fill="none" h="7850" w="785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13" name="Google Shape;3113;p73"/>
            <p:cNvSpPr/>
            <p:nvPr/>
          </p:nvSpPr>
          <p:spPr>
            <a:xfrm>
              <a:off x="3943050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1" y="0"/>
                  </a:moveTo>
                  <a:lnTo>
                    <a:pt x="7851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14" name="Google Shape;3114;p73"/>
            <p:cNvSpPr/>
            <p:nvPr/>
          </p:nvSpPr>
          <p:spPr>
            <a:xfrm>
              <a:off x="3979700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1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15" name="Google Shape;3115;p73"/>
            <p:cNvSpPr/>
            <p:nvPr/>
          </p:nvSpPr>
          <p:spPr>
            <a:xfrm>
              <a:off x="4016350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1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16" name="Google Shape;3116;p73"/>
            <p:cNvSpPr/>
            <p:nvPr/>
          </p:nvSpPr>
          <p:spPr>
            <a:xfrm>
              <a:off x="4053000" y="3523525"/>
              <a:ext cx="196250" cy="196250"/>
            </a:xfrm>
            <a:custGeom>
              <a:rect b="b" l="l" r="r" t="t"/>
              <a:pathLst>
                <a:path extrusionOk="0" fill="none" h="7850" w="785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17" name="Google Shape;3117;p73"/>
            <p:cNvSpPr/>
            <p:nvPr/>
          </p:nvSpPr>
          <p:spPr>
            <a:xfrm>
              <a:off x="4089650" y="3523525"/>
              <a:ext cx="196250" cy="196250"/>
            </a:xfrm>
            <a:custGeom>
              <a:rect b="b" l="l" r="r" t="t"/>
              <a:pathLst>
                <a:path extrusionOk="0" fill="none" h="7850" w="785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118" name="Google Shape;3118;p73"/>
          <p:cNvSpPr txBox="1"/>
          <p:nvPr>
            <p:ph type="title"/>
          </p:nvPr>
        </p:nvSpPr>
        <p:spPr>
          <a:xfrm>
            <a:off x="1502700" y="1161200"/>
            <a:ext cx="6138600" cy="2615400"/>
          </a:xfrm>
          <a:prstGeom prst="rect">
            <a:avLst/>
          </a:prstGeom>
        </p:spPr>
        <p:txBody>
          <a:bodyPr anchorCtr="0" anchor="ctr" bIns="91425" lIns="91425" spcFirstLastPara="1" rIns="91425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Thank </a:t>
            </a:r>
            <a:r>
              <a:rPr lang="en"/>
              <a:t> </a:t>
            </a:r>
            <a:r>
              <a:rPr lang="en">
                <a:solidFill>
                  <a:schemeClr val="dk2"/>
                </a:solidFill>
              </a:rPr>
              <a:t>You</a:t>
            </a:r>
            <a:endParaRPr>
              <a:solidFill>
                <a:schemeClr val="dk2"/>
              </a:solidFill>
            </a:endParaRPr>
          </a:p>
        </p:txBody>
      </p:sp>
      <p:cxnSp>
        <p:nvCxnSpPr>
          <p:cNvPr id="3119" name="Google Shape;3119;p73"/>
          <p:cNvCxnSpPr/>
          <p:nvPr/>
        </p:nvCxnSpPr>
        <p:spPr>
          <a:xfrm>
            <a:off x="3340884" y="3121452"/>
            <a:ext cx="25806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3120" name="Google Shape;3120;p73"/>
          <p:cNvGrpSpPr/>
          <p:nvPr/>
        </p:nvGrpSpPr>
        <p:grpSpPr>
          <a:xfrm>
            <a:off x="5633458" y="-1519770"/>
            <a:ext cx="2795003" cy="2795003"/>
            <a:chOff x="1943325" y="-220375"/>
            <a:chExt cx="1298672" cy="1298672"/>
          </a:xfrm>
        </p:grpSpPr>
        <p:sp>
          <p:nvSpPr>
            <p:cNvPr id="3121" name="Google Shape;3121;p73"/>
            <p:cNvSpPr/>
            <p:nvPr/>
          </p:nvSpPr>
          <p:spPr>
            <a:xfrm>
              <a:off x="2582255" y="-220375"/>
              <a:ext cx="49" cy="460871"/>
            </a:xfrm>
            <a:custGeom>
              <a:rect b="b" l="l" r="r" t="t"/>
              <a:pathLst>
                <a:path extrusionOk="0" fill="none" h="9432" w="1">
                  <a:moveTo>
                    <a:pt x="0" y="0"/>
                  </a:moveTo>
                  <a:lnTo>
                    <a:pt x="0" y="9431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dk2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22" name="Google Shape;3122;p73"/>
            <p:cNvSpPr/>
            <p:nvPr/>
          </p:nvSpPr>
          <p:spPr>
            <a:xfrm>
              <a:off x="2414509" y="-195895"/>
              <a:ext cx="118785" cy="444844"/>
            </a:xfrm>
            <a:custGeom>
              <a:rect b="b" l="l" r="r" t="t"/>
              <a:pathLst>
                <a:path extrusionOk="0" fill="none" h="9104" w="2431">
                  <a:moveTo>
                    <a:pt x="0" y="1"/>
                  </a:moveTo>
                  <a:lnTo>
                    <a:pt x="2431" y="9104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dk2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23" name="Google Shape;3123;p73"/>
            <p:cNvSpPr/>
            <p:nvPr/>
          </p:nvSpPr>
          <p:spPr>
            <a:xfrm>
              <a:off x="2259027" y="-128024"/>
              <a:ext cx="229996" cy="398669"/>
            </a:xfrm>
            <a:custGeom>
              <a:rect b="b" l="l" r="r" t="t"/>
              <a:pathLst>
                <a:path extrusionOk="0" fill="none" h="8159" w="4707">
                  <a:moveTo>
                    <a:pt x="0" y="0"/>
                  </a:moveTo>
                  <a:lnTo>
                    <a:pt x="4706" y="8158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dk2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24" name="Google Shape;3124;p73"/>
            <p:cNvSpPr/>
            <p:nvPr/>
          </p:nvSpPr>
          <p:spPr>
            <a:xfrm>
              <a:off x="2126121" y="-22481"/>
              <a:ext cx="325180" cy="325180"/>
            </a:xfrm>
            <a:custGeom>
              <a:rect b="b" l="l" r="r" t="t"/>
              <a:pathLst>
                <a:path extrusionOk="0" fill="none" h="6655" w="6655">
                  <a:moveTo>
                    <a:pt x="1" y="0"/>
                  </a:moveTo>
                  <a:lnTo>
                    <a:pt x="6655" y="6654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dk2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25" name="Google Shape;3125;p73"/>
            <p:cNvSpPr/>
            <p:nvPr/>
          </p:nvSpPr>
          <p:spPr>
            <a:xfrm>
              <a:off x="2025317" y="113211"/>
              <a:ext cx="398669" cy="230924"/>
            </a:xfrm>
            <a:custGeom>
              <a:rect b="b" l="l" r="r" t="t"/>
              <a:pathLst>
                <a:path extrusionOk="0" fill="none" h="4726" w="8159">
                  <a:moveTo>
                    <a:pt x="0" y="1"/>
                  </a:moveTo>
                  <a:lnTo>
                    <a:pt x="8158" y="4726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dk2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26" name="Google Shape;3126;p73"/>
            <p:cNvSpPr/>
            <p:nvPr/>
          </p:nvSpPr>
          <p:spPr>
            <a:xfrm>
              <a:off x="1963114" y="270598"/>
              <a:ext cx="444844" cy="119713"/>
            </a:xfrm>
            <a:custGeom>
              <a:rect b="b" l="l" r="r" t="t"/>
              <a:pathLst>
                <a:path extrusionOk="0" fill="none" h="2450" w="9104">
                  <a:moveTo>
                    <a:pt x="0" y="0"/>
                  </a:moveTo>
                  <a:lnTo>
                    <a:pt x="9103" y="24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dk2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27" name="Google Shape;3127;p73"/>
            <p:cNvSpPr/>
            <p:nvPr/>
          </p:nvSpPr>
          <p:spPr>
            <a:xfrm>
              <a:off x="1943325" y="439273"/>
              <a:ext cx="460871" cy="49"/>
            </a:xfrm>
            <a:custGeom>
              <a:rect b="b" l="l" r="r" t="t"/>
              <a:pathLst>
                <a:path extrusionOk="0" fill="none" h="1" w="9432">
                  <a:moveTo>
                    <a:pt x="0" y="1"/>
                  </a:moveTo>
                  <a:lnTo>
                    <a:pt x="9431" y="1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dk2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28" name="Google Shape;3128;p73"/>
            <p:cNvSpPr/>
            <p:nvPr/>
          </p:nvSpPr>
          <p:spPr>
            <a:xfrm>
              <a:off x="1967805" y="487354"/>
              <a:ext cx="445821" cy="119713"/>
            </a:xfrm>
            <a:custGeom>
              <a:rect b="b" l="l" r="r" t="t"/>
              <a:pathLst>
                <a:path extrusionOk="0" fill="none" h="2450" w="9124">
                  <a:moveTo>
                    <a:pt x="1" y="2450"/>
                  </a:moveTo>
                  <a:lnTo>
                    <a:pt x="9123" y="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dk2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29" name="Google Shape;3129;p73"/>
            <p:cNvSpPr/>
            <p:nvPr/>
          </p:nvSpPr>
          <p:spPr>
            <a:xfrm>
              <a:off x="2035676" y="532600"/>
              <a:ext cx="398669" cy="229996"/>
            </a:xfrm>
            <a:custGeom>
              <a:rect b="b" l="l" r="r" t="t"/>
              <a:pathLst>
                <a:path extrusionOk="0" fill="none" h="4707" w="8159">
                  <a:moveTo>
                    <a:pt x="0" y="4706"/>
                  </a:moveTo>
                  <a:lnTo>
                    <a:pt x="8158" y="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dk2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30" name="Google Shape;3130;p73"/>
            <p:cNvSpPr/>
            <p:nvPr/>
          </p:nvSpPr>
          <p:spPr>
            <a:xfrm>
              <a:off x="2141219" y="569345"/>
              <a:ext cx="326108" cy="326108"/>
            </a:xfrm>
            <a:custGeom>
              <a:rect b="b" l="l" r="r" t="t"/>
              <a:pathLst>
                <a:path extrusionOk="0" fill="none" h="6674" w="6674">
                  <a:moveTo>
                    <a:pt x="0" y="6674"/>
                  </a:moveTo>
                  <a:lnTo>
                    <a:pt x="6673" y="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dk2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31" name="Google Shape;3131;p73"/>
            <p:cNvSpPr/>
            <p:nvPr/>
          </p:nvSpPr>
          <p:spPr>
            <a:xfrm>
              <a:off x="2277840" y="597588"/>
              <a:ext cx="229996" cy="398718"/>
            </a:xfrm>
            <a:custGeom>
              <a:rect b="b" l="l" r="r" t="t"/>
              <a:pathLst>
                <a:path extrusionOk="0" fill="none" h="8160" w="4707">
                  <a:moveTo>
                    <a:pt x="1" y="8159"/>
                  </a:moveTo>
                  <a:lnTo>
                    <a:pt x="4707" y="1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dk2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32" name="Google Shape;3132;p73"/>
            <p:cNvSpPr/>
            <p:nvPr/>
          </p:nvSpPr>
          <p:spPr>
            <a:xfrm>
              <a:off x="2435227" y="613615"/>
              <a:ext cx="118785" cy="444893"/>
            </a:xfrm>
            <a:custGeom>
              <a:rect b="b" l="l" r="r" t="t"/>
              <a:pathLst>
                <a:path extrusionOk="0" fill="none" h="9105" w="2431">
                  <a:moveTo>
                    <a:pt x="1" y="9104"/>
                  </a:moveTo>
                  <a:lnTo>
                    <a:pt x="2431" y="1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dk2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33" name="Google Shape;3133;p73"/>
            <p:cNvSpPr/>
            <p:nvPr/>
          </p:nvSpPr>
          <p:spPr>
            <a:xfrm>
              <a:off x="2602973" y="617377"/>
              <a:ext cx="49" cy="460920"/>
            </a:xfrm>
            <a:custGeom>
              <a:rect b="b" l="l" r="r" t="t"/>
              <a:pathLst>
                <a:path extrusionOk="0" fill="none" h="9433" w="1">
                  <a:moveTo>
                    <a:pt x="1" y="9432"/>
                  </a:moveTo>
                  <a:lnTo>
                    <a:pt x="1" y="1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dk2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34" name="Google Shape;3134;p73"/>
            <p:cNvSpPr/>
            <p:nvPr/>
          </p:nvSpPr>
          <p:spPr>
            <a:xfrm>
              <a:off x="2651982" y="607996"/>
              <a:ext cx="118785" cy="444844"/>
            </a:xfrm>
            <a:custGeom>
              <a:rect b="b" l="l" r="r" t="t"/>
              <a:pathLst>
                <a:path extrusionOk="0" fill="none" h="9104" w="2431">
                  <a:moveTo>
                    <a:pt x="2431" y="9103"/>
                  </a:moveTo>
                  <a:lnTo>
                    <a:pt x="1" y="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dk2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35" name="Google Shape;3135;p73"/>
            <p:cNvSpPr/>
            <p:nvPr/>
          </p:nvSpPr>
          <p:spPr>
            <a:xfrm>
              <a:off x="2696300" y="586301"/>
              <a:ext cx="229996" cy="398669"/>
            </a:xfrm>
            <a:custGeom>
              <a:rect b="b" l="l" r="r" t="t"/>
              <a:pathLst>
                <a:path extrusionOk="0" fill="none" h="8159" w="4707">
                  <a:moveTo>
                    <a:pt x="4706" y="8159"/>
                  </a:moveTo>
                  <a:lnTo>
                    <a:pt x="0" y="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dk2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36" name="Google Shape;3136;p73"/>
            <p:cNvSpPr/>
            <p:nvPr/>
          </p:nvSpPr>
          <p:spPr>
            <a:xfrm>
              <a:off x="2733974" y="554247"/>
              <a:ext cx="325180" cy="326108"/>
            </a:xfrm>
            <a:custGeom>
              <a:rect b="b" l="l" r="r" t="t"/>
              <a:pathLst>
                <a:path extrusionOk="0" fill="none" h="6674" w="6655">
                  <a:moveTo>
                    <a:pt x="6655" y="6674"/>
                  </a:moveTo>
                  <a:lnTo>
                    <a:pt x="1" y="1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dk2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37" name="Google Shape;3137;p73"/>
            <p:cNvSpPr/>
            <p:nvPr/>
          </p:nvSpPr>
          <p:spPr>
            <a:xfrm>
              <a:off x="2761288" y="513739"/>
              <a:ext cx="398718" cy="229996"/>
            </a:xfrm>
            <a:custGeom>
              <a:rect b="b" l="l" r="r" t="t"/>
              <a:pathLst>
                <a:path extrusionOk="0" fill="none" h="4707" w="8160">
                  <a:moveTo>
                    <a:pt x="8159" y="4706"/>
                  </a:moveTo>
                  <a:lnTo>
                    <a:pt x="1" y="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dk2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38" name="Google Shape;3138;p73"/>
            <p:cNvSpPr/>
            <p:nvPr/>
          </p:nvSpPr>
          <p:spPr>
            <a:xfrm>
              <a:off x="2777315" y="466636"/>
              <a:ext cx="444893" cy="119713"/>
            </a:xfrm>
            <a:custGeom>
              <a:rect b="b" l="l" r="r" t="t"/>
              <a:pathLst>
                <a:path extrusionOk="0" fill="none" h="2450" w="9105">
                  <a:moveTo>
                    <a:pt x="9104" y="2449"/>
                  </a:moveTo>
                  <a:lnTo>
                    <a:pt x="1" y="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dk2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39" name="Google Shape;3139;p73"/>
            <p:cNvSpPr/>
            <p:nvPr/>
          </p:nvSpPr>
          <p:spPr>
            <a:xfrm>
              <a:off x="2781077" y="417626"/>
              <a:ext cx="460920" cy="49"/>
            </a:xfrm>
            <a:custGeom>
              <a:rect b="b" l="l" r="r" t="t"/>
              <a:pathLst>
                <a:path extrusionOk="0" fill="none" h="1" w="9433">
                  <a:moveTo>
                    <a:pt x="9432" y="0"/>
                  </a:moveTo>
                  <a:lnTo>
                    <a:pt x="1" y="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dk2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40" name="Google Shape;3140;p73"/>
            <p:cNvSpPr/>
            <p:nvPr/>
          </p:nvSpPr>
          <p:spPr>
            <a:xfrm>
              <a:off x="2771696" y="249880"/>
              <a:ext cx="444844" cy="119713"/>
            </a:xfrm>
            <a:custGeom>
              <a:rect b="b" l="l" r="r" t="t"/>
              <a:pathLst>
                <a:path extrusionOk="0" fill="none" h="2450" w="9104">
                  <a:moveTo>
                    <a:pt x="9103" y="0"/>
                  </a:moveTo>
                  <a:lnTo>
                    <a:pt x="0" y="24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dk2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41" name="Google Shape;3141;p73"/>
            <p:cNvSpPr/>
            <p:nvPr/>
          </p:nvSpPr>
          <p:spPr>
            <a:xfrm>
              <a:off x="2750929" y="94350"/>
              <a:ext cx="398718" cy="230973"/>
            </a:xfrm>
            <a:custGeom>
              <a:rect b="b" l="l" r="r" t="t"/>
              <a:pathLst>
                <a:path extrusionOk="0" fill="none" h="4727" w="8160">
                  <a:moveTo>
                    <a:pt x="8159" y="1"/>
                  </a:moveTo>
                  <a:lnTo>
                    <a:pt x="1" y="4726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dk2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42" name="Google Shape;3142;p73"/>
            <p:cNvSpPr/>
            <p:nvPr/>
          </p:nvSpPr>
          <p:spPr>
            <a:xfrm>
              <a:off x="2717947" y="-38508"/>
              <a:ext cx="326108" cy="326108"/>
            </a:xfrm>
            <a:custGeom>
              <a:rect b="b" l="l" r="r" t="t"/>
              <a:pathLst>
                <a:path extrusionOk="0" fill="none" h="6674" w="6674">
                  <a:moveTo>
                    <a:pt x="6674" y="0"/>
                  </a:moveTo>
                  <a:lnTo>
                    <a:pt x="1" y="6674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dk2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43" name="Google Shape;3143;p73"/>
            <p:cNvSpPr/>
            <p:nvPr/>
          </p:nvSpPr>
          <p:spPr>
            <a:xfrm>
              <a:off x="2677439" y="-139361"/>
              <a:ext cx="229996" cy="399646"/>
            </a:xfrm>
            <a:custGeom>
              <a:rect b="b" l="l" r="r" t="t"/>
              <a:pathLst>
                <a:path extrusionOk="0" fill="none" h="8179" w="4707">
                  <a:moveTo>
                    <a:pt x="4706" y="1"/>
                  </a:moveTo>
                  <a:lnTo>
                    <a:pt x="0" y="8178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dk2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44" name="Google Shape;3144;p73"/>
            <p:cNvSpPr/>
            <p:nvPr/>
          </p:nvSpPr>
          <p:spPr>
            <a:xfrm>
              <a:off x="2631264" y="-201563"/>
              <a:ext cx="118785" cy="444893"/>
            </a:xfrm>
            <a:custGeom>
              <a:rect b="b" l="l" r="r" t="t"/>
              <a:pathLst>
                <a:path extrusionOk="0" fill="none" h="9105" w="2431">
                  <a:moveTo>
                    <a:pt x="2430" y="1"/>
                  </a:moveTo>
                  <a:lnTo>
                    <a:pt x="0" y="9104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dk2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45" name="Google Shape;3145;p73"/>
            <p:cNvSpPr/>
            <p:nvPr/>
          </p:nvSpPr>
          <p:spPr>
            <a:xfrm>
              <a:off x="2607712" y="-215684"/>
              <a:ext cx="62251" cy="456180"/>
            </a:xfrm>
            <a:custGeom>
              <a:rect b="b" l="l" r="r" t="t"/>
              <a:pathLst>
                <a:path extrusionOk="0" fill="none" h="9336" w="1274">
                  <a:moveTo>
                    <a:pt x="1273" y="0"/>
                  </a:moveTo>
                  <a:lnTo>
                    <a:pt x="0" y="9335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dk2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46" name="Google Shape;3146;p73"/>
            <p:cNvSpPr/>
            <p:nvPr/>
          </p:nvSpPr>
          <p:spPr>
            <a:xfrm>
              <a:off x="2500263" y="-213779"/>
              <a:ext cx="57511" cy="457109"/>
            </a:xfrm>
            <a:custGeom>
              <a:rect b="b" l="l" r="r" t="t"/>
              <a:pathLst>
                <a:path extrusionOk="0" fill="none" h="9355" w="1177">
                  <a:moveTo>
                    <a:pt x="1" y="0"/>
                  </a:moveTo>
                  <a:lnTo>
                    <a:pt x="1177" y="9354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dk2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47" name="Google Shape;3147;p73"/>
            <p:cNvSpPr/>
            <p:nvPr/>
          </p:nvSpPr>
          <p:spPr>
            <a:xfrm>
              <a:off x="2337208" y="-168580"/>
              <a:ext cx="174390" cy="426961"/>
            </a:xfrm>
            <a:custGeom>
              <a:rect b="b" l="l" r="r" t="t"/>
              <a:pathLst>
                <a:path extrusionOk="0" fill="none" h="8738" w="3569">
                  <a:moveTo>
                    <a:pt x="1" y="1"/>
                  </a:moveTo>
                  <a:lnTo>
                    <a:pt x="3569" y="8738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dk2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48" name="Google Shape;3148;p73"/>
            <p:cNvSpPr/>
            <p:nvPr/>
          </p:nvSpPr>
          <p:spPr>
            <a:xfrm>
              <a:off x="2191157" y="-81849"/>
              <a:ext cx="279005" cy="366615"/>
            </a:xfrm>
            <a:custGeom>
              <a:rect b="b" l="l" r="r" t="t"/>
              <a:pathLst>
                <a:path extrusionOk="0" fill="none" h="7503" w="5710">
                  <a:moveTo>
                    <a:pt x="0" y="0"/>
                  </a:moveTo>
                  <a:lnTo>
                    <a:pt x="5709" y="7503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dk2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49" name="Google Shape;3149;p73"/>
            <p:cNvSpPr/>
            <p:nvPr/>
          </p:nvSpPr>
          <p:spPr>
            <a:xfrm>
              <a:off x="2072420" y="39722"/>
              <a:ext cx="364759" cy="281790"/>
            </a:xfrm>
            <a:custGeom>
              <a:rect b="b" l="l" r="r" t="t"/>
              <a:pathLst>
                <a:path extrusionOk="0" fill="none" h="5767" w="7465">
                  <a:moveTo>
                    <a:pt x="0" y="0"/>
                  </a:moveTo>
                  <a:lnTo>
                    <a:pt x="7464" y="5767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dk2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50" name="Google Shape;3150;p73"/>
            <p:cNvSpPr/>
            <p:nvPr/>
          </p:nvSpPr>
          <p:spPr>
            <a:xfrm>
              <a:off x="1989500" y="187678"/>
              <a:ext cx="425055" cy="178153"/>
            </a:xfrm>
            <a:custGeom>
              <a:rect b="b" l="l" r="r" t="t"/>
              <a:pathLst>
                <a:path extrusionOk="0" fill="none" h="3646" w="8699">
                  <a:moveTo>
                    <a:pt x="0" y="0"/>
                  </a:moveTo>
                  <a:lnTo>
                    <a:pt x="8698" y="3645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dk2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51" name="Google Shape;3151;p73"/>
            <p:cNvSpPr/>
            <p:nvPr/>
          </p:nvSpPr>
          <p:spPr>
            <a:xfrm>
              <a:off x="1948016" y="351662"/>
              <a:ext cx="456180" cy="62251"/>
            </a:xfrm>
            <a:custGeom>
              <a:rect b="b" l="l" r="r" t="t"/>
              <a:pathLst>
                <a:path extrusionOk="0" fill="none" h="1274" w="9336">
                  <a:moveTo>
                    <a:pt x="1" y="0"/>
                  </a:moveTo>
                  <a:lnTo>
                    <a:pt x="9335" y="1273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dk2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52" name="Google Shape;3152;p73"/>
            <p:cNvSpPr/>
            <p:nvPr/>
          </p:nvSpPr>
          <p:spPr>
            <a:xfrm>
              <a:off x="1949921" y="462824"/>
              <a:ext cx="457109" cy="58488"/>
            </a:xfrm>
            <a:custGeom>
              <a:rect b="b" l="l" r="r" t="t"/>
              <a:pathLst>
                <a:path extrusionOk="0" fill="none" h="1197" w="9355">
                  <a:moveTo>
                    <a:pt x="0" y="1197"/>
                  </a:moveTo>
                  <a:lnTo>
                    <a:pt x="9354" y="1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dk2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53" name="Google Shape;3153;p73"/>
            <p:cNvSpPr/>
            <p:nvPr/>
          </p:nvSpPr>
          <p:spPr>
            <a:xfrm>
              <a:off x="1996097" y="509977"/>
              <a:ext cx="425983" cy="174390"/>
            </a:xfrm>
            <a:custGeom>
              <a:rect b="b" l="l" r="r" t="t"/>
              <a:pathLst>
                <a:path extrusionOk="0" fill="none" h="3569" w="8718">
                  <a:moveTo>
                    <a:pt x="0" y="3568"/>
                  </a:moveTo>
                  <a:lnTo>
                    <a:pt x="8718" y="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dk2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54" name="Google Shape;3154;p73"/>
            <p:cNvSpPr/>
            <p:nvPr/>
          </p:nvSpPr>
          <p:spPr>
            <a:xfrm>
              <a:off x="2081851" y="551413"/>
              <a:ext cx="367593" cy="279005"/>
            </a:xfrm>
            <a:custGeom>
              <a:rect b="b" l="l" r="r" t="t"/>
              <a:pathLst>
                <a:path extrusionOk="0" fill="none" h="5710" w="7523">
                  <a:moveTo>
                    <a:pt x="0" y="5710"/>
                  </a:moveTo>
                  <a:lnTo>
                    <a:pt x="7522" y="1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dk2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55" name="Google Shape;3155;p73"/>
            <p:cNvSpPr/>
            <p:nvPr/>
          </p:nvSpPr>
          <p:spPr>
            <a:xfrm>
              <a:off x="2203422" y="584395"/>
              <a:ext cx="281790" cy="363830"/>
            </a:xfrm>
            <a:custGeom>
              <a:rect b="b" l="l" r="r" t="t"/>
              <a:pathLst>
                <a:path extrusionOk="0" fill="none" h="7446" w="5767">
                  <a:moveTo>
                    <a:pt x="0" y="7446"/>
                  </a:moveTo>
                  <a:lnTo>
                    <a:pt x="5767" y="1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dk2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56" name="Google Shape;3156;p73"/>
            <p:cNvSpPr/>
            <p:nvPr/>
          </p:nvSpPr>
          <p:spPr>
            <a:xfrm>
              <a:off x="2351378" y="607018"/>
              <a:ext cx="178153" cy="424126"/>
            </a:xfrm>
            <a:custGeom>
              <a:rect b="b" l="l" r="r" t="t"/>
              <a:pathLst>
                <a:path extrusionOk="0" fill="none" h="8680" w="3646">
                  <a:moveTo>
                    <a:pt x="0" y="8680"/>
                  </a:moveTo>
                  <a:lnTo>
                    <a:pt x="3645" y="1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dk2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57" name="Google Shape;3157;p73"/>
            <p:cNvSpPr/>
            <p:nvPr/>
          </p:nvSpPr>
          <p:spPr>
            <a:xfrm>
              <a:off x="2515362" y="616449"/>
              <a:ext cx="62251" cy="457109"/>
            </a:xfrm>
            <a:custGeom>
              <a:rect b="b" l="l" r="r" t="t"/>
              <a:pathLst>
                <a:path extrusionOk="0" fill="none" h="9355" w="1274">
                  <a:moveTo>
                    <a:pt x="0" y="9355"/>
                  </a:moveTo>
                  <a:lnTo>
                    <a:pt x="1273" y="1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dk2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58" name="Google Shape;3158;p73"/>
            <p:cNvSpPr/>
            <p:nvPr/>
          </p:nvSpPr>
          <p:spPr>
            <a:xfrm>
              <a:off x="2626524" y="614592"/>
              <a:ext cx="58488" cy="457109"/>
            </a:xfrm>
            <a:custGeom>
              <a:rect b="b" l="l" r="r" t="t"/>
              <a:pathLst>
                <a:path extrusionOk="0" fill="none" h="9355" w="1197">
                  <a:moveTo>
                    <a:pt x="1197" y="9354"/>
                  </a:moveTo>
                  <a:lnTo>
                    <a:pt x="1" y="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dk2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59" name="Google Shape;3159;p73"/>
            <p:cNvSpPr/>
            <p:nvPr/>
          </p:nvSpPr>
          <p:spPr>
            <a:xfrm>
              <a:off x="2673677" y="598565"/>
              <a:ext cx="174390" cy="426961"/>
            </a:xfrm>
            <a:custGeom>
              <a:rect b="b" l="l" r="r" t="t"/>
              <a:pathLst>
                <a:path extrusionOk="0" fill="none" h="8738" w="3569">
                  <a:moveTo>
                    <a:pt x="3568" y="8737"/>
                  </a:moveTo>
                  <a:lnTo>
                    <a:pt x="0" y="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dk2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60" name="Google Shape;3160;p73"/>
            <p:cNvSpPr/>
            <p:nvPr/>
          </p:nvSpPr>
          <p:spPr>
            <a:xfrm>
              <a:off x="2715113" y="572179"/>
              <a:ext cx="279005" cy="366615"/>
            </a:xfrm>
            <a:custGeom>
              <a:rect b="b" l="l" r="r" t="t"/>
              <a:pathLst>
                <a:path extrusionOk="0" fill="none" h="7503" w="5710">
                  <a:moveTo>
                    <a:pt x="5710" y="7503"/>
                  </a:moveTo>
                  <a:lnTo>
                    <a:pt x="1" y="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dk2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61" name="Google Shape;3161;p73"/>
            <p:cNvSpPr/>
            <p:nvPr/>
          </p:nvSpPr>
          <p:spPr>
            <a:xfrm>
              <a:off x="2748095" y="535386"/>
              <a:ext cx="364759" cy="281839"/>
            </a:xfrm>
            <a:custGeom>
              <a:rect b="b" l="l" r="r" t="t"/>
              <a:pathLst>
                <a:path extrusionOk="0" fill="none" h="5768" w="7465">
                  <a:moveTo>
                    <a:pt x="7465" y="5768"/>
                  </a:moveTo>
                  <a:lnTo>
                    <a:pt x="1" y="1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dk2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62" name="Google Shape;3162;p73"/>
            <p:cNvSpPr/>
            <p:nvPr/>
          </p:nvSpPr>
          <p:spPr>
            <a:xfrm>
              <a:off x="2770718" y="491116"/>
              <a:ext cx="424126" cy="179081"/>
            </a:xfrm>
            <a:custGeom>
              <a:rect b="b" l="l" r="r" t="t"/>
              <a:pathLst>
                <a:path extrusionOk="0" fill="none" h="3665" w="8680">
                  <a:moveTo>
                    <a:pt x="8680" y="3665"/>
                  </a:moveTo>
                  <a:lnTo>
                    <a:pt x="1" y="1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dk2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63" name="Google Shape;3163;p73"/>
            <p:cNvSpPr/>
            <p:nvPr/>
          </p:nvSpPr>
          <p:spPr>
            <a:xfrm>
              <a:off x="2781077" y="443035"/>
              <a:ext cx="456180" cy="62251"/>
            </a:xfrm>
            <a:custGeom>
              <a:rect b="b" l="l" r="r" t="t"/>
              <a:pathLst>
                <a:path extrusionOk="0" fill="none" h="1274" w="9336">
                  <a:moveTo>
                    <a:pt x="9336" y="1274"/>
                  </a:moveTo>
                  <a:lnTo>
                    <a:pt x="1" y="1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dk2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64" name="Google Shape;3164;p73"/>
            <p:cNvSpPr/>
            <p:nvPr/>
          </p:nvSpPr>
          <p:spPr>
            <a:xfrm>
              <a:off x="2778292" y="335635"/>
              <a:ext cx="457109" cy="58440"/>
            </a:xfrm>
            <a:custGeom>
              <a:rect b="b" l="l" r="r" t="t"/>
              <a:pathLst>
                <a:path extrusionOk="0" fill="none" h="1196" w="9355">
                  <a:moveTo>
                    <a:pt x="9354" y="0"/>
                  </a:moveTo>
                  <a:lnTo>
                    <a:pt x="0" y="1196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dk2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65" name="Google Shape;3165;p73"/>
            <p:cNvSpPr/>
            <p:nvPr/>
          </p:nvSpPr>
          <p:spPr>
            <a:xfrm>
              <a:off x="2763194" y="172579"/>
              <a:ext cx="426032" cy="174390"/>
            </a:xfrm>
            <a:custGeom>
              <a:rect b="b" l="l" r="r" t="t"/>
              <a:pathLst>
                <a:path extrusionOk="0" fill="none" h="3569" w="8719">
                  <a:moveTo>
                    <a:pt x="8718" y="1"/>
                  </a:moveTo>
                  <a:lnTo>
                    <a:pt x="1" y="3569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dk2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66" name="Google Shape;3166;p73"/>
            <p:cNvSpPr/>
            <p:nvPr/>
          </p:nvSpPr>
          <p:spPr>
            <a:xfrm>
              <a:off x="2735879" y="27457"/>
              <a:ext cx="366615" cy="278076"/>
            </a:xfrm>
            <a:custGeom>
              <a:rect b="b" l="l" r="r" t="t"/>
              <a:pathLst>
                <a:path extrusionOk="0" fill="none" h="5691" w="7503">
                  <a:moveTo>
                    <a:pt x="7503" y="0"/>
                  </a:moveTo>
                  <a:lnTo>
                    <a:pt x="0" y="569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dk2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67" name="Google Shape;3167;p73"/>
            <p:cNvSpPr/>
            <p:nvPr/>
          </p:nvSpPr>
          <p:spPr>
            <a:xfrm>
              <a:off x="2699135" y="-91280"/>
              <a:ext cx="282767" cy="364759"/>
            </a:xfrm>
            <a:custGeom>
              <a:rect b="b" l="l" r="r" t="t"/>
              <a:pathLst>
                <a:path extrusionOk="0" fill="none" h="7465" w="5787">
                  <a:moveTo>
                    <a:pt x="5786" y="0"/>
                  </a:moveTo>
                  <a:lnTo>
                    <a:pt x="0" y="7464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dk2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68" name="Google Shape;3168;p73"/>
            <p:cNvSpPr/>
            <p:nvPr/>
          </p:nvSpPr>
          <p:spPr>
            <a:xfrm>
              <a:off x="2655744" y="-174200"/>
              <a:ext cx="178153" cy="425055"/>
            </a:xfrm>
            <a:custGeom>
              <a:rect b="b" l="l" r="r" t="t"/>
              <a:pathLst>
                <a:path extrusionOk="0" fill="none" h="8699" w="3646">
                  <a:moveTo>
                    <a:pt x="3646" y="0"/>
                  </a:moveTo>
                  <a:lnTo>
                    <a:pt x="1" y="8698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dk2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169" name="Google Shape;3169;p73"/>
          <p:cNvSpPr/>
          <p:nvPr/>
        </p:nvSpPr>
        <p:spPr>
          <a:xfrm flipH="1" rot="10800000">
            <a:off x="873954" y="2003240"/>
            <a:ext cx="639486" cy="1296623"/>
          </a:xfrm>
          <a:custGeom>
            <a:rect b="b" l="l" r="r" t="t"/>
            <a:pathLst>
              <a:path extrusionOk="0" fill="none" h="34232" w="16883">
                <a:moveTo>
                  <a:pt x="16882" y="34232"/>
                </a:moveTo>
                <a:cubicBezTo>
                  <a:pt x="7517" y="34109"/>
                  <a:pt x="1" y="26494"/>
                  <a:pt x="1" y="17129"/>
                </a:cubicBezTo>
                <a:cubicBezTo>
                  <a:pt x="1" y="7764"/>
                  <a:pt x="7517" y="124"/>
                  <a:pt x="16882" y="1"/>
                </a:cubicBezTo>
              </a:path>
            </a:pathLst>
          </a:custGeom>
          <a:noFill/>
          <a:ln cap="flat" cmpd="sng" w="85025">
            <a:solidFill>
              <a:schemeClr val="lt1"/>
            </a:solidFill>
            <a:prstDash val="solid"/>
            <a:miter lim="24644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170" name="Google Shape;3170;p7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 rot="10800000">
            <a:off x="6363112" y="2325750"/>
            <a:ext cx="7194375" cy="2062375"/>
          </a:xfrm>
          <a:prstGeom prst="rect">
            <a:avLst/>
          </a:prstGeom>
          <a:noFill/>
          <a:ln>
            <a:noFill/>
          </a:ln>
        </p:spPr>
      </p:pic>
      <p:sp>
        <p:nvSpPr>
          <p:cNvPr id="3171" name="Google Shape;3171;p73"/>
          <p:cNvSpPr/>
          <p:nvPr/>
        </p:nvSpPr>
        <p:spPr>
          <a:xfrm>
            <a:off x="7770424" y="4641864"/>
            <a:ext cx="356100" cy="3561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72" name="Google Shape;3172;p73"/>
          <p:cNvSpPr/>
          <p:nvPr/>
        </p:nvSpPr>
        <p:spPr>
          <a:xfrm rot="-5400000">
            <a:off x="7837924" y="4715039"/>
            <a:ext cx="221100" cy="182100"/>
          </a:xfrm>
          <a:prstGeom prst="homePlate">
            <a:avLst>
              <a:gd fmla="val 50000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73" name="Google Shape;3173;p73">
            <a:hlinkClick/>
          </p:cNvPr>
          <p:cNvSpPr/>
          <p:nvPr/>
        </p:nvSpPr>
        <p:spPr>
          <a:xfrm>
            <a:off x="7770424" y="4641864"/>
            <a:ext cx="356100" cy="356100"/>
          </a:xfrm>
          <a:prstGeom prst="ellipse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74" name="Google Shape;3174;p73">
            <a:hlinkClick action="ppaction://hlinkshowjump?jump=previousslide"/>
          </p:cNvPr>
          <p:cNvSpPr/>
          <p:nvPr/>
        </p:nvSpPr>
        <p:spPr>
          <a:xfrm>
            <a:off x="7462717" y="4728472"/>
            <a:ext cx="158147" cy="182899"/>
          </a:xfrm>
          <a:custGeom>
            <a:rect b="b" l="l" r="r" t="t"/>
            <a:pathLst>
              <a:path extrusionOk="0" h="3993" w="3453">
                <a:moveTo>
                  <a:pt x="3453" y="0"/>
                </a:moveTo>
                <a:lnTo>
                  <a:pt x="0" y="2006"/>
                </a:lnTo>
                <a:lnTo>
                  <a:pt x="3453" y="3993"/>
                </a:lnTo>
                <a:lnTo>
                  <a:pt x="3453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75" name="Google Shape;3175;p73">
            <a:hlinkClick action="ppaction://hlinkshowjump?jump=nextslide"/>
          </p:cNvPr>
          <p:cNvSpPr/>
          <p:nvPr/>
        </p:nvSpPr>
        <p:spPr>
          <a:xfrm flipH="1">
            <a:off x="8276954" y="4728472"/>
            <a:ext cx="157277" cy="182899"/>
          </a:xfrm>
          <a:custGeom>
            <a:rect b="b" l="l" r="r" t="t"/>
            <a:pathLst>
              <a:path extrusionOk="0" h="3993" w="3434">
                <a:moveTo>
                  <a:pt x="3434" y="0"/>
                </a:moveTo>
                <a:lnTo>
                  <a:pt x="1" y="2006"/>
                </a:lnTo>
                <a:lnTo>
                  <a:pt x="3434" y="3993"/>
                </a:lnTo>
                <a:lnTo>
                  <a:pt x="3434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76" name="Google Shape;3176;p73"/>
          <p:cNvSpPr txBox="1"/>
          <p:nvPr/>
        </p:nvSpPr>
        <p:spPr>
          <a:xfrm>
            <a:off x="3340875" y="3299850"/>
            <a:ext cx="25806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chemeClr val="lt1"/>
                </a:solidFill>
                <a:latin typeface="Aldrich"/>
                <a:ea typeface="Aldrich"/>
                <a:cs typeface="Aldrich"/>
                <a:sym typeface="Aldrich"/>
              </a:rPr>
              <a:t>Any Questions ?</a:t>
            </a:r>
            <a:endParaRPr sz="2200">
              <a:solidFill>
                <a:schemeClr val="lt1"/>
              </a:solidFill>
              <a:latin typeface="Aldrich"/>
              <a:ea typeface="Aldrich"/>
              <a:cs typeface="Aldrich"/>
              <a:sym typeface="Aldrich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mph" presetID="8" presetSubtype="0">
                                  <p:stCondLst>
                                    <p:cond delay="0"/>
                                  </p:stCondLst>
                                  <p:childTnLst>
                                    <p:animRot by="-21600000">
                                      <p:cBhvr>
                                        <p:cTn dur="1000" fill="hold"/>
                                        <p:tgtEl>
                                          <p:spTgt spid="316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fill="hold" nodeType="withEffect" presetClass="emph" presetID="8" presetSubtype="0">
                                  <p:stCondLst>
                                    <p:cond delay="0"/>
                                  </p:stCondLst>
                                  <p:childTnLst>
                                    <p:animRot by="-21600000">
                                      <p:cBhvr>
                                        <p:cTn dur="1000" fill="hold"/>
                                        <p:tgtEl>
                                          <p:spTgt spid="312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310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31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31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1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1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1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1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1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xmlns:r="http://schemas.openxmlformats.org/officeDocument/2006/relationships" name="Data Science Project Proposal XL by Slidesgo">
  <a:themeElements>
    <a:clrScheme name="Simple Light">
      <a:dk1>
        <a:srgbClr val="0E0E0E"/>
      </a:dk1>
      <a:lt1>
        <a:srgbClr val="FFFFFF"/>
      </a:lt1>
      <a:dk2>
        <a:srgbClr val="72F49A"/>
      </a:dk2>
      <a:lt2>
        <a:srgbClr val="47A5F3"/>
      </a:lt2>
      <a:accent1>
        <a:srgbClr val="F341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